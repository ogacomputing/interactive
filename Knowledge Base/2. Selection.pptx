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1" r:id="rId4"/>
    <p:sldMasterId id="2147483672"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Lst>
  <p:sldSz cy="6858000" cx="9144000"/>
  <p:notesSz cx="6858000" cy="9144000"/>
  <p:embeddedFontLst>
    <p:embeddedFont>
      <p:font typeface="Raleway"/>
      <p:regular r:id="rId17"/>
      <p:bold r:id="rId18"/>
      <p:italic r:id="rId19"/>
      <p:boldItalic r:id="rId20"/>
    </p:embeddedFont>
    <p:embeddedFont>
      <p:font typeface="Roboto Mono"/>
      <p:regular r:id="rId21"/>
      <p:bold r:id="rId22"/>
      <p:italic r:id="rId23"/>
      <p:boldItalic r:id="rId24"/>
    </p:embeddedFont>
    <p:embeddedFont>
      <p:font typeface="Gill Sans"/>
      <p:regular r:id="rId25"/>
      <p:bold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aleway-boldItalic.fntdata"/><Relationship Id="rId22" Type="http://schemas.openxmlformats.org/officeDocument/2006/relationships/font" Target="fonts/RobotoMono-bold.fntdata"/><Relationship Id="rId21" Type="http://schemas.openxmlformats.org/officeDocument/2006/relationships/font" Target="fonts/RobotoMono-regular.fntdata"/><Relationship Id="rId24" Type="http://schemas.openxmlformats.org/officeDocument/2006/relationships/font" Target="fonts/RobotoMono-boldItalic.fntdata"/><Relationship Id="rId23" Type="http://schemas.openxmlformats.org/officeDocument/2006/relationships/font" Target="fonts/RobotoMono-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font" Target="fonts/GillSans-bold.fntdata"/><Relationship Id="rId25" Type="http://schemas.openxmlformats.org/officeDocument/2006/relationships/font" Target="fonts/GillSans-regular.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font" Target="fonts/Raleway-regular.fntdata"/><Relationship Id="rId16" Type="http://schemas.openxmlformats.org/officeDocument/2006/relationships/slide" Target="slides/slide10.xml"/><Relationship Id="rId19" Type="http://schemas.openxmlformats.org/officeDocument/2006/relationships/font" Target="fonts/Raleway-italic.fntdata"/><Relationship Id="rId18" Type="http://schemas.openxmlformats.org/officeDocument/2006/relationships/font" Target="fonts/Raleway-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ebf76144db_0_182: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ebf76144db_0_1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ebf76144db_0_9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4" name="Google Shape;114;gebf76144db_0_9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9829fa2b2c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9829fa2b2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608eaf48fc_2_4: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608eaf48fc_2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6016945f48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6016945f4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9829fa2b2c_0_5: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9829fa2b2c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9829fa2b2c_0_11: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9829fa2b2c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608eaf48fc_4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608eaf48fc_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608eaf48fc_3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608eaf48fc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pic>
        <p:nvPicPr>
          <p:cNvPr id="11" name="Google Shape;11;p2"/>
          <p:cNvPicPr preferRelativeResize="0"/>
          <p:nvPr/>
        </p:nvPicPr>
        <p:blipFill>
          <a:blip r:embed="rId2">
            <a:alphaModFix/>
          </a:blip>
          <a:stretch>
            <a:fillRect/>
          </a:stretch>
        </p:blipFill>
        <p:spPr>
          <a:xfrm>
            <a:off x="0" y="0"/>
            <a:ext cx="9144000" cy="6858000"/>
          </a:xfrm>
          <a:prstGeom prst="rect">
            <a:avLst/>
          </a:prstGeom>
          <a:noFill/>
          <a:ln>
            <a:noFill/>
          </a:ln>
        </p:spPr>
      </p:pic>
      <p:sp>
        <p:nvSpPr>
          <p:cNvPr id="12" name="Google Shape;12;p2"/>
          <p:cNvSpPr txBox="1"/>
          <p:nvPr>
            <p:ph type="ctrTitle"/>
          </p:nvPr>
        </p:nvSpPr>
        <p:spPr>
          <a:xfrm>
            <a:off x="311708" y="992767"/>
            <a:ext cx="8520600" cy="27369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3" name="Google Shape;13;p2"/>
          <p:cNvSpPr txBox="1"/>
          <p:nvPr>
            <p:ph idx="1" type="subTitle"/>
          </p:nvPr>
        </p:nvSpPr>
        <p:spPr>
          <a:xfrm>
            <a:off x="311700" y="3778833"/>
            <a:ext cx="8520600" cy="10569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rgbClr val="3C1E68"/>
              </a:buClr>
              <a:buSzPts val="2800"/>
              <a:buNone/>
              <a:defRPr sz="2800">
                <a:solidFill>
                  <a:srgbClr val="3C1E68"/>
                </a:solidFill>
              </a:defRPr>
            </a:lvl1pPr>
            <a:lvl2pPr lvl="1" rtl="0" algn="ctr">
              <a:lnSpc>
                <a:spcPct val="100000"/>
              </a:lnSpc>
              <a:spcBef>
                <a:spcPts val="0"/>
              </a:spcBef>
              <a:spcAft>
                <a:spcPts val="0"/>
              </a:spcAft>
              <a:buClr>
                <a:srgbClr val="3C1E68"/>
              </a:buClr>
              <a:buSzPts val="2800"/>
              <a:buNone/>
              <a:defRPr sz="2800">
                <a:solidFill>
                  <a:srgbClr val="3C1E68"/>
                </a:solidFill>
              </a:defRPr>
            </a:lvl2pPr>
            <a:lvl3pPr lvl="2" rtl="0" algn="ctr">
              <a:lnSpc>
                <a:spcPct val="100000"/>
              </a:lnSpc>
              <a:spcBef>
                <a:spcPts val="0"/>
              </a:spcBef>
              <a:spcAft>
                <a:spcPts val="0"/>
              </a:spcAft>
              <a:buClr>
                <a:srgbClr val="3C1E68"/>
              </a:buClr>
              <a:buSzPts val="2800"/>
              <a:buNone/>
              <a:defRPr sz="2800">
                <a:solidFill>
                  <a:srgbClr val="3C1E68"/>
                </a:solidFill>
              </a:defRPr>
            </a:lvl3pPr>
            <a:lvl4pPr lvl="3" rtl="0" algn="ctr">
              <a:lnSpc>
                <a:spcPct val="100000"/>
              </a:lnSpc>
              <a:spcBef>
                <a:spcPts val="0"/>
              </a:spcBef>
              <a:spcAft>
                <a:spcPts val="0"/>
              </a:spcAft>
              <a:buClr>
                <a:srgbClr val="3C1E68"/>
              </a:buClr>
              <a:buSzPts val="2800"/>
              <a:buNone/>
              <a:defRPr sz="2800">
                <a:solidFill>
                  <a:srgbClr val="3C1E68"/>
                </a:solidFill>
              </a:defRPr>
            </a:lvl4pPr>
            <a:lvl5pPr lvl="4" rtl="0" algn="ctr">
              <a:lnSpc>
                <a:spcPct val="100000"/>
              </a:lnSpc>
              <a:spcBef>
                <a:spcPts val="0"/>
              </a:spcBef>
              <a:spcAft>
                <a:spcPts val="0"/>
              </a:spcAft>
              <a:buClr>
                <a:srgbClr val="3C1E68"/>
              </a:buClr>
              <a:buSzPts val="2800"/>
              <a:buNone/>
              <a:defRPr sz="2800">
                <a:solidFill>
                  <a:srgbClr val="3C1E68"/>
                </a:solidFill>
              </a:defRPr>
            </a:lvl5pPr>
            <a:lvl6pPr lvl="5" rtl="0" algn="ctr">
              <a:lnSpc>
                <a:spcPct val="100000"/>
              </a:lnSpc>
              <a:spcBef>
                <a:spcPts val="0"/>
              </a:spcBef>
              <a:spcAft>
                <a:spcPts val="0"/>
              </a:spcAft>
              <a:buClr>
                <a:srgbClr val="3C1E68"/>
              </a:buClr>
              <a:buSzPts val="2800"/>
              <a:buNone/>
              <a:defRPr sz="2800">
                <a:solidFill>
                  <a:srgbClr val="3C1E68"/>
                </a:solidFill>
              </a:defRPr>
            </a:lvl6pPr>
            <a:lvl7pPr lvl="6" rtl="0" algn="ctr">
              <a:lnSpc>
                <a:spcPct val="100000"/>
              </a:lnSpc>
              <a:spcBef>
                <a:spcPts val="0"/>
              </a:spcBef>
              <a:spcAft>
                <a:spcPts val="0"/>
              </a:spcAft>
              <a:buClr>
                <a:srgbClr val="3C1E68"/>
              </a:buClr>
              <a:buSzPts val="2800"/>
              <a:buNone/>
              <a:defRPr sz="2800">
                <a:solidFill>
                  <a:srgbClr val="3C1E68"/>
                </a:solidFill>
              </a:defRPr>
            </a:lvl7pPr>
            <a:lvl8pPr lvl="7" rtl="0" algn="ctr">
              <a:lnSpc>
                <a:spcPct val="100000"/>
              </a:lnSpc>
              <a:spcBef>
                <a:spcPts val="0"/>
              </a:spcBef>
              <a:spcAft>
                <a:spcPts val="0"/>
              </a:spcAft>
              <a:buClr>
                <a:srgbClr val="3C1E68"/>
              </a:buClr>
              <a:buSzPts val="2800"/>
              <a:buNone/>
              <a:defRPr sz="2800">
                <a:solidFill>
                  <a:srgbClr val="3C1E68"/>
                </a:solidFill>
              </a:defRPr>
            </a:lvl8pPr>
            <a:lvl9pPr lvl="8" rtl="0" algn="ctr">
              <a:lnSpc>
                <a:spcPct val="100000"/>
              </a:lnSpc>
              <a:spcBef>
                <a:spcPts val="0"/>
              </a:spcBef>
              <a:spcAft>
                <a:spcPts val="0"/>
              </a:spcAft>
              <a:buClr>
                <a:srgbClr val="3C1E68"/>
              </a:buClr>
              <a:buSzPts val="2800"/>
              <a:buNone/>
              <a:defRPr sz="2800">
                <a:solidFill>
                  <a:srgbClr val="3C1E68"/>
                </a:solidFill>
              </a:defRPr>
            </a:lvl9pPr>
          </a:lstStyle>
          <a:p/>
        </p:txBody>
      </p:sp>
      <p:sp>
        <p:nvSpPr>
          <p:cNvPr id="14" name="Google Shape;14;p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
          <p:cNvSpPr txBox="1"/>
          <p:nvPr>
            <p:ph type="title"/>
          </p:nvPr>
        </p:nvSpPr>
        <p:spPr>
          <a:xfrm>
            <a:off x="311700" y="2867800"/>
            <a:ext cx="8520600" cy="11223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7" name="Google Shape;17;p3"/>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txBox="1"/>
          <p:nvPr>
            <p:ph type="title"/>
          </p:nvPr>
        </p:nvSpPr>
        <p:spPr>
          <a:xfrm>
            <a:off x="311700" y="1108292"/>
            <a:ext cx="8520600" cy="763500"/>
          </a:xfrm>
          <a:prstGeom prst="rect">
            <a:avLst/>
          </a:prstGeom>
        </p:spPr>
        <p:txBody>
          <a:bodyPr anchorCtr="0" anchor="t" bIns="91425" lIns="91425" spcFirstLastPara="1" rIns="91425" wrap="square" tIns="91425">
            <a:noAutofit/>
          </a:bodyPr>
          <a:lstStyle>
            <a:lvl1pPr lvl="0" rtl="0">
              <a:spcBef>
                <a:spcPts val="0"/>
              </a:spcBef>
              <a:spcAft>
                <a:spcPts val="0"/>
              </a:spcAft>
              <a:buSzPts val="3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0" name="Google Shape;20;p4"/>
          <p:cNvSpPr txBox="1"/>
          <p:nvPr>
            <p:ph idx="1" type="body"/>
          </p:nvPr>
        </p:nvSpPr>
        <p:spPr>
          <a:xfrm>
            <a:off x="311700" y="1871800"/>
            <a:ext cx="8520600" cy="42198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21" name="Google Shape;21;p4"/>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2" name="Shape 22"/>
        <p:cNvGrpSpPr/>
        <p:nvPr/>
      </p:nvGrpSpPr>
      <p:grpSpPr>
        <a:xfrm>
          <a:off x="0" y="0"/>
          <a:ext cx="0" cy="0"/>
          <a:chOff x="0" y="0"/>
          <a:chExt cx="0" cy="0"/>
        </a:xfrm>
      </p:grpSpPr>
      <p:sp>
        <p:nvSpPr>
          <p:cNvPr id="23" name="Google Shape;23;p5"/>
          <p:cNvSpPr txBox="1"/>
          <p:nvPr>
            <p:ph type="title"/>
          </p:nvPr>
        </p:nvSpPr>
        <p:spPr>
          <a:xfrm>
            <a:off x="311700" y="1108292"/>
            <a:ext cx="8520600" cy="763500"/>
          </a:xfrm>
          <a:prstGeom prst="rect">
            <a:avLst/>
          </a:prstGeom>
        </p:spPr>
        <p:txBody>
          <a:bodyPr anchorCtr="0" anchor="t" bIns="91425" lIns="91425" spcFirstLastPara="1" rIns="91425" wrap="square" tIns="91425">
            <a:noAutofit/>
          </a:bodyPr>
          <a:lstStyle>
            <a:lvl1pPr lvl="0" rtl="0">
              <a:spcBef>
                <a:spcPts val="0"/>
              </a:spcBef>
              <a:spcAft>
                <a:spcPts val="0"/>
              </a:spcAft>
              <a:buSzPts val="3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4" name="Google Shape;24;p5"/>
          <p:cNvSpPr txBox="1"/>
          <p:nvPr>
            <p:ph idx="1" type="body"/>
          </p:nvPr>
        </p:nvSpPr>
        <p:spPr>
          <a:xfrm>
            <a:off x="311700" y="1871801"/>
            <a:ext cx="3999900" cy="42201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25" name="Google Shape;25;p5"/>
          <p:cNvSpPr txBox="1"/>
          <p:nvPr>
            <p:ph idx="2" type="body"/>
          </p:nvPr>
        </p:nvSpPr>
        <p:spPr>
          <a:xfrm>
            <a:off x="4832400" y="1871726"/>
            <a:ext cx="3999900" cy="42201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26" name="Google Shape;26;p5"/>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7" name="Shape 27"/>
        <p:cNvGrpSpPr/>
        <p:nvPr/>
      </p:nvGrpSpPr>
      <p:grpSpPr>
        <a:xfrm>
          <a:off x="0" y="0"/>
          <a:ext cx="0" cy="0"/>
          <a:chOff x="0" y="0"/>
          <a:chExt cx="0" cy="0"/>
        </a:xfrm>
      </p:grpSpPr>
      <p:sp>
        <p:nvSpPr>
          <p:cNvPr id="28" name="Google Shape;28;p6"/>
          <p:cNvSpPr txBox="1"/>
          <p:nvPr>
            <p:ph type="title"/>
          </p:nvPr>
        </p:nvSpPr>
        <p:spPr>
          <a:xfrm>
            <a:off x="311700" y="1108292"/>
            <a:ext cx="8520600" cy="763500"/>
          </a:xfrm>
          <a:prstGeom prst="rect">
            <a:avLst/>
          </a:prstGeom>
        </p:spPr>
        <p:txBody>
          <a:bodyPr anchorCtr="0" anchor="t" bIns="91425" lIns="91425" spcFirstLastPara="1" rIns="91425" wrap="square" tIns="91425">
            <a:noAutofit/>
          </a:bodyPr>
          <a:lstStyle>
            <a:lvl1pPr lvl="0" rtl="0">
              <a:spcBef>
                <a:spcPts val="0"/>
              </a:spcBef>
              <a:spcAft>
                <a:spcPts val="0"/>
              </a:spcAft>
              <a:buSzPts val="3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9" name="Google Shape;29;p6"/>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0" name="Shape 30"/>
        <p:cNvGrpSpPr/>
        <p:nvPr/>
      </p:nvGrpSpPr>
      <p:grpSpPr>
        <a:xfrm>
          <a:off x="0" y="0"/>
          <a:ext cx="0" cy="0"/>
          <a:chOff x="0" y="0"/>
          <a:chExt cx="0" cy="0"/>
        </a:xfrm>
      </p:grpSpPr>
      <p:sp>
        <p:nvSpPr>
          <p:cNvPr id="31" name="Google Shape;31;p7"/>
          <p:cNvSpPr txBox="1"/>
          <p:nvPr>
            <p:ph type="title"/>
          </p:nvPr>
        </p:nvSpPr>
        <p:spPr>
          <a:xfrm>
            <a:off x="311700" y="740800"/>
            <a:ext cx="2808000" cy="10077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32" name="Google Shape;32;p7"/>
          <p:cNvSpPr txBox="1"/>
          <p:nvPr>
            <p:ph idx="1" type="body"/>
          </p:nvPr>
        </p:nvSpPr>
        <p:spPr>
          <a:xfrm>
            <a:off x="311700" y="1852800"/>
            <a:ext cx="2808000" cy="42393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sz="12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33" name="Google Shape;33;p7"/>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4" name="Shape 34"/>
        <p:cNvGrpSpPr/>
        <p:nvPr/>
      </p:nvGrpSpPr>
      <p:grpSpPr>
        <a:xfrm>
          <a:off x="0" y="0"/>
          <a:ext cx="0" cy="0"/>
          <a:chOff x="0" y="0"/>
          <a:chExt cx="0" cy="0"/>
        </a:xfrm>
      </p:grpSpPr>
      <p:sp>
        <p:nvSpPr>
          <p:cNvPr id="35" name="Google Shape;35;p8"/>
          <p:cNvSpPr txBox="1"/>
          <p:nvPr>
            <p:ph type="title"/>
          </p:nvPr>
        </p:nvSpPr>
        <p:spPr>
          <a:xfrm>
            <a:off x="490250" y="600200"/>
            <a:ext cx="6367800" cy="54543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36" name="Google Shape;36;p8"/>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7" name="Shape 37"/>
        <p:cNvGrpSpPr/>
        <p:nvPr/>
      </p:nvGrpSpPr>
      <p:grpSpPr>
        <a:xfrm>
          <a:off x="0" y="0"/>
          <a:ext cx="0" cy="0"/>
          <a:chOff x="0" y="0"/>
          <a:chExt cx="0" cy="0"/>
        </a:xfrm>
      </p:grpSpPr>
      <p:sp>
        <p:nvSpPr>
          <p:cNvPr id="38" name="Google Shape;38;p9"/>
          <p:cNvSpPr/>
          <p:nvPr/>
        </p:nvSpPr>
        <p:spPr>
          <a:xfrm>
            <a:off x="4572000" y="-167"/>
            <a:ext cx="4572000" cy="68580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9"/>
          <p:cNvSpPr txBox="1"/>
          <p:nvPr>
            <p:ph type="title"/>
          </p:nvPr>
        </p:nvSpPr>
        <p:spPr>
          <a:xfrm>
            <a:off x="265500" y="1644233"/>
            <a:ext cx="4045200" cy="19764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4200"/>
              <a:buNone/>
              <a:defRPr sz="42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40" name="Google Shape;40;p9"/>
          <p:cNvSpPr txBox="1"/>
          <p:nvPr>
            <p:ph idx="1" type="subTitle"/>
          </p:nvPr>
        </p:nvSpPr>
        <p:spPr>
          <a:xfrm>
            <a:off x="265500" y="3737433"/>
            <a:ext cx="4045200" cy="1646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41" name="Google Shape;41;p9"/>
          <p:cNvSpPr txBox="1"/>
          <p:nvPr>
            <p:ph idx="2" type="body"/>
          </p:nvPr>
        </p:nvSpPr>
        <p:spPr>
          <a:xfrm>
            <a:off x="4939500" y="965433"/>
            <a:ext cx="3837000" cy="4926900"/>
          </a:xfrm>
          <a:prstGeom prst="rect">
            <a:avLst/>
          </a:prstGeom>
        </p:spPr>
        <p:txBody>
          <a:bodyPr anchorCtr="0" anchor="ctr"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42" name="Google Shape;42;p9"/>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3" name="Shape 43"/>
        <p:cNvGrpSpPr/>
        <p:nvPr/>
      </p:nvGrpSpPr>
      <p:grpSpPr>
        <a:xfrm>
          <a:off x="0" y="0"/>
          <a:ext cx="0" cy="0"/>
          <a:chOff x="0" y="0"/>
          <a:chExt cx="0" cy="0"/>
        </a:xfrm>
      </p:grpSpPr>
      <p:sp>
        <p:nvSpPr>
          <p:cNvPr id="44" name="Google Shape;44;p10"/>
          <p:cNvSpPr txBox="1"/>
          <p:nvPr>
            <p:ph idx="1" type="body"/>
          </p:nvPr>
        </p:nvSpPr>
        <p:spPr>
          <a:xfrm>
            <a:off x="311700" y="5640767"/>
            <a:ext cx="5998800" cy="806700"/>
          </a:xfrm>
          <a:prstGeom prst="rect">
            <a:avLst/>
          </a:prstGeom>
        </p:spPr>
        <p:txBody>
          <a:bodyPr anchorCtr="0" anchor="ctr" bIns="91425" lIns="91425" spcFirstLastPara="1" rIns="91425" wrap="square" tIns="91425">
            <a:noAutofit/>
          </a:bodyPr>
          <a:lstStyle>
            <a:lvl1pPr indent="-228600" lvl="0" marL="457200" rtl="0">
              <a:lnSpc>
                <a:spcPct val="100000"/>
              </a:lnSpc>
              <a:spcBef>
                <a:spcPts val="0"/>
              </a:spcBef>
              <a:spcAft>
                <a:spcPts val="0"/>
              </a:spcAft>
              <a:buSzPts val="1800"/>
              <a:buNone/>
              <a:defRPr/>
            </a:lvl1pPr>
          </a:lstStyle>
          <a:p/>
        </p:txBody>
      </p:sp>
      <p:sp>
        <p:nvSpPr>
          <p:cNvPr id="45" name="Google Shape;45;p10"/>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6" name="Shape 46"/>
        <p:cNvGrpSpPr/>
        <p:nvPr/>
      </p:nvGrpSpPr>
      <p:grpSpPr>
        <a:xfrm>
          <a:off x="0" y="0"/>
          <a:ext cx="0" cy="0"/>
          <a:chOff x="0" y="0"/>
          <a:chExt cx="0" cy="0"/>
        </a:xfrm>
      </p:grpSpPr>
      <p:sp>
        <p:nvSpPr>
          <p:cNvPr id="47" name="Google Shape;47;p11"/>
          <p:cNvSpPr txBox="1"/>
          <p:nvPr>
            <p:ph hasCustomPrompt="1" type="title"/>
          </p:nvPr>
        </p:nvSpPr>
        <p:spPr>
          <a:xfrm>
            <a:off x="311700" y="1474833"/>
            <a:ext cx="8520600" cy="26181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2000"/>
              <a:buNone/>
              <a:defRPr sz="120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48" name="Google Shape;48;p11"/>
          <p:cNvSpPr txBox="1"/>
          <p:nvPr>
            <p:ph idx="1" type="body"/>
          </p:nvPr>
        </p:nvSpPr>
        <p:spPr>
          <a:xfrm>
            <a:off x="311700" y="4202967"/>
            <a:ext cx="8520600" cy="1734300"/>
          </a:xfrm>
          <a:prstGeom prst="rect">
            <a:avLst/>
          </a:prstGeom>
        </p:spPr>
        <p:txBody>
          <a:bodyPr anchorCtr="0" anchor="t" bIns="91425" lIns="91425" spcFirstLastPara="1" rIns="91425" wrap="square" tIns="91425">
            <a:noAutofit/>
          </a:bodyPr>
          <a:lstStyle>
            <a:lvl1pPr indent="-342900" lvl="0" marL="457200" rtl="0" algn="ctr">
              <a:spcBef>
                <a:spcPts val="0"/>
              </a:spcBef>
              <a:spcAft>
                <a:spcPts val="0"/>
              </a:spcAft>
              <a:buSzPts val="1800"/>
              <a:buChar char="●"/>
              <a:defRPr/>
            </a:lvl1pPr>
            <a:lvl2pPr indent="-317500" lvl="1" marL="914400" rtl="0" algn="ctr">
              <a:spcBef>
                <a:spcPts val="1600"/>
              </a:spcBef>
              <a:spcAft>
                <a:spcPts val="0"/>
              </a:spcAft>
              <a:buSzPts val="1400"/>
              <a:buChar char="○"/>
              <a:defRPr/>
            </a:lvl2pPr>
            <a:lvl3pPr indent="-317500" lvl="2" marL="1371600" rtl="0" algn="ctr">
              <a:spcBef>
                <a:spcPts val="1600"/>
              </a:spcBef>
              <a:spcAft>
                <a:spcPts val="0"/>
              </a:spcAft>
              <a:buSzPts val="1400"/>
              <a:buChar char="■"/>
              <a:defRPr/>
            </a:lvl3pPr>
            <a:lvl4pPr indent="-317500" lvl="3" marL="1828800" rtl="0" algn="ctr">
              <a:spcBef>
                <a:spcPts val="1600"/>
              </a:spcBef>
              <a:spcAft>
                <a:spcPts val="0"/>
              </a:spcAft>
              <a:buSzPts val="1400"/>
              <a:buChar char="●"/>
              <a:defRPr/>
            </a:lvl4pPr>
            <a:lvl5pPr indent="-317500" lvl="4" marL="2286000" rtl="0" algn="ctr">
              <a:spcBef>
                <a:spcPts val="1600"/>
              </a:spcBef>
              <a:spcAft>
                <a:spcPts val="0"/>
              </a:spcAft>
              <a:buSzPts val="1400"/>
              <a:buChar char="○"/>
              <a:defRPr/>
            </a:lvl5pPr>
            <a:lvl6pPr indent="-317500" lvl="5" marL="2743200" rtl="0" algn="ctr">
              <a:spcBef>
                <a:spcPts val="1600"/>
              </a:spcBef>
              <a:spcAft>
                <a:spcPts val="0"/>
              </a:spcAft>
              <a:buSzPts val="1400"/>
              <a:buChar char="■"/>
              <a:defRPr/>
            </a:lvl6pPr>
            <a:lvl7pPr indent="-317500" lvl="6" marL="3200400" rtl="0" algn="ctr">
              <a:spcBef>
                <a:spcPts val="1600"/>
              </a:spcBef>
              <a:spcAft>
                <a:spcPts val="0"/>
              </a:spcAft>
              <a:buSzPts val="1400"/>
              <a:buChar char="●"/>
              <a:defRPr/>
            </a:lvl7pPr>
            <a:lvl8pPr indent="-317500" lvl="7" marL="3657600" rtl="0" algn="ctr">
              <a:spcBef>
                <a:spcPts val="1600"/>
              </a:spcBef>
              <a:spcAft>
                <a:spcPts val="0"/>
              </a:spcAft>
              <a:buSzPts val="1400"/>
              <a:buChar char="○"/>
              <a:defRPr/>
            </a:lvl8pPr>
            <a:lvl9pPr indent="-317500" lvl="8" marL="4114800" rtl="0" algn="ctr">
              <a:spcBef>
                <a:spcPts val="1600"/>
              </a:spcBef>
              <a:spcAft>
                <a:spcPts val="1600"/>
              </a:spcAft>
              <a:buSzPts val="1400"/>
              <a:buChar char="■"/>
              <a:defRPr/>
            </a:lvl9pPr>
          </a:lstStyle>
          <a:p/>
        </p:txBody>
      </p:sp>
      <p:sp>
        <p:nvSpPr>
          <p:cNvPr id="49" name="Google Shape;49;p11"/>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1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g412bd6eef8f_8_0)">
  <p:cSld name="Generated (g412bd6eef8f_8_0)">
    <p:spTree>
      <p:nvGrpSpPr>
        <p:cNvPr id="52" name="Shape 52"/>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7" name="Shape 57"/>
        <p:cNvGrpSpPr/>
        <p:nvPr/>
      </p:nvGrpSpPr>
      <p:grpSpPr>
        <a:xfrm>
          <a:off x="0" y="0"/>
          <a:ext cx="0" cy="0"/>
          <a:chOff x="0" y="0"/>
          <a:chExt cx="0" cy="0"/>
        </a:xfrm>
      </p:grpSpPr>
      <p:sp>
        <p:nvSpPr>
          <p:cNvPr id="58" name="Google Shape;58;p15"/>
          <p:cNvSpPr txBox="1"/>
          <p:nvPr>
            <p:ph type="ctrTitle"/>
          </p:nvPr>
        </p:nvSpPr>
        <p:spPr>
          <a:xfrm>
            <a:off x="311708" y="992767"/>
            <a:ext cx="8520600" cy="2736900"/>
          </a:xfrm>
          <a:prstGeom prst="rect">
            <a:avLst/>
          </a:prstGeom>
          <a:noFill/>
          <a:ln>
            <a:noFill/>
          </a:ln>
        </p:spPr>
        <p:txBody>
          <a:bodyPr anchorCtr="0" anchor="b" bIns="91425" lIns="91425" spcFirstLastPara="1" rIns="91425" wrap="square" tIns="91425">
            <a:noAutofit/>
          </a:bodyPr>
          <a:lstStyle>
            <a:lvl1pPr lvl="0" rtl="0" algn="ctr">
              <a:lnSpc>
                <a:spcPct val="100000"/>
              </a:lnSpc>
              <a:spcBef>
                <a:spcPts val="0"/>
              </a:spcBef>
              <a:spcAft>
                <a:spcPts val="0"/>
              </a:spcAft>
              <a:buSzPts val="5200"/>
              <a:buNone/>
              <a:defRPr sz="5200"/>
            </a:lvl1pPr>
            <a:lvl2pPr lvl="1" rtl="0" algn="ctr">
              <a:lnSpc>
                <a:spcPct val="100000"/>
              </a:lnSpc>
              <a:spcBef>
                <a:spcPts val="0"/>
              </a:spcBef>
              <a:spcAft>
                <a:spcPts val="0"/>
              </a:spcAft>
              <a:buSzPts val="5200"/>
              <a:buNone/>
              <a:defRPr sz="5200"/>
            </a:lvl2pPr>
            <a:lvl3pPr lvl="2" rtl="0" algn="ctr">
              <a:lnSpc>
                <a:spcPct val="100000"/>
              </a:lnSpc>
              <a:spcBef>
                <a:spcPts val="0"/>
              </a:spcBef>
              <a:spcAft>
                <a:spcPts val="0"/>
              </a:spcAft>
              <a:buSzPts val="5200"/>
              <a:buNone/>
              <a:defRPr sz="5200"/>
            </a:lvl3pPr>
            <a:lvl4pPr lvl="3" rtl="0" algn="ctr">
              <a:lnSpc>
                <a:spcPct val="100000"/>
              </a:lnSpc>
              <a:spcBef>
                <a:spcPts val="0"/>
              </a:spcBef>
              <a:spcAft>
                <a:spcPts val="0"/>
              </a:spcAft>
              <a:buSzPts val="5200"/>
              <a:buNone/>
              <a:defRPr sz="5200"/>
            </a:lvl4pPr>
            <a:lvl5pPr lvl="4" rtl="0" algn="ctr">
              <a:lnSpc>
                <a:spcPct val="100000"/>
              </a:lnSpc>
              <a:spcBef>
                <a:spcPts val="0"/>
              </a:spcBef>
              <a:spcAft>
                <a:spcPts val="0"/>
              </a:spcAft>
              <a:buSzPts val="5200"/>
              <a:buNone/>
              <a:defRPr sz="5200"/>
            </a:lvl5pPr>
            <a:lvl6pPr lvl="5" rtl="0" algn="ctr">
              <a:lnSpc>
                <a:spcPct val="100000"/>
              </a:lnSpc>
              <a:spcBef>
                <a:spcPts val="0"/>
              </a:spcBef>
              <a:spcAft>
                <a:spcPts val="0"/>
              </a:spcAft>
              <a:buSzPts val="5200"/>
              <a:buNone/>
              <a:defRPr sz="5200"/>
            </a:lvl6pPr>
            <a:lvl7pPr lvl="6" rtl="0" algn="ctr">
              <a:lnSpc>
                <a:spcPct val="100000"/>
              </a:lnSpc>
              <a:spcBef>
                <a:spcPts val="0"/>
              </a:spcBef>
              <a:spcAft>
                <a:spcPts val="0"/>
              </a:spcAft>
              <a:buSzPts val="5200"/>
              <a:buNone/>
              <a:defRPr sz="5200"/>
            </a:lvl7pPr>
            <a:lvl8pPr lvl="7" rtl="0" algn="ctr">
              <a:lnSpc>
                <a:spcPct val="100000"/>
              </a:lnSpc>
              <a:spcBef>
                <a:spcPts val="0"/>
              </a:spcBef>
              <a:spcAft>
                <a:spcPts val="0"/>
              </a:spcAft>
              <a:buSzPts val="5200"/>
              <a:buNone/>
              <a:defRPr sz="5200"/>
            </a:lvl8pPr>
            <a:lvl9pPr lvl="8" rtl="0" algn="ctr">
              <a:lnSpc>
                <a:spcPct val="100000"/>
              </a:lnSpc>
              <a:spcBef>
                <a:spcPts val="0"/>
              </a:spcBef>
              <a:spcAft>
                <a:spcPts val="0"/>
              </a:spcAft>
              <a:buSzPts val="5200"/>
              <a:buNone/>
              <a:defRPr sz="5200"/>
            </a:lvl9pPr>
          </a:lstStyle>
          <a:p/>
        </p:txBody>
      </p:sp>
      <p:sp>
        <p:nvSpPr>
          <p:cNvPr id="59" name="Google Shape;59;p15"/>
          <p:cNvSpPr txBox="1"/>
          <p:nvPr>
            <p:ph idx="1" type="subTitle"/>
          </p:nvPr>
        </p:nvSpPr>
        <p:spPr>
          <a:xfrm>
            <a:off x="311700" y="3778833"/>
            <a:ext cx="8520600" cy="1056900"/>
          </a:xfrm>
          <a:prstGeom prst="rect">
            <a:avLst/>
          </a:prstGeom>
          <a:noFill/>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60" name="Google Shape;60;p15"/>
          <p:cNvSpPr txBox="1"/>
          <p:nvPr>
            <p:ph idx="12" type="sldNum"/>
          </p:nvPr>
        </p:nvSpPr>
        <p:spPr>
          <a:xfrm>
            <a:off x="8472458" y="6217623"/>
            <a:ext cx="548700" cy="5247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1" name="Shape 61"/>
        <p:cNvGrpSpPr/>
        <p:nvPr/>
      </p:nvGrpSpPr>
      <p:grpSpPr>
        <a:xfrm>
          <a:off x="0" y="0"/>
          <a:ext cx="0" cy="0"/>
          <a:chOff x="0" y="0"/>
          <a:chExt cx="0" cy="0"/>
        </a:xfrm>
      </p:grpSpPr>
      <p:sp>
        <p:nvSpPr>
          <p:cNvPr id="62" name="Google Shape;62;p16"/>
          <p:cNvSpPr txBox="1"/>
          <p:nvPr>
            <p:ph type="title"/>
          </p:nvPr>
        </p:nvSpPr>
        <p:spPr>
          <a:xfrm>
            <a:off x="311700" y="2867800"/>
            <a:ext cx="8520600" cy="1122300"/>
          </a:xfrm>
          <a:prstGeom prst="rect">
            <a:avLst/>
          </a:prstGeom>
          <a:noFill/>
          <a:ln>
            <a:noFill/>
          </a:ln>
        </p:spPr>
        <p:txBody>
          <a:bodyPr anchorCtr="0" anchor="ctr" bIns="91425" lIns="91425" spcFirstLastPara="1" rIns="91425" wrap="square" tIns="91425">
            <a:noAutofit/>
          </a:bodyPr>
          <a:lstStyle>
            <a:lvl1pPr lvl="0" rtl="0" algn="ctr">
              <a:lnSpc>
                <a:spcPct val="100000"/>
              </a:lnSpc>
              <a:spcBef>
                <a:spcPts val="0"/>
              </a:spcBef>
              <a:spcAft>
                <a:spcPts val="0"/>
              </a:spcAft>
              <a:buSzPts val="3600"/>
              <a:buNone/>
              <a:defRPr sz="3600"/>
            </a:lvl1pPr>
            <a:lvl2pPr lvl="1" rtl="0" algn="ctr">
              <a:lnSpc>
                <a:spcPct val="100000"/>
              </a:lnSpc>
              <a:spcBef>
                <a:spcPts val="0"/>
              </a:spcBef>
              <a:spcAft>
                <a:spcPts val="0"/>
              </a:spcAft>
              <a:buSzPts val="3600"/>
              <a:buNone/>
              <a:defRPr sz="3600"/>
            </a:lvl2pPr>
            <a:lvl3pPr lvl="2" rtl="0" algn="ctr">
              <a:lnSpc>
                <a:spcPct val="100000"/>
              </a:lnSpc>
              <a:spcBef>
                <a:spcPts val="0"/>
              </a:spcBef>
              <a:spcAft>
                <a:spcPts val="0"/>
              </a:spcAft>
              <a:buSzPts val="3600"/>
              <a:buNone/>
              <a:defRPr sz="3600"/>
            </a:lvl3pPr>
            <a:lvl4pPr lvl="3" rtl="0" algn="ctr">
              <a:lnSpc>
                <a:spcPct val="100000"/>
              </a:lnSpc>
              <a:spcBef>
                <a:spcPts val="0"/>
              </a:spcBef>
              <a:spcAft>
                <a:spcPts val="0"/>
              </a:spcAft>
              <a:buSzPts val="3600"/>
              <a:buNone/>
              <a:defRPr sz="3600"/>
            </a:lvl4pPr>
            <a:lvl5pPr lvl="4" rtl="0" algn="ctr">
              <a:lnSpc>
                <a:spcPct val="100000"/>
              </a:lnSpc>
              <a:spcBef>
                <a:spcPts val="0"/>
              </a:spcBef>
              <a:spcAft>
                <a:spcPts val="0"/>
              </a:spcAft>
              <a:buSzPts val="3600"/>
              <a:buNone/>
              <a:defRPr sz="3600"/>
            </a:lvl5pPr>
            <a:lvl6pPr lvl="5" rtl="0" algn="ctr">
              <a:lnSpc>
                <a:spcPct val="100000"/>
              </a:lnSpc>
              <a:spcBef>
                <a:spcPts val="0"/>
              </a:spcBef>
              <a:spcAft>
                <a:spcPts val="0"/>
              </a:spcAft>
              <a:buSzPts val="3600"/>
              <a:buNone/>
              <a:defRPr sz="3600"/>
            </a:lvl6pPr>
            <a:lvl7pPr lvl="6" rtl="0" algn="ctr">
              <a:lnSpc>
                <a:spcPct val="100000"/>
              </a:lnSpc>
              <a:spcBef>
                <a:spcPts val="0"/>
              </a:spcBef>
              <a:spcAft>
                <a:spcPts val="0"/>
              </a:spcAft>
              <a:buSzPts val="3600"/>
              <a:buNone/>
              <a:defRPr sz="3600"/>
            </a:lvl7pPr>
            <a:lvl8pPr lvl="7" rtl="0" algn="ctr">
              <a:lnSpc>
                <a:spcPct val="100000"/>
              </a:lnSpc>
              <a:spcBef>
                <a:spcPts val="0"/>
              </a:spcBef>
              <a:spcAft>
                <a:spcPts val="0"/>
              </a:spcAft>
              <a:buSzPts val="3600"/>
              <a:buNone/>
              <a:defRPr sz="3600"/>
            </a:lvl8pPr>
            <a:lvl9pPr lvl="8" rtl="0" algn="ctr">
              <a:lnSpc>
                <a:spcPct val="100000"/>
              </a:lnSpc>
              <a:spcBef>
                <a:spcPts val="0"/>
              </a:spcBef>
              <a:spcAft>
                <a:spcPts val="0"/>
              </a:spcAft>
              <a:buSzPts val="3600"/>
              <a:buNone/>
              <a:defRPr sz="3600"/>
            </a:lvl9pPr>
          </a:lstStyle>
          <a:p/>
        </p:txBody>
      </p:sp>
      <p:sp>
        <p:nvSpPr>
          <p:cNvPr id="63" name="Google Shape;63;p16"/>
          <p:cNvSpPr txBox="1"/>
          <p:nvPr>
            <p:ph idx="12" type="sldNum"/>
          </p:nvPr>
        </p:nvSpPr>
        <p:spPr>
          <a:xfrm>
            <a:off x="8472458" y="6217623"/>
            <a:ext cx="548700" cy="5247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4" name="Shape 64"/>
        <p:cNvGrpSpPr/>
        <p:nvPr/>
      </p:nvGrpSpPr>
      <p:grpSpPr>
        <a:xfrm>
          <a:off x="0" y="0"/>
          <a:ext cx="0" cy="0"/>
          <a:chOff x="0" y="0"/>
          <a:chExt cx="0" cy="0"/>
        </a:xfrm>
      </p:grpSpPr>
      <p:sp>
        <p:nvSpPr>
          <p:cNvPr id="65" name="Google Shape;65;p17"/>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Autofit/>
          </a:bodyPr>
          <a:lstStyle>
            <a:lvl1pPr lvl="0" rtl="0" algn="l">
              <a:lnSpc>
                <a:spcPct val="100000"/>
              </a:lnSpc>
              <a:spcBef>
                <a:spcPts val="0"/>
              </a:spcBef>
              <a:spcAft>
                <a:spcPts val="0"/>
              </a:spcAft>
              <a:buSzPts val="2800"/>
              <a:buNone/>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66" name="Google Shape;66;p17"/>
          <p:cNvSpPr txBox="1"/>
          <p:nvPr>
            <p:ph idx="1" type="body"/>
          </p:nvPr>
        </p:nvSpPr>
        <p:spPr>
          <a:xfrm>
            <a:off x="311700" y="1536633"/>
            <a:ext cx="8520600" cy="4555200"/>
          </a:xfrm>
          <a:prstGeom prst="rect">
            <a:avLst/>
          </a:prstGeom>
          <a:noFill/>
          <a:ln>
            <a:noFill/>
          </a:ln>
        </p:spPr>
        <p:txBody>
          <a:bodyPr anchorCtr="0" anchor="t" bIns="91425" lIns="91425" spcFirstLastPara="1" rIns="91425" wrap="square" tIns="91425">
            <a:noAutofit/>
          </a:bodyPr>
          <a:lstStyle>
            <a:lvl1pPr indent="-342900" lvl="0" marL="457200" rtl="0" algn="l">
              <a:lnSpc>
                <a:spcPct val="115000"/>
              </a:lnSpc>
              <a:spcBef>
                <a:spcPts val="0"/>
              </a:spcBef>
              <a:spcAft>
                <a:spcPts val="0"/>
              </a:spcAft>
              <a:buSzPts val="1800"/>
              <a:buChar char="●"/>
              <a:defRPr/>
            </a:lvl1pPr>
            <a:lvl2pPr indent="-317500" lvl="1" marL="914400" rtl="0" algn="l">
              <a:lnSpc>
                <a:spcPct val="115000"/>
              </a:lnSpc>
              <a:spcBef>
                <a:spcPts val="1600"/>
              </a:spcBef>
              <a:spcAft>
                <a:spcPts val="0"/>
              </a:spcAft>
              <a:buSzPts val="1400"/>
              <a:buChar char="○"/>
              <a:defRPr/>
            </a:lvl2pPr>
            <a:lvl3pPr indent="-317500" lvl="2" marL="1371600" rtl="0" algn="l">
              <a:lnSpc>
                <a:spcPct val="115000"/>
              </a:lnSpc>
              <a:spcBef>
                <a:spcPts val="1600"/>
              </a:spcBef>
              <a:spcAft>
                <a:spcPts val="0"/>
              </a:spcAft>
              <a:buSzPts val="1400"/>
              <a:buChar char="■"/>
              <a:defRPr/>
            </a:lvl3pPr>
            <a:lvl4pPr indent="-317500" lvl="3" marL="1828800" rtl="0" algn="l">
              <a:lnSpc>
                <a:spcPct val="115000"/>
              </a:lnSpc>
              <a:spcBef>
                <a:spcPts val="1600"/>
              </a:spcBef>
              <a:spcAft>
                <a:spcPts val="0"/>
              </a:spcAft>
              <a:buSzPts val="1400"/>
              <a:buChar char="●"/>
              <a:defRPr/>
            </a:lvl4pPr>
            <a:lvl5pPr indent="-317500" lvl="4" marL="2286000" rtl="0" algn="l">
              <a:lnSpc>
                <a:spcPct val="115000"/>
              </a:lnSpc>
              <a:spcBef>
                <a:spcPts val="1600"/>
              </a:spcBef>
              <a:spcAft>
                <a:spcPts val="0"/>
              </a:spcAft>
              <a:buSzPts val="1400"/>
              <a:buChar char="○"/>
              <a:defRPr/>
            </a:lvl5pPr>
            <a:lvl6pPr indent="-317500" lvl="5" marL="2743200" rtl="0" algn="l">
              <a:lnSpc>
                <a:spcPct val="115000"/>
              </a:lnSpc>
              <a:spcBef>
                <a:spcPts val="1600"/>
              </a:spcBef>
              <a:spcAft>
                <a:spcPts val="0"/>
              </a:spcAft>
              <a:buSzPts val="1400"/>
              <a:buChar char="■"/>
              <a:defRPr/>
            </a:lvl6pPr>
            <a:lvl7pPr indent="-317500" lvl="6" marL="3200400" rtl="0" algn="l">
              <a:lnSpc>
                <a:spcPct val="115000"/>
              </a:lnSpc>
              <a:spcBef>
                <a:spcPts val="1600"/>
              </a:spcBef>
              <a:spcAft>
                <a:spcPts val="0"/>
              </a:spcAft>
              <a:buSzPts val="1400"/>
              <a:buChar char="●"/>
              <a:defRPr/>
            </a:lvl7pPr>
            <a:lvl8pPr indent="-317500" lvl="7" marL="3657600" rtl="0" algn="l">
              <a:lnSpc>
                <a:spcPct val="115000"/>
              </a:lnSpc>
              <a:spcBef>
                <a:spcPts val="1600"/>
              </a:spcBef>
              <a:spcAft>
                <a:spcPts val="0"/>
              </a:spcAft>
              <a:buSzPts val="1400"/>
              <a:buChar char="○"/>
              <a:defRPr/>
            </a:lvl8pPr>
            <a:lvl9pPr indent="-317500" lvl="8" marL="4114800" rtl="0" algn="l">
              <a:lnSpc>
                <a:spcPct val="115000"/>
              </a:lnSpc>
              <a:spcBef>
                <a:spcPts val="1600"/>
              </a:spcBef>
              <a:spcAft>
                <a:spcPts val="1600"/>
              </a:spcAft>
              <a:buSzPts val="1400"/>
              <a:buChar char="■"/>
              <a:defRPr/>
            </a:lvl9pPr>
          </a:lstStyle>
          <a:p/>
        </p:txBody>
      </p:sp>
      <p:sp>
        <p:nvSpPr>
          <p:cNvPr id="67" name="Google Shape;67;p17"/>
          <p:cNvSpPr txBox="1"/>
          <p:nvPr>
            <p:ph idx="12" type="sldNum"/>
          </p:nvPr>
        </p:nvSpPr>
        <p:spPr>
          <a:xfrm>
            <a:off x="8472458" y="6217623"/>
            <a:ext cx="548700" cy="5247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8" name="Shape 68"/>
        <p:cNvGrpSpPr/>
        <p:nvPr/>
      </p:nvGrpSpPr>
      <p:grpSpPr>
        <a:xfrm>
          <a:off x="0" y="0"/>
          <a:ext cx="0" cy="0"/>
          <a:chOff x="0" y="0"/>
          <a:chExt cx="0" cy="0"/>
        </a:xfrm>
      </p:grpSpPr>
      <p:sp>
        <p:nvSpPr>
          <p:cNvPr id="69" name="Google Shape;69;p18"/>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Autofit/>
          </a:bodyPr>
          <a:lstStyle>
            <a:lvl1pPr lvl="0" rtl="0" algn="l">
              <a:lnSpc>
                <a:spcPct val="100000"/>
              </a:lnSpc>
              <a:spcBef>
                <a:spcPts val="0"/>
              </a:spcBef>
              <a:spcAft>
                <a:spcPts val="0"/>
              </a:spcAft>
              <a:buSzPts val="2800"/>
              <a:buNone/>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70" name="Google Shape;70;p18"/>
          <p:cNvSpPr txBox="1"/>
          <p:nvPr>
            <p:ph idx="1" type="body"/>
          </p:nvPr>
        </p:nvSpPr>
        <p:spPr>
          <a:xfrm>
            <a:off x="311700" y="1536633"/>
            <a:ext cx="3999900" cy="4555200"/>
          </a:xfrm>
          <a:prstGeom prst="rect">
            <a:avLst/>
          </a:prstGeom>
          <a:noFill/>
          <a:ln>
            <a:noFill/>
          </a:ln>
        </p:spPr>
        <p:txBody>
          <a:bodyPr anchorCtr="0" anchor="t" bIns="91425" lIns="91425" spcFirstLastPara="1" rIns="91425" wrap="square" tIns="91425">
            <a:noAutofit/>
          </a:bodyPr>
          <a:lstStyle>
            <a:lvl1pPr indent="-317500" lvl="0" marL="457200" rtl="0" algn="l">
              <a:lnSpc>
                <a:spcPct val="115000"/>
              </a:lnSpc>
              <a:spcBef>
                <a:spcPts val="0"/>
              </a:spcBef>
              <a:spcAft>
                <a:spcPts val="0"/>
              </a:spcAft>
              <a:buSzPts val="1400"/>
              <a:buChar char="●"/>
              <a:defRPr sz="1400"/>
            </a:lvl1pPr>
            <a:lvl2pPr indent="-304800" lvl="1" marL="914400" rtl="0" algn="l">
              <a:lnSpc>
                <a:spcPct val="115000"/>
              </a:lnSpc>
              <a:spcBef>
                <a:spcPts val="1600"/>
              </a:spcBef>
              <a:spcAft>
                <a:spcPts val="0"/>
              </a:spcAft>
              <a:buSzPts val="1200"/>
              <a:buChar char="○"/>
              <a:defRPr sz="1200"/>
            </a:lvl2pPr>
            <a:lvl3pPr indent="-304800" lvl="2" marL="1371600" rtl="0" algn="l">
              <a:lnSpc>
                <a:spcPct val="115000"/>
              </a:lnSpc>
              <a:spcBef>
                <a:spcPts val="1600"/>
              </a:spcBef>
              <a:spcAft>
                <a:spcPts val="0"/>
              </a:spcAft>
              <a:buSzPts val="1200"/>
              <a:buChar char="■"/>
              <a:defRPr sz="1200"/>
            </a:lvl3pPr>
            <a:lvl4pPr indent="-304800" lvl="3" marL="1828800" rtl="0" algn="l">
              <a:lnSpc>
                <a:spcPct val="115000"/>
              </a:lnSpc>
              <a:spcBef>
                <a:spcPts val="1600"/>
              </a:spcBef>
              <a:spcAft>
                <a:spcPts val="0"/>
              </a:spcAft>
              <a:buSzPts val="1200"/>
              <a:buChar char="●"/>
              <a:defRPr sz="1200"/>
            </a:lvl4pPr>
            <a:lvl5pPr indent="-304800" lvl="4" marL="2286000" rtl="0" algn="l">
              <a:lnSpc>
                <a:spcPct val="115000"/>
              </a:lnSpc>
              <a:spcBef>
                <a:spcPts val="1600"/>
              </a:spcBef>
              <a:spcAft>
                <a:spcPts val="0"/>
              </a:spcAft>
              <a:buSzPts val="1200"/>
              <a:buChar char="○"/>
              <a:defRPr sz="1200"/>
            </a:lvl5pPr>
            <a:lvl6pPr indent="-304800" lvl="5" marL="2743200" rtl="0" algn="l">
              <a:lnSpc>
                <a:spcPct val="115000"/>
              </a:lnSpc>
              <a:spcBef>
                <a:spcPts val="1600"/>
              </a:spcBef>
              <a:spcAft>
                <a:spcPts val="0"/>
              </a:spcAft>
              <a:buSzPts val="1200"/>
              <a:buChar char="■"/>
              <a:defRPr sz="1200"/>
            </a:lvl6pPr>
            <a:lvl7pPr indent="-304800" lvl="6" marL="3200400" rtl="0" algn="l">
              <a:lnSpc>
                <a:spcPct val="115000"/>
              </a:lnSpc>
              <a:spcBef>
                <a:spcPts val="1600"/>
              </a:spcBef>
              <a:spcAft>
                <a:spcPts val="0"/>
              </a:spcAft>
              <a:buSzPts val="1200"/>
              <a:buChar char="●"/>
              <a:defRPr sz="1200"/>
            </a:lvl7pPr>
            <a:lvl8pPr indent="-304800" lvl="7" marL="3657600" rtl="0" algn="l">
              <a:lnSpc>
                <a:spcPct val="115000"/>
              </a:lnSpc>
              <a:spcBef>
                <a:spcPts val="1600"/>
              </a:spcBef>
              <a:spcAft>
                <a:spcPts val="0"/>
              </a:spcAft>
              <a:buSzPts val="1200"/>
              <a:buChar char="○"/>
              <a:defRPr sz="1200"/>
            </a:lvl8pPr>
            <a:lvl9pPr indent="-304800" lvl="8" marL="4114800" rtl="0" algn="l">
              <a:lnSpc>
                <a:spcPct val="115000"/>
              </a:lnSpc>
              <a:spcBef>
                <a:spcPts val="1600"/>
              </a:spcBef>
              <a:spcAft>
                <a:spcPts val="1600"/>
              </a:spcAft>
              <a:buSzPts val="1200"/>
              <a:buChar char="■"/>
              <a:defRPr sz="1200"/>
            </a:lvl9pPr>
          </a:lstStyle>
          <a:p/>
        </p:txBody>
      </p:sp>
      <p:sp>
        <p:nvSpPr>
          <p:cNvPr id="71" name="Google Shape;71;p18"/>
          <p:cNvSpPr txBox="1"/>
          <p:nvPr>
            <p:ph idx="2" type="body"/>
          </p:nvPr>
        </p:nvSpPr>
        <p:spPr>
          <a:xfrm>
            <a:off x="4832400" y="1536633"/>
            <a:ext cx="3999900" cy="4555200"/>
          </a:xfrm>
          <a:prstGeom prst="rect">
            <a:avLst/>
          </a:prstGeom>
          <a:noFill/>
          <a:ln>
            <a:noFill/>
          </a:ln>
        </p:spPr>
        <p:txBody>
          <a:bodyPr anchorCtr="0" anchor="t" bIns="91425" lIns="91425" spcFirstLastPara="1" rIns="91425" wrap="square" tIns="91425">
            <a:noAutofit/>
          </a:bodyPr>
          <a:lstStyle>
            <a:lvl1pPr indent="-317500" lvl="0" marL="457200" rtl="0" algn="l">
              <a:lnSpc>
                <a:spcPct val="115000"/>
              </a:lnSpc>
              <a:spcBef>
                <a:spcPts val="0"/>
              </a:spcBef>
              <a:spcAft>
                <a:spcPts val="0"/>
              </a:spcAft>
              <a:buSzPts val="1400"/>
              <a:buChar char="●"/>
              <a:defRPr sz="1400"/>
            </a:lvl1pPr>
            <a:lvl2pPr indent="-304800" lvl="1" marL="914400" rtl="0" algn="l">
              <a:lnSpc>
                <a:spcPct val="115000"/>
              </a:lnSpc>
              <a:spcBef>
                <a:spcPts val="1600"/>
              </a:spcBef>
              <a:spcAft>
                <a:spcPts val="0"/>
              </a:spcAft>
              <a:buSzPts val="1200"/>
              <a:buChar char="○"/>
              <a:defRPr sz="1200"/>
            </a:lvl2pPr>
            <a:lvl3pPr indent="-304800" lvl="2" marL="1371600" rtl="0" algn="l">
              <a:lnSpc>
                <a:spcPct val="115000"/>
              </a:lnSpc>
              <a:spcBef>
                <a:spcPts val="1600"/>
              </a:spcBef>
              <a:spcAft>
                <a:spcPts val="0"/>
              </a:spcAft>
              <a:buSzPts val="1200"/>
              <a:buChar char="■"/>
              <a:defRPr sz="1200"/>
            </a:lvl3pPr>
            <a:lvl4pPr indent="-304800" lvl="3" marL="1828800" rtl="0" algn="l">
              <a:lnSpc>
                <a:spcPct val="115000"/>
              </a:lnSpc>
              <a:spcBef>
                <a:spcPts val="1600"/>
              </a:spcBef>
              <a:spcAft>
                <a:spcPts val="0"/>
              </a:spcAft>
              <a:buSzPts val="1200"/>
              <a:buChar char="●"/>
              <a:defRPr sz="1200"/>
            </a:lvl4pPr>
            <a:lvl5pPr indent="-304800" lvl="4" marL="2286000" rtl="0" algn="l">
              <a:lnSpc>
                <a:spcPct val="115000"/>
              </a:lnSpc>
              <a:spcBef>
                <a:spcPts val="1600"/>
              </a:spcBef>
              <a:spcAft>
                <a:spcPts val="0"/>
              </a:spcAft>
              <a:buSzPts val="1200"/>
              <a:buChar char="○"/>
              <a:defRPr sz="1200"/>
            </a:lvl5pPr>
            <a:lvl6pPr indent="-304800" lvl="5" marL="2743200" rtl="0" algn="l">
              <a:lnSpc>
                <a:spcPct val="115000"/>
              </a:lnSpc>
              <a:spcBef>
                <a:spcPts val="1600"/>
              </a:spcBef>
              <a:spcAft>
                <a:spcPts val="0"/>
              </a:spcAft>
              <a:buSzPts val="1200"/>
              <a:buChar char="■"/>
              <a:defRPr sz="1200"/>
            </a:lvl6pPr>
            <a:lvl7pPr indent="-304800" lvl="6" marL="3200400" rtl="0" algn="l">
              <a:lnSpc>
                <a:spcPct val="115000"/>
              </a:lnSpc>
              <a:spcBef>
                <a:spcPts val="1600"/>
              </a:spcBef>
              <a:spcAft>
                <a:spcPts val="0"/>
              </a:spcAft>
              <a:buSzPts val="1200"/>
              <a:buChar char="●"/>
              <a:defRPr sz="1200"/>
            </a:lvl7pPr>
            <a:lvl8pPr indent="-304800" lvl="7" marL="3657600" rtl="0" algn="l">
              <a:lnSpc>
                <a:spcPct val="115000"/>
              </a:lnSpc>
              <a:spcBef>
                <a:spcPts val="1600"/>
              </a:spcBef>
              <a:spcAft>
                <a:spcPts val="0"/>
              </a:spcAft>
              <a:buSzPts val="1200"/>
              <a:buChar char="○"/>
              <a:defRPr sz="1200"/>
            </a:lvl8pPr>
            <a:lvl9pPr indent="-304800" lvl="8" marL="4114800" rtl="0" algn="l">
              <a:lnSpc>
                <a:spcPct val="115000"/>
              </a:lnSpc>
              <a:spcBef>
                <a:spcPts val="1600"/>
              </a:spcBef>
              <a:spcAft>
                <a:spcPts val="1600"/>
              </a:spcAft>
              <a:buSzPts val="1200"/>
              <a:buChar char="■"/>
              <a:defRPr sz="1200"/>
            </a:lvl9pPr>
          </a:lstStyle>
          <a:p/>
        </p:txBody>
      </p:sp>
      <p:sp>
        <p:nvSpPr>
          <p:cNvPr id="72" name="Google Shape;72;p18"/>
          <p:cNvSpPr txBox="1"/>
          <p:nvPr>
            <p:ph idx="12" type="sldNum"/>
          </p:nvPr>
        </p:nvSpPr>
        <p:spPr>
          <a:xfrm>
            <a:off x="8472458" y="6217623"/>
            <a:ext cx="548700" cy="5247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3" name="Shape 73"/>
        <p:cNvGrpSpPr/>
        <p:nvPr/>
      </p:nvGrpSpPr>
      <p:grpSpPr>
        <a:xfrm>
          <a:off x="0" y="0"/>
          <a:ext cx="0" cy="0"/>
          <a:chOff x="0" y="0"/>
          <a:chExt cx="0" cy="0"/>
        </a:xfrm>
      </p:grpSpPr>
      <p:sp>
        <p:nvSpPr>
          <p:cNvPr id="74" name="Google Shape;74;p19"/>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Autofit/>
          </a:bodyPr>
          <a:lstStyle>
            <a:lvl1pPr lvl="0" rtl="0" algn="l">
              <a:lnSpc>
                <a:spcPct val="100000"/>
              </a:lnSpc>
              <a:spcBef>
                <a:spcPts val="0"/>
              </a:spcBef>
              <a:spcAft>
                <a:spcPts val="0"/>
              </a:spcAft>
              <a:buSzPts val="2800"/>
              <a:buNone/>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75" name="Google Shape;75;p19"/>
          <p:cNvSpPr txBox="1"/>
          <p:nvPr>
            <p:ph idx="12" type="sldNum"/>
          </p:nvPr>
        </p:nvSpPr>
        <p:spPr>
          <a:xfrm>
            <a:off x="8472458" y="6217623"/>
            <a:ext cx="548700" cy="5247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6" name="Shape 76"/>
        <p:cNvGrpSpPr/>
        <p:nvPr/>
      </p:nvGrpSpPr>
      <p:grpSpPr>
        <a:xfrm>
          <a:off x="0" y="0"/>
          <a:ext cx="0" cy="0"/>
          <a:chOff x="0" y="0"/>
          <a:chExt cx="0" cy="0"/>
        </a:xfrm>
      </p:grpSpPr>
      <p:sp>
        <p:nvSpPr>
          <p:cNvPr id="77" name="Google Shape;77;p20"/>
          <p:cNvSpPr txBox="1"/>
          <p:nvPr>
            <p:ph type="title"/>
          </p:nvPr>
        </p:nvSpPr>
        <p:spPr>
          <a:xfrm>
            <a:off x="311700" y="740800"/>
            <a:ext cx="2808000" cy="1007700"/>
          </a:xfrm>
          <a:prstGeom prst="rect">
            <a:avLst/>
          </a:prstGeom>
          <a:noFill/>
          <a:ln>
            <a:noFill/>
          </a:ln>
        </p:spPr>
        <p:txBody>
          <a:bodyPr anchorCtr="0" anchor="b" bIns="91425" lIns="91425" spcFirstLastPara="1" rIns="91425" wrap="square" tIns="91425">
            <a:noAutofit/>
          </a:bodyPr>
          <a:lstStyle>
            <a:lvl1pPr lvl="0" rtl="0" algn="l">
              <a:lnSpc>
                <a:spcPct val="100000"/>
              </a:lnSpc>
              <a:spcBef>
                <a:spcPts val="0"/>
              </a:spcBef>
              <a:spcAft>
                <a:spcPts val="0"/>
              </a:spcAft>
              <a:buSzPts val="2400"/>
              <a:buNone/>
              <a:defRPr sz="2400"/>
            </a:lvl1pPr>
            <a:lvl2pPr lvl="1" rtl="0" algn="l">
              <a:lnSpc>
                <a:spcPct val="100000"/>
              </a:lnSpc>
              <a:spcBef>
                <a:spcPts val="0"/>
              </a:spcBef>
              <a:spcAft>
                <a:spcPts val="0"/>
              </a:spcAft>
              <a:buSzPts val="2400"/>
              <a:buNone/>
              <a:defRPr sz="2400"/>
            </a:lvl2pPr>
            <a:lvl3pPr lvl="2" rtl="0" algn="l">
              <a:lnSpc>
                <a:spcPct val="100000"/>
              </a:lnSpc>
              <a:spcBef>
                <a:spcPts val="0"/>
              </a:spcBef>
              <a:spcAft>
                <a:spcPts val="0"/>
              </a:spcAft>
              <a:buSzPts val="2400"/>
              <a:buNone/>
              <a:defRPr sz="2400"/>
            </a:lvl3pPr>
            <a:lvl4pPr lvl="3" rtl="0" algn="l">
              <a:lnSpc>
                <a:spcPct val="100000"/>
              </a:lnSpc>
              <a:spcBef>
                <a:spcPts val="0"/>
              </a:spcBef>
              <a:spcAft>
                <a:spcPts val="0"/>
              </a:spcAft>
              <a:buSzPts val="2400"/>
              <a:buNone/>
              <a:defRPr sz="2400"/>
            </a:lvl4pPr>
            <a:lvl5pPr lvl="4" rtl="0" algn="l">
              <a:lnSpc>
                <a:spcPct val="100000"/>
              </a:lnSpc>
              <a:spcBef>
                <a:spcPts val="0"/>
              </a:spcBef>
              <a:spcAft>
                <a:spcPts val="0"/>
              </a:spcAft>
              <a:buSzPts val="2400"/>
              <a:buNone/>
              <a:defRPr sz="2400"/>
            </a:lvl5pPr>
            <a:lvl6pPr lvl="5" rtl="0" algn="l">
              <a:lnSpc>
                <a:spcPct val="100000"/>
              </a:lnSpc>
              <a:spcBef>
                <a:spcPts val="0"/>
              </a:spcBef>
              <a:spcAft>
                <a:spcPts val="0"/>
              </a:spcAft>
              <a:buSzPts val="2400"/>
              <a:buNone/>
              <a:defRPr sz="2400"/>
            </a:lvl6pPr>
            <a:lvl7pPr lvl="6" rtl="0" algn="l">
              <a:lnSpc>
                <a:spcPct val="100000"/>
              </a:lnSpc>
              <a:spcBef>
                <a:spcPts val="0"/>
              </a:spcBef>
              <a:spcAft>
                <a:spcPts val="0"/>
              </a:spcAft>
              <a:buSzPts val="2400"/>
              <a:buNone/>
              <a:defRPr sz="2400"/>
            </a:lvl7pPr>
            <a:lvl8pPr lvl="7" rtl="0" algn="l">
              <a:lnSpc>
                <a:spcPct val="100000"/>
              </a:lnSpc>
              <a:spcBef>
                <a:spcPts val="0"/>
              </a:spcBef>
              <a:spcAft>
                <a:spcPts val="0"/>
              </a:spcAft>
              <a:buSzPts val="2400"/>
              <a:buNone/>
              <a:defRPr sz="2400"/>
            </a:lvl8pPr>
            <a:lvl9pPr lvl="8" rtl="0" algn="l">
              <a:lnSpc>
                <a:spcPct val="100000"/>
              </a:lnSpc>
              <a:spcBef>
                <a:spcPts val="0"/>
              </a:spcBef>
              <a:spcAft>
                <a:spcPts val="0"/>
              </a:spcAft>
              <a:buSzPts val="2400"/>
              <a:buNone/>
              <a:defRPr sz="2400"/>
            </a:lvl9pPr>
          </a:lstStyle>
          <a:p/>
        </p:txBody>
      </p:sp>
      <p:sp>
        <p:nvSpPr>
          <p:cNvPr id="78" name="Google Shape;78;p20"/>
          <p:cNvSpPr txBox="1"/>
          <p:nvPr>
            <p:ph idx="1" type="body"/>
          </p:nvPr>
        </p:nvSpPr>
        <p:spPr>
          <a:xfrm>
            <a:off x="311700" y="1852800"/>
            <a:ext cx="2808000" cy="4239300"/>
          </a:xfrm>
          <a:prstGeom prst="rect">
            <a:avLst/>
          </a:prstGeom>
          <a:noFill/>
          <a:ln>
            <a:noFill/>
          </a:ln>
        </p:spPr>
        <p:txBody>
          <a:bodyPr anchorCtr="0" anchor="t" bIns="91425" lIns="91425" spcFirstLastPara="1" rIns="91425" wrap="square" tIns="91425">
            <a:noAutofit/>
          </a:bodyPr>
          <a:lstStyle>
            <a:lvl1pPr indent="-304800" lvl="0" marL="457200" rtl="0" algn="l">
              <a:lnSpc>
                <a:spcPct val="115000"/>
              </a:lnSpc>
              <a:spcBef>
                <a:spcPts val="0"/>
              </a:spcBef>
              <a:spcAft>
                <a:spcPts val="0"/>
              </a:spcAft>
              <a:buSzPts val="1200"/>
              <a:buChar char="●"/>
              <a:defRPr sz="1200"/>
            </a:lvl1pPr>
            <a:lvl2pPr indent="-304800" lvl="1" marL="914400" rtl="0" algn="l">
              <a:lnSpc>
                <a:spcPct val="115000"/>
              </a:lnSpc>
              <a:spcBef>
                <a:spcPts val="1600"/>
              </a:spcBef>
              <a:spcAft>
                <a:spcPts val="0"/>
              </a:spcAft>
              <a:buSzPts val="1200"/>
              <a:buChar char="○"/>
              <a:defRPr sz="1200"/>
            </a:lvl2pPr>
            <a:lvl3pPr indent="-304800" lvl="2" marL="1371600" rtl="0" algn="l">
              <a:lnSpc>
                <a:spcPct val="115000"/>
              </a:lnSpc>
              <a:spcBef>
                <a:spcPts val="1600"/>
              </a:spcBef>
              <a:spcAft>
                <a:spcPts val="0"/>
              </a:spcAft>
              <a:buSzPts val="1200"/>
              <a:buChar char="■"/>
              <a:defRPr sz="1200"/>
            </a:lvl3pPr>
            <a:lvl4pPr indent="-304800" lvl="3" marL="1828800" rtl="0" algn="l">
              <a:lnSpc>
                <a:spcPct val="115000"/>
              </a:lnSpc>
              <a:spcBef>
                <a:spcPts val="1600"/>
              </a:spcBef>
              <a:spcAft>
                <a:spcPts val="0"/>
              </a:spcAft>
              <a:buSzPts val="1200"/>
              <a:buChar char="●"/>
              <a:defRPr sz="1200"/>
            </a:lvl4pPr>
            <a:lvl5pPr indent="-304800" lvl="4" marL="2286000" rtl="0" algn="l">
              <a:lnSpc>
                <a:spcPct val="115000"/>
              </a:lnSpc>
              <a:spcBef>
                <a:spcPts val="1600"/>
              </a:spcBef>
              <a:spcAft>
                <a:spcPts val="0"/>
              </a:spcAft>
              <a:buSzPts val="1200"/>
              <a:buChar char="○"/>
              <a:defRPr sz="1200"/>
            </a:lvl5pPr>
            <a:lvl6pPr indent="-304800" lvl="5" marL="2743200" rtl="0" algn="l">
              <a:lnSpc>
                <a:spcPct val="115000"/>
              </a:lnSpc>
              <a:spcBef>
                <a:spcPts val="1600"/>
              </a:spcBef>
              <a:spcAft>
                <a:spcPts val="0"/>
              </a:spcAft>
              <a:buSzPts val="1200"/>
              <a:buChar char="■"/>
              <a:defRPr sz="1200"/>
            </a:lvl6pPr>
            <a:lvl7pPr indent="-304800" lvl="6" marL="3200400" rtl="0" algn="l">
              <a:lnSpc>
                <a:spcPct val="115000"/>
              </a:lnSpc>
              <a:spcBef>
                <a:spcPts val="1600"/>
              </a:spcBef>
              <a:spcAft>
                <a:spcPts val="0"/>
              </a:spcAft>
              <a:buSzPts val="1200"/>
              <a:buChar char="●"/>
              <a:defRPr sz="1200"/>
            </a:lvl7pPr>
            <a:lvl8pPr indent="-304800" lvl="7" marL="3657600" rtl="0" algn="l">
              <a:lnSpc>
                <a:spcPct val="115000"/>
              </a:lnSpc>
              <a:spcBef>
                <a:spcPts val="1600"/>
              </a:spcBef>
              <a:spcAft>
                <a:spcPts val="0"/>
              </a:spcAft>
              <a:buSzPts val="1200"/>
              <a:buChar char="○"/>
              <a:defRPr sz="1200"/>
            </a:lvl8pPr>
            <a:lvl9pPr indent="-304800" lvl="8" marL="4114800" rtl="0" algn="l">
              <a:lnSpc>
                <a:spcPct val="115000"/>
              </a:lnSpc>
              <a:spcBef>
                <a:spcPts val="1600"/>
              </a:spcBef>
              <a:spcAft>
                <a:spcPts val="1600"/>
              </a:spcAft>
              <a:buSzPts val="1200"/>
              <a:buChar char="■"/>
              <a:defRPr sz="1200"/>
            </a:lvl9pPr>
          </a:lstStyle>
          <a:p/>
        </p:txBody>
      </p:sp>
      <p:sp>
        <p:nvSpPr>
          <p:cNvPr id="79" name="Google Shape;79;p20"/>
          <p:cNvSpPr txBox="1"/>
          <p:nvPr>
            <p:ph idx="12" type="sldNum"/>
          </p:nvPr>
        </p:nvSpPr>
        <p:spPr>
          <a:xfrm>
            <a:off x="8472458" y="6217623"/>
            <a:ext cx="548700" cy="5247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80" name="Shape 80"/>
        <p:cNvGrpSpPr/>
        <p:nvPr/>
      </p:nvGrpSpPr>
      <p:grpSpPr>
        <a:xfrm>
          <a:off x="0" y="0"/>
          <a:ext cx="0" cy="0"/>
          <a:chOff x="0" y="0"/>
          <a:chExt cx="0" cy="0"/>
        </a:xfrm>
      </p:grpSpPr>
      <p:sp>
        <p:nvSpPr>
          <p:cNvPr id="81" name="Google Shape;81;p21"/>
          <p:cNvSpPr txBox="1"/>
          <p:nvPr>
            <p:ph type="title"/>
          </p:nvPr>
        </p:nvSpPr>
        <p:spPr>
          <a:xfrm>
            <a:off x="490250" y="600200"/>
            <a:ext cx="6367800" cy="5454300"/>
          </a:xfrm>
          <a:prstGeom prst="rect">
            <a:avLst/>
          </a:prstGeom>
          <a:noFill/>
          <a:ln>
            <a:noFill/>
          </a:ln>
        </p:spPr>
        <p:txBody>
          <a:bodyPr anchorCtr="0" anchor="ctr" bIns="91425" lIns="91425" spcFirstLastPara="1" rIns="91425" wrap="square" tIns="91425">
            <a:noAutofit/>
          </a:bodyPr>
          <a:lstStyle>
            <a:lvl1pPr lvl="0" rtl="0" algn="l">
              <a:lnSpc>
                <a:spcPct val="100000"/>
              </a:lnSpc>
              <a:spcBef>
                <a:spcPts val="0"/>
              </a:spcBef>
              <a:spcAft>
                <a:spcPts val="0"/>
              </a:spcAft>
              <a:buSzPts val="4800"/>
              <a:buNone/>
              <a:defRPr sz="4800"/>
            </a:lvl1pPr>
            <a:lvl2pPr lvl="1" rtl="0" algn="l">
              <a:lnSpc>
                <a:spcPct val="100000"/>
              </a:lnSpc>
              <a:spcBef>
                <a:spcPts val="0"/>
              </a:spcBef>
              <a:spcAft>
                <a:spcPts val="0"/>
              </a:spcAft>
              <a:buSzPts val="4800"/>
              <a:buNone/>
              <a:defRPr sz="4800"/>
            </a:lvl2pPr>
            <a:lvl3pPr lvl="2" rtl="0" algn="l">
              <a:lnSpc>
                <a:spcPct val="100000"/>
              </a:lnSpc>
              <a:spcBef>
                <a:spcPts val="0"/>
              </a:spcBef>
              <a:spcAft>
                <a:spcPts val="0"/>
              </a:spcAft>
              <a:buSzPts val="4800"/>
              <a:buNone/>
              <a:defRPr sz="4800"/>
            </a:lvl3pPr>
            <a:lvl4pPr lvl="3" rtl="0" algn="l">
              <a:lnSpc>
                <a:spcPct val="100000"/>
              </a:lnSpc>
              <a:spcBef>
                <a:spcPts val="0"/>
              </a:spcBef>
              <a:spcAft>
                <a:spcPts val="0"/>
              </a:spcAft>
              <a:buSzPts val="4800"/>
              <a:buNone/>
              <a:defRPr sz="4800"/>
            </a:lvl4pPr>
            <a:lvl5pPr lvl="4" rtl="0" algn="l">
              <a:lnSpc>
                <a:spcPct val="100000"/>
              </a:lnSpc>
              <a:spcBef>
                <a:spcPts val="0"/>
              </a:spcBef>
              <a:spcAft>
                <a:spcPts val="0"/>
              </a:spcAft>
              <a:buSzPts val="4800"/>
              <a:buNone/>
              <a:defRPr sz="4800"/>
            </a:lvl5pPr>
            <a:lvl6pPr lvl="5" rtl="0" algn="l">
              <a:lnSpc>
                <a:spcPct val="100000"/>
              </a:lnSpc>
              <a:spcBef>
                <a:spcPts val="0"/>
              </a:spcBef>
              <a:spcAft>
                <a:spcPts val="0"/>
              </a:spcAft>
              <a:buSzPts val="4800"/>
              <a:buNone/>
              <a:defRPr sz="4800"/>
            </a:lvl6pPr>
            <a:lvl7pPr lvl="6" rtl="0" algn="l">
              <a:lnSpc>
                <a:spcPct val="100000"/>
              </a:lnSpc>
              <a:spcBef>
                <a:spcPts val="0"/>
              </a:spcBef>
              <a:spcAft>
                <a:spcPts val="0"/>
              </a:spcAft>
              <a:buSzPts val="4800"/>
              <a:buNone/>
              <a:defRPr sz="4800"/>
            </a:lvl7pPr>
            <a:lvl8pPr lvl="7" rtl="0" algn="l">
              <a:lnSpc>
                <a:spcPct val="100000"/>
              </a:lnSpc>
              <a:spcBef>
                <a:spcPts val="0"/>
              </a:spcBef>
              <a:spcAft>
                <a:spcPts val="0"/>
              </a:spcAft>
              <a:buSzPts val="4800"/>
              <a:buNone/>
              <a:defRPr sz="4800"/>
            </a:lvl8pPr>
            <a:lvl9pPr lvl="8" rtl="0" algn="l">
              <a:lnSpc>
                <a:spcPct val="100000"/>
              </a:lnSpc>
              <a:spcBef>
                <a:spcPts val="0"/>
              </a:spcBef>
              <a:spcAft>
                <a:spcPts val="0"/>
              </a:spcAft>
              <a:buSzPts val="4800"/>
              <a:buNone/>
              <a:defRPr sz="4800"/>
            </a:lvl9pPr>
          </a:lstStyle>
          <a:p/>
        </p:txBody>
      </p:sp>
      <p:sp>
        <p:nvSpPr>
          <p:cNvPr id="82" name="Google Shape;82;p21"/>
          <p:cNvSpPr txBox="1"/>
          <p:nvPr>
            <p:ph idx="12" type="sldNum"/>
          </p:nvPr>
        </p:nvSpPr>
        <p:spPr>
          <a:xfrm>
            <a:off x="8472458" y="6217623"/>
            <a:ext cx="548700" cy="5247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83" name="Shape 83"/>
        <p:cNvGrpSpPr/>
        <p:nvPr/>
      </p:nvGrpSpPr>
      <p:grpSpPr>
        <a:xfrm>
          <a:off x="0" y="0"/>
          <a:ext cx="0" cy="0"/>
          <a:chOff x="0" y="0"/>
          <a:chExt cx="0" cy="0"/>
        </a:xfrm>
      </p:grpSpPr>
      <p:sp>
        <p:nvSpPr>
          <p:cNvPr id="84" name="Google Shape;84;p22"/>
          <p:cNvSpPr/>
          <p:nvPr/>
        </p:nvSpPr>
        <p:spPr>
          <a:xfrm>
            <a:off x="4572000" y="-167"/>
            <a:ext cx="4572000" cy="68580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 name="Google Shape;85;p22"/>
          <p:cNvSpPr txBox="1"/>
          <p:nvPr>
            <p:ph type="title"/>
          </p:nvPr>
        </p:nvSpPr>
        <p:spPr>
          <a:xfrm>
            <a:off x="265500" y="1644233"/>
            <a:ext cx="4045200" cy="1976400"/>
          </a:xfrm>
          <a:prstGeom prst="rect">
            <a:avLst/>
          </a:prstGeom>
          <a:noFill/>
          <a:ln>
            <a:noFill/>
          </a:ln>
        </p:spPr>
        <p:txBody>
          <a:bodyPr anchorCtr="0" anchor="b" bIns="91425" lIns="91425" spcFirstLastPara="1" rIns="91425" wrap="square" tIns="91425">
            <a:noAutofit/>
          </a:bodyPr>
          <a:lstStyle>
            <a:lvl1pPr lvl="0" rtl="0" algn="ctr">
              <a:lnSpc>
                <a:spcPct val="100000"/>
              </a:lnSpc>
              <a:spcBef>
                <a:spcPts val="0"/>
              </a:spcBef>
              <a:spcAft>
                <a:spcPts val="0"/>
              </a:spcAft>
              <a:buSzPts val="4200"/>
              <a:buNone/>
              <a:defRPr sz="4200"/>
            </a:lvl1pPr>
            <a:lvl2pPr lvl="1" rtl="0" algn="ctr">
              <a:lnSpc>
                <a:spcPct val="100000"/>
              </a:lnSpc>
              <a:spcBef>
                <a:spcPts val="0"/>
              </a:spcBef>
              <a:spcAft>
                <a:spcPts val="0"/>
              </a:spcAft>
              <a:buSzPts val="4200"/>
              <a:buNone/>
              <a:defRPr sz="4200"/>
            </a:lvl2pPr>
            <a:lvl3pPr lvl="2" rtl="0" algn="ctr">
              <a:lnSpc>
                <a:spcPct val="100000"/>
              </a:lnSpc>
              <a:spcBef>
                <a:spcPts val="0"/>
              </a:spcBef>
              <a:spcAft>
                <a:spcPts val="0"/>
              </a:spcAft>
              <a:buSzPts val="4200"/>
              <a:buNone/>
              <a:defRPr sz="4200"/>
            </a:lvl3pPr>
            <a:lvl4pPr lvl="3" rtl="0" algn="ctr">
              <a:lnSpc>
                <a:spcPct val="100000"/>
              </a:lnSpc>
              <a:spcBef>
                <a:spcPts val="0"/>
              </a:spcBef>
              <a:spcAft>
                <a:spcPts val="0"/>
              </a:spcAft>
              <a:buSzPts val="4200"/>
              <a:buNone/>
              <a:defRPr sz="4200"/>
            </a:lvl4pPr>
            <a:lvl5pPr lvl="4" rtl="0" algn="ctr">
              <a:lnSpc>
                <a:spcPct val="100000"/>
              </a:lnSpc>
              <a:spcBef>
                <a:spcPts val="0"/>
              </a:spcBef>
              <a:spcAft>
                <a:spcPts val="0"/>
              </a:spcAft>
              <a:buSzPts val="4200"/>
              <a:buNone/>
              <a:defRPr sz="4200"/>
            </a:lvl5pPr>
            <a:lvl6pPr lvl="5" rtl="0" algn="ctr">
              <a:lnSpc>
                <a:spcPct val="100000"/>
              </a:lnSpc>
              <a:spcBef>
                <a:spcPts val="0"/>
              </a:spcBef>
              <a:spcAft>
                <a:spcPts val="0"/>
              </a:spcAft>
              <a:buSzPts val="4200"/>
              <a:buNone/>
              <a:defRPr sz="4200"/>
            </a:lvl6pPr>
            <a:lvl7pPr lvl="6" rtl="0" algn="ctr">
              <a:lnSpc>
                <a:spcPct val="100000"/>
              </a:lnSpc>
              <a:spcBef>
                <a:spcPts val="0"/>
              </a:spcBef>
              <a:spcAft>
                <a:spcPts val="0"/>
              </a:spcAft>
              <a:buSzPts val="4200"/>
              <a:buNone/>
              <a:defRPr sz="4200"/>
            </a:lvl7pPr>
            <a:lvl8pPr lvl="7" rtl="0" algn="ctr">
              <a:lnSpc>
                <a:spcPct val="100000"/>
              </a:lnSpc>
              <a:spcBef>
                <a:spcPts val="0"/>
              </a:spcBef>
              <a:spcAft>
                <a:spcPts val="0"/>
              </a:spcAft>
              <a:buSzPts val="4200"/>
              <a:buNone/>
              <a:defRPr sz="4200"/>
            </a:lvl8pPr>
            <a:lvl9pPr lvl="8" rtl="0" algn="ctr">
              <a:lnSpc>
                <a:spcPct val="100000"/>
              </a:lnSpc>
              <a:spcBef>
                <a:spcPts val="0"/>
              </a:spcBef>
              <a:spcAft>
                <a:spcPts val="0"/>
              </a:spcAft>
              <a:buSzPts val="4200"/>
              <a:buNone/>
              <a:defRPr sz="4200"/>
            </a:lvl9pPr>
          </a:lstStyle>
          <a:p/>
        </p:txBody>
      </p:sp>
      <p:sp>
        <p:nvSpPr>
          <p:cNvPr id="86" name="Google Shape;86;p22"/>
          <p:cNvSpPr txBox="1"/>
          <p:nvPr>
            <p:ph idx="1" type="subTitle"/>
          </p:nvPr>
        </p:nvSpPr>
        <p:spPr>
          <a:xfrm>
            <a:off x="265500" y="3737433"/>
            <a:ext cx="4045200" cy="1646700"/>
          </a:xfrm>
          <a:prstGeom prst="rect">
            <a:avLst/>
          </a:prstGeom>
          <a:noFill/>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87" name="Google Shape;87;p22"/>
          <p:cNvSpPr txBox="1"/>
          <p:nvPr>
            <p:ph idx="2" type="body"/>
          </p:nvPr>
        </p:nvSpPr>
        <p:spPr>
          <a:xfrm>
            <a:off x="4939500" y="965433"/>
            <a:ext cx="3837000" cy="4926900"/>
          </a:xfrm>
          <a:prstGeom prst="rect">
            <a:avLst/>
          </a:prstGeom>
          <a:noFill/>
          <a:ln>
            <a:noFill/>
          </a:ln>
        </p:spPr>
        <p:txBody>
          <a:bodyPr anchorCtr="0" anchor="ctr" bIns="91425" lIns="91425" spcFirstLastPara="1" rIns="91425" wrap="square" tIns="91425">
            <a:noAutofit/>
          </a:bodyPr>
          <a:lstStyle>
            <a:lvl1pPr indent="-342900" lvl="0" marL="457200" rtl="0" algn="l">
              <a:lnSpc>
                <a:spcPct val="115000"/>
              </a:lnSpc>
              <a:spcBef>
                <a:spcPts val="0"/>
              </a:spcBef>
              <a:spcAft>
                <a:spcPts val="0"/>
              </a:spcAft>
              <a:buSzPts val="1800"/>
              <a:buChar char="●"/>
              <a:defRPr/>
            </a:lvl1pPr>
            <a:lvl2pPr indent="-317500" lvl="1" marL="914400" rtl="0" algn="l">
              <a:lnSpc>
                <a:spcPct val="115000"/>
              </a:lnSpc>
              <a:spcBef>
                <a:spcPts val="1600"/>
              </a:spcBef>
              <a:spcAft>
                <a:spcPts val="0"/>
              </a:spcAft>
              <a:buSzPts val="1400"/>
              <a:buChar char="○"/>
              <a:defRPr/>
            </a:lvl2pPr>
            <a:lvl3pPr indent="-317500" lvl="2" marL="1371600" rtl="0" algn="l">
              <a:lnSpc>
                <a:spcPct val="115000"/>
              </a:lnSpc>
              <a:spcBef>
                <a:spcPts val="1600"/>
              </a:spcBef>
              <a:spcAft>
                <a:spcPts val="0"/>
              </a:spcAft>
              <a:buSzPts val="1400"/>
              <a:buChar char="■"/>
              <a:defRPr/>
            </a:lvl3pPr>
            <a:lvl4pPr indent="-317500" lvl="3" marL="1828800" rtl="0" algn="l">
              <a:lnSpc>
                <a:spcPct val="115000"/>
              </a:lnSpc>
              <a:spcBef>
                <a:spcPts val="1600"/>
              </a:spcBef>
              <a:spcAft>
                <a:spcPts val="0"/>
              </a:spcAft>
              <a:buSzPts val="1400"/>
              <a:buChar char="●"/>
              <a:defRPr/>
            </a:lvl4pPr>
            <a:lvl5pPr indent="-317500" lvl="4" marL="2286000" rtl="0" algn="l">
              <a:lnSpc>
                <a:spcPct val="115000"/>
              </a:lnSpc>
              <a:spcBef>
                <a:spcPts val="1600"/>
              </a:spcBef>
              <a:spcAft>
                <a:spcPts val="0"/>
              </a:spcAft>
              <a:buSzPts val="1400"/>
              <a:buChar char="○"/>
              <a:defRPr/>
            </a:lvl5pPr>
            <a:lvl6pPr indent="-317500" lvl="5" marL="2743200" rtl="0" algn="l">
              <a:lnSpc>
                <a:spcPct val="115000"/>
              </a:lnSpc>
              <a:spcBef>
                <a:spcPts val="1600"/>
              </a:spcBef>
              <a:spcAft>
                <a:spcPts val="0"/>
              </a:spcAft>
              <a:buSzPts val="1400"/>
              <a:buChar char="■"/>
              <a:defRPr/>
            </a:lvl6pPr>
            <a:lvl7pPr indent="-317500" lvl="6" marL="3200400" rtl="0" algn="l">
              <a:lnSpc>
                <a:spcPct val="115000"/>
              </a:lnSpc>
              <a:spcBef>
                <a:spcPts val="1600"/>
              </a:spcBef>
              <a:spcAft>
                <a:spcPts val="0"/>
              </a:spcAft>
              <a:buSzPts val="1400"/>
              <a:buChar char="●"/>
              <a:defRPr/>
            </a:lvl7pPr>
            <a:lvl8pPr indent="-317500" lvl="7" marL="3657600" rtl="0" algn="l">
              <a:lnSpc>
                <a:spcPct val="115000"/>
              </a:lnSpc>
              <a:spcBef>
                <a:spcPts val="1600"/>
              </a:spcBef>
              <a:spcAft>
                <a:spcPts val="0"/>
              </a:spcAft>
              <a:buSzPts val="1400"/>
              <a:buChar char="○"/>
              <a:defRPr/>
            </a:lvl8pPr>
            <a:lvl9pPr indent="-317500" lvl="8" marL="4114800" rtl="0" algn="l">
              <a:lnSpc>
                <a:spcPct val="115000"/>
              </a:lnSpc>
              <a:spcBef>
                <a:spcPts val="1600"/>
              </a:spcBef>
              <a:spcAft>
                <a:spcPts val="1600"/>
              </a:spcAft>
              <a:buSzPts val="1400"/>
              <a:buChar char="■"/>
              <a:defRPr/>
            </a:lvl9pPr>
          </a:lstStyle>
          <a:p/>
        </p:txBody>
      </p:sp>
      <p:sp>
        <p:nvSpPr>
          <p:cNvPr id="88" name="Google Shape;88;p22"/>
          <p:cNvSpPr txBox="1"/>
          <p:nvPr>
            <p:ph idx="12" type="sldNum"/>
          </p:nvPr>
        </p:nvSpPr>
        <p:spPr>
          <a:xfrm>
            <a:off x="8472458" y="6217623"/>
            <a:ext cx="548700" cy="5247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89" name="Shape 89"/>
        <p:cNvGrpSpPr/>
        <p:nvPr/>
      </p:nvGrpSpPr>
      <p:grpSpPr>
        <a:xfrm>
          <a:off x="0" y="0"/>
          <a:ext cx="0" cy="0"/>
          <a:chOff x="0" y="0"/>
          <a:chExt cx="0" cy="0"/>
        </a:xfrm>
      </p:grpSpPr>
      <p:sp>
        <p:nvSpPr>
          <p:cNvPr id="90" name="Google Shape;90;p23"/>
          <p:cNvSpPr txBox="1"/>
          <p:nvPr>
            <p:ph idx="1" type="body"/>
          </p:nvPr>
        </p:nvSpPr>
        <p:spPr>
          <a:xfrm>
            <a:off x="311700" y="5640767"/>
            <a:ext cx="5998800" cy="806700"/>
          </a:xfrm>
          <a:prstGeom prst="rect">
            <a:avLst/>
          </a:prstGeom>
          <a:noFill/>
          <a:ln>
            <a:noFill/>
          </a:ln>
        </p:spPr>
        <p:txBody>
          <a:bodyPr anchorCtr="0" anchor="ctr" bIns="91425" lIns="91425" spcFirstLastPara="1" rIns="91425" wrap="square" tIns="91425">
            <a:noAutofit/>
          </a:bodyPr>
          <a:lstStyle>
            <a:lvl1pPr indent="-228600" lvl="0" marL="457200" rtl="0" algn="l">
              <a:lnSpc>
                <a:spcPct val="100000"/>
              </a:lnSpc>
              <a:spcBef>
                <a:spcPts val="0"/>
              </a:spcBef>
              <a:spcAft>
                <a:spcPts val="0"/>
              </a:spcAft>
              <a:buSzPts val="1800"/>
              <a:buNone/>
              <a:defRPr/>
            </a:lvl1pPr>
          </a:lstStyle>
          <a:p/>
        </p:txBody>
      </p:sp>
      <p:sp>
        <p:nvSpPr>
          <p:cNvPr id="91" name="Google Shape;91;p23"/>
          <p:cNvSpPr txBox="1"/>
          <p:nvPr>
            <p:ph idx="12" type="sldNum"/>
          </p:nvPr>
        </p:nvSpPr>
        <p:spPr>
          <a:xfrm>
            <a:off x="8472458" y="6217623"/>
            <a:ext cx="548700" cy="5247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92" name="Shape 92"/>
        <p:cNvGrpSpPr/>
        <p:nvPr/>
      </p:nvGrpSpPr>
      <p:grpSpPr>
        <a:xfrm>
          <a:off x="0" y="0"/>
          <a:ext cx="0" cy="0"/>
          <a:chOff x="0" y="0"/>
          <a:chExt cx="0" cy="0"/>
        </a:xfrm>
      </p:grpSpPr>
      <p:sp>
        <p:nvSpPr>
          <p:cNvPr id="93" name="Google Shape;93;p24"/>
          <p:cNvSpPr txBox="1"/>
          <p:nvPr>
            <p:ph hasCustomPrompt="1" type="title"/>
          </p:nvPr>
        </p:nvSpPr>
        <p:spPr>
          <a:xfrm>
            <a:off x="311700" y="1474833"/>
            <a:ext cx="8520600" cy="2618100"/>
          </a:xfrm>
          <a:prstGeom prst="rect">
            <a:avLst/>
          </a:prstGeom>
          <a:noFill/>
          <a:ln>
            <a:noFill/>
          </a:ln>
        </p:spPr>
        <p:txBody>
          <a:bodyPr anchorCtr="0" anchor="b" bIns="91425" lIns="91425" spcFirstLastPara="1" rIns="91425" wrap="square" tIns="91425">
            <a:noAutofit/>
          </a:bodyPr>
          <a:lstStyle>
            <a:lvl1pPr lvl="0" rtl="0" algn="ctr">
              <a:lnSpc>
                <a:spcPct val="100000"/>
              </a:lnSpc>
              <a:spcBef>
                <a:spcPts val="0"/>
              </a:spcBef>
              <a:spcAft>
                <a:spcPts val="0"/>
              </a:spcAft>
              <a:buSzPts val="12000"/>
              <a:buNone/>
              <a:defRPr sz="12000"/>
            </a:lvl1pPr>
            <a:lvl2pPr lvl="1" rtl="0" algn="ctr">
              <a:lnSpc>
                <a:spcPct val="100000"/>
              </a:lnSpc>
              <a:spcBef>
                <a:spcPts val="0"/>
              </a:spcBef>
              <a:spcAft>
                <a:spcPts val="0"/>
              </a:spcAft>
              <a:buSzPts val="12000"/>
              <a:buNone/>
              <a:defRPr sz="12000"/>
            </a:lvl2pPr>
            <a:lvl3pPr lvl="2" rtl="0" algn="ctr">
              <a:lnSpc>
                <a:spcPct val="100000"/>
              </a:lnSpc>
              <a:spcBef>
                <a:spcPts val="0"/>
              </a:spcBef>
              <a:spcAft>
                <a:spcPts val="0"/>
              </a:spcAft>
              <a:buSzPts val="12000"/>
              <a:buNone/>
              <a:defRPr sz="12000"/>
            </a:lvl3pPr>
            <a:lvl4pPr lvl="3" rtl="0" algn="ctr">
              <a:lnSpc>
                <a:spcPct val="100000"/>
              </a:lnSpc>
              <a:spcBef>
                <a:spcPts val="0"/>
              </a:spcBef>
              <a:spcAft>
                <a:spcPts val="0"/>
              </a:spcAft>
              <a:buSzPts val="12000"/>
              <a:buNone/>
              <a:defRPr sz="12000"/>
            </a:lvl4pPr>
            <a:lvl5pPr lvl="4" rtl="0" algn="ctr">
              <a:lnSpc>
                <a:spcPct val="100000"/>
              </a:lnSpc>
              <a:spcBef>
                <a:spcPts val="0"/>
              </a:spcBef>
              <a:spcAft>
                <a:spcPts val="0"/>
              </a:spcAft>
              <a:buSzPts val="12000"/>
              <a:buNone/>
              <a:defRPr sz="12000"/>
            </a:lvl5pPr>
            <a:lvl6pPr lvl="5" rtl="0" algn="ctr">
              <a:lnSpc>
                <a:spcPct val="100000"/>
              </a:lnSpc>
              <a:spcBef>
                <a:spcPts val="0"/>
              </a:spcBef>
              <a:spcAft>
                <a:spcPts val="0"/>
              </a:spcAft>
              <a:buSzPts val="12000"/>
              <a:buNone/>
              <a:defRPr sz="12000"/>
            </a:lvl6pPr>
            <a:lvl7pPr lvl="6" rtl="0" algn="ctr">
              <a:lnSpc>
                <a:spcPct val="100000"/>
              </a:lnSpc>
              <a:spcBef>
                <a:spcPts val="0"/>
              </a:spcBef>
              <a:spcAft>
                <a:spcPts val="0"/>
              </a:spcAft>
              <a:buSzPts val="12000"/>
              <a:buNone/>
              <a:defRPr sz="12000"/>
            </a:lvl7pPr>
            <a:lvl8pPr lvl="7" rtl="0" algn="ctr">
              <a:lnSpc>
                <a:spcPct val="100000"/>
              </a:lnSpc>
              <a:spcBef>
                <a:spcPts val="0"/>
              </a:spcBef>
              <a:spcAft>
                <a:spcPts val="0"/>
              </a:spcAft>
              <a:buSzPts val="12000"/>
              <a:buNone/>
              <a:defRPr sz="12000"/>
            </a:lvl8pPr>
            <a:lvl9pPr lvl="8" rtl="0" algn="ctr">
              <a:lnSpc>
                <a:spcPct val="100000"/>
              </a:lnSpc>
              <a:spcBef>
                <a:spcPts val="0"/>
              </a:spcBef>
              <a:spcAft>
                <a:spcPts val="0"/>
              </a:spcAft>
              <a:buSzPts val="12000"/>
              <a:buNone/>
              <a:defRPr sz="12000"/>
            </a:lvl9pPr>
          </a:lstStyle>
          <a:p>
            <a:r>
              <a:t>xx%</a:t>
            </a:r>
          </a:p>
        </p:txBody>
      </p:sp>
      <p:sp>
        <p:nvSpPr>
          <p:cNvPr id="94" name="Google Shape;94;p24"/>
          <p:cNvSpPr txBox="1"/>
          <p:nvPr>
            <p:ph idx="1" type="body"/>
          </p:nvPr>
        </p:nvSpPr>
        <p:spPr>
          <a:xfrm>
            <a:off x="311700" y="4202967"/>
            <a:ext cx="8520600" cy="1734300"/>
          </a:xfrm>
          <a:prstGeom prst="rect">
            <a:avLst/>
          </a:prstGeom>
          <a:noFill/>
          <a:ln>
            <a:noFill/>
          </a:ln>
        </p:spPr>
        <p:txBody>
          <a:bodyPr anchorCtr="0" anchor="t" bIns="91425" lIns="91425" spcFirstLastPara="1" rIns="91425" wrap="square" tIns="91425">
            <a:noAutofit/>
          </a:bodyPr>
          <a:lstStyle>
            <a:lvl1pPr indent="-342900" lvl="0" marL="457200" rtl="0" algn="ctr">
              <a:lnSpc>
                <a:spcPct val="115000"/>
              </a:lnSpc>
              <a:spcBef>
                <a:spcPts val="0"/>
              </a:spcBef>
              <a:spcAft>
                <a:spcPts val="0"/>
              </a:spcAft>
              <a:buSzPts val="1800"/>
              <a:buChar char="●"/>
              <a:defRPr/>
            </a:lvl1pPr>
            <a:lvl2pPr indent="-317500" lvl="1" marL="914400" rtl="0" algn="ctr">
              <a:lnSpc>
                <a:spcPct val="115000"/>
              </a:lnSpc>
              <a:spcBef>
                <a:spcPts val="1600"/>
              </a:spcBef>
              <a:spcAft>
                <a:spcPts val="0"/>
              </a:spcAft>
              <a:buSzPts val="1400"/>
              <a:buChar char="○"/>
              <a:defRPr/>
            </a:lvl2pPr>
            <a:lvl3pPr indent="-317500" lvl="2" marL="1371600" rtl="0" algn="ctr">
              <a:lnSpc>
                <a:spcPct val="115000"/>
              </a:lnSpc>
              <a:spcBef>
                <a:spcPts val="1600"/>
              </a:spcBef>
              <a:spcAft>
                <a:spcPts val="0"/>
              </a:spcAft>
              <a:buSzPts val="1400"/>
              <a:buChar char="■"/>
              <a:defRPr/>
            </a:lvl3pPr>
            <a:lvl4pPr indent="-317500" lvl="3" marL="1828800" rtl="0" algn="ctr">
              <a:lnSpc>
                <a:spcPct val="115000"/>
              </a:lnSpc>
              <a:spcBef>
                <a:spcPts val="1600"/>
              </a:spcBef>
              <a:spcAft>
                <a:spcPts val="0"/>
              </a:spcAft>
              <a:buSzPts val="1400"/>
              <a:buChar char="●"/>
              <a:defRPr/>
            </a:lvl4pPr>
            <a:lvl5pPr indent="-317500" lvl="4" marL="2286000" rtl="0" algn="ctr">
              <a:lnSpc>
                <a:spcPct val="115000"/>
              </a:lnSpc>
              <a:spcBef>
                <a:spcPts val="1600"/>
              </a:spcBef>
              <a:spcAft>
                <a:spcPts val="0"/>
              </a:spcAft>
              <a:buSzPts val="1400"/>
              <a:buChar char="○"/>
              <a:defRPr/>
            </a:lvl5pPr>
            <a:lvl6pPr indent="-317500" lvl="5" marL="2743200" rtl="0" algn="ctr">
              <a:lnSpc>
                <a:spcPct val="115000"/>
              </a:lnSpc>
              <a:spcBef>
                <a:spcPts val="1600"/>
              </a:spcBef>
              <a:spcAft>
                <a:spcPts val="0"/>
              </a:spcAft>
              <a:buSzPts val="1400"/>
              <a:buChar char="■"/>
              <a:defRPr/>
            </a:lvl6pPr>
            <a:lvl7pPr indent="-317500" lvl="6" marL="3200400" rtl="0" algn="ctr">
              <a:lnSpc>
                <a:spcPct val="115000"/>
              </a:lnSpc>
              <a:spcBef>
                <a:spcPts val="1600"/>
              </a:spcBef>
              <a:spcAft>
                <a:spcPts val="0"/>
              </a:spcAft>
              <a:buSzPts val="1400"/>
              <a:buChar char="●"/>
              <a:defRPr/>
            </a:lvl7pPr>
            <a:lvl8pPr indent="-317500" lvl="7" marL="3657600" rtl="0" algn="ctr">
              <a:lnSpc>
                <a:spcPct val="115000"/>
              </a:lnSpc>
              <a:spcBef>
                <a:spcPts val="1600"/>
              </a:spcBef>
              <a:spcAft>
                <a:spcPts val="0"/>
              </a:spcAft>
              <a:buSzPts val="1400"/>
              <a:buChar char="○"/>
              <a:defRPr/>
            </a:lvl8pPr>
            <a:lvl9pPr indent="-317500" lvl="8" marL="4114800" rtl="0" algn="ctr">
              <a:lnSpc>
                <a:spcPct val="115000"/>
              </a:lnSpc>
              <a:spcBef>
                <a:spcPts val="1600"/>
              </a:spcBef>
              <a:spcAft>
                <a:spcPts val="1600"/>
              </a:spcAft>
              <a:buSzPts val="1400"/>
              <a:buChar char="■"/>
              <a:defRPr/>
            </a:lvl9pPr>
          </a:lstStyle>
          <a:p/>
        </p:txBody>
      </p:sp>
      <p:sp>
        <p:nvSpPr>
          <p:cNvPr id="95" name="Google Shape;95;p24"/>
          <p:cNvSpPr txBox="1"/>
          <p:nvPr>
            <p:ph idx="12" type="sldNum"/>
          </p:nvPr>
        </p:nvSpPr>
        <p:spPr>
          <a:xfrm>
            <a:off x="8472458" y="6217623"/>
            <a:ext cx="548700" cy="5247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6" name="Shape 96"/>
        <p:cNvGrpSpPr/>
        <p:nvPr/>
      </p:nvGrpSpPr>
      <p:grpSpPr>
        <a:xfrm>
          <a:off x="0" y="0"/>
          <a:ext cx="0" cy="0"/>
          <a:chOff x="0" y="0"/>
          <a:chExt cx="0" cy="0"/>
        </a:xfrm>
      </p:grpSpPr>
      <p:sp>
        <p:nvSpPr>
          <p:cNvPr id="97" name="Google Shape;97;p25"/>
          <p:cNvSpPr txBox="1"/>
          <p:nvPr>
            <p:ph idx="12" type="sldNum"/>
          </p:nvPr>
        </p:nvSpPr>
        <p:spPr>
          <a:xfrm>
            <a:off x="8472458" y="6217623"/>
            <a:ext cx="548700" cy="5247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4" Type="http://schemas.openxmlformats.org/officeDocument/2006/relationships/theme" Target="../theme/theme1.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3.xml"/><Relationship Id="rId10" Type="http://schemas.openxmlformats.org/officeDocument/2006/relationships/slideLayout" Target="../slideLayouts/slideLayout22.xml"/><Relationship Id="rId12" Type="http://schemas.openxmlformats.org/officeDocument/2006/relationships/theme" Target="../theme/theme2.xml"/><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9" Type="http://schemas.openxmlformats.org/officeDocument/2006/relationships/slideLayout" Target="../slideLayouts/slideLayout21.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1108292"/>
            <a:ext cx="8520600" cy="7635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rgbClr val="3C1E68"/>
              </a:buClr>
              <a:buSzPts val="3600"/>
              <a:buFont typeface="Gill Sans"/>
              <a:buNone/>
              <a:defRPr sz="3600">
                <a:solidFill>
                  <a:srgbClr val="3C1E68"/>
                </a:solidFill>
                <a:latin typeface="Gill Sans"/>
                <a:ea typeface="Gill Sans"/>
                <a:cs typeface="Gill Sans"/>
                <a:sym typeface="Gill Sans"/>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871800"/>
            <a:ext cx="8520600" cy="4219800"/>
          </a:xfrm>
          <a:prstGeom prst="rect">
            <a:avLst/>
          </a:prstGeom>
          <a:noFill/>
          <a:ln>
            <a:noFill/>
          </a:ln>
        </p:spPr>
        <p:txBody>
          <a:bodyPr anchorCtr="0" anchor="t" bIns="91425" lIns="91425" spcFirstLastPara="1" rIns="91425" wrap="square" tIns="91425">
            <a:noAutofit/>
          </a:bodyPr>
          <a:lstStyle>
            <a:lvl1pPr indent="-342900" lvl="0" marL="457200" rtl="0">
              <a:lnSpc>
                <a:spcPct val="115000"/>
              </a:lnSpc>
              <a:spcBef>
                <a:spcPts val="0"/>
              </a:spcBef>
              <a:spcAft>
                <a:spcPts val="0"/>
              </a:spcAft>
              <a:buSzPts val="1800"/>
              <a:buFont typeface="Gill Sans"/>
              <a:buChar char="●"/>
              <a:defRPr sz="1800">
                <a:latin typeface="Gill Sans"/>
                <a:ea typeface="Gill Sans"/>
                <a:cs typeface="Gill Sans"/>
                <a:sym typeface="Gill Sans"/>
              </a:defRPr>
            </a:lvl1pPr>
            <a:lvl2pPr indent="-317500" lvl="1" marL="914400" rtl="0">
              <a:lnSpc>
                <a:spcPct val="115000"/>
              </a:lnSpc>
              <a:spcBef>
                <a:spcPts val="1600"/>
              </a:spcBef>
              <a:spcAft>
                <a:spcPts val="0"/>
              </a:spcAft>
              <a:buSzPts val="1400"/>
              <a:buFont typeface="Gill Sans"/>
              <a:buChar char="○"/>
              <a:defRPr>
                <a:latin typeface="Gill Sans"/>
                <a:ea typeface="Gill Sans"/>
                <a:cs typeface="Gill Sans"/>
                <a:sym typeface="Gill Sans"/>
              </a:defRPr>
            </a:lvl2pPr>
            <a:lvl3pPr indent="-317500" lvl="2" marL="1371600" rtl="0">
              <a:lnSpc>
                <a:spcPct val="115000"/>
              </a:lnSpc>
              <a:spcBef>
                <a:spcPts val="1600"/>
              </a:spcBef>
              <a:spcAft>
                <a:spcPts val="0"/>
              </a:spcAft>
              <a:buSzPts val="1400"/>
              <a:buFont typeface="Gill Sans"/>
              <a:buChar char="■"/>
              <a:defRPr>
                <a:latin typeface="Gill Sans"/>
                <a:ea typeface="Gill Sans"/>
                <a:cs typeface="Gill Sans"/>
                <a:sym typeface="Gill Sans"/>
              </a:defRPr>
            </a:lvl3pPr>
            <a:lvl4pPr indent="-317500" lvl="3" marL="1828800" rtl="0">
              <a:lnSpc>
                <a:spcPct val="115000"/>
              </a:lnSpc>
              <a:spcBef>
                <a:spcPts val="1600"/>
              </a:spcBef>
              <a:spcAft>
                <a:spcPts val="0"/>
              </a:spcAft>
              <a:buSzPts val="1400"/>
              <a:buFont typeface="Gill Sans"/>
              <a:buChar char="●"/>
              <a:defRPr>
                <a:latin typeface="Gill Sans"/>
                <a:ea typeface="Gill Sans"/>
                <a:cs typeface="Gill Sans"/>
                <a:sym typeface="Gill Sans"/>
              </a:defRPr>
            </a:lvl4pPr>
            <a:lvl5pPr indent="-317500" lvl="4" marL="2286000" rtl="0">
              <a:lnSpc>
                <a:spcPct val="115000"/>
              </a:lnSpc>
              <a:spcBef>
                <a:spcPts val="1600"/>
              </a:spcBef>
              <a:spcAft>
                <a:spcPts val="0"/>
              </a:spcAft>
              <a:buSzPts val="1400"/>
              <a:buFont typeface="Gill Sans"/>
              <a:buChar char="○"/>
              <a:defRPr>
                <a:latin typeface="Gill Sans"/>
                <a:ea typeface="Gill Sans"/>
                <a:cs typeface="Gill Sans"/>
                <a:sym typeface="Gill Sans"/>
              </a:defRPr>
            </a:lvl5pPr>
            <a:lvl6pPr indent="-317500" lvl="5" marL="2743200" rtl="0">
              <a:lnSpc>
                <a:spcPct val="115000"/>
              </a:lnSpc>
              <a:spcBef>
                <a:spcPts val="1600"/>
              </a:spcBef>
              <a:spcAft>
                <a:spcPts val="0"/>
              </a:spcAft>
              <a:buSzPts val="1400"/>
              <a:buFont typeface="Gill Sans"/>
              <a:buChar char="■"/>
              <a:defRPr>
                <a:latin typeface="Gill Sans"/>
                <a:ea typeface="Gill Sans"/>
                <a:cs typeface="Gill Sans"/>
                <a:sym typeface="Gill Sans"/>
              </a:defRPr>
            </a:lvl6pPr>
            <a:lvl7pPr indent="-317500" lvl="6" marL="3200400" rtl="0">
              <a:lnSpc>
                <a:spcPct val="115000"/>
              </a:lnSpc>
              <a:spcBef>
                <a:spcPts val="1600"/>
              </a:spcBef>
              <a:spcAft>
                <a:spcPts val="0"/>
              </a:spcAft>
              <a:buSzPts val="1400"/>
              <a:buFont typeface="Gill Sans"/>
              <a:buChar char="●"/>
              <a:defRPr>
                <a:latin typeface="Gill Sans"/>
                <a:ea typeface="Gill Sans"/>
                <a:cs typeface="Gill Sans"/>
                <a:sym typeface="Gill Sans"/>
              </a:defRPr>
            </a:lvl7pPr>
            <a:lvl8pPr indent="-317500" lvl="7" marL="3657600" rtl="0">
              <a:lnSpc>
                <a:spcPct val="115000"/>
              </a:lnSpc>
              <a:spcBef>
                <a:spcPts val="1600"/>
              </a:spcBef>
              <a:spcAft>
                <a:spcPts val="0"/>
              </a:spcAft>
              <a:buSzPts val="1400"/>
              <a:buFont typeface="Gill Sans"/>
              <a:buChar char="○"/>
              <a:defRPr>
                <a:latin typeface="Gill Sans"/>
                <a:ea typeface="Gill Sans"/>
                <a:cs typeface="Gill Sans"/>
                <a:sym typeface="Gill Sans"/>
              </a:defRPr>
            </a:lvl8pPr>
            <a:lvl9pPr indent="-317500" lvl="8" marL="4114800" rtl="0">
              <a:lnSpc>
                <a:spcPct val="115000"/>
              </a:lnSpc>
              <a:spcBef>
                <a:spcPts val="1600"/>
              </a:spcBef>
              <a:spcAft>
                <a:spcPts val="1600"/>
              </a:spcAft>
              <a:buSzPts val="1400"/>
              <a:buFont typeface="Gill Sans"/>
              <a:buChar char="■"/>
              <a:defRPr>
                <a:latin typeface="Gill Sans"/>
                <a:ea typeface="Gill Sans"/>
                <a:cs typeface="Gill Sans"/>
                <a:sym typeface="Gill Sans"/>
              </a:defRPr>
            </a:lvl9pPr>
          </a:lstStyle>
          <a:p/>
        </p:txBody>
      </p:sp>
      <p:sp>
        <p:nvSpPr>
          <p:cNvPr id="8" name="Google Shape;8;p1"/>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pic>
        <p:nvPicPr>
          <p:cNvPr id="9" name="Google Shape;9;p1"/>
          <p:cNvPicPr preferRelativeResize="0"/>
          <p:nvPr/>
        </p:nvPicPr>
        <p:blipFill>
          <a:blip r:embed="rId1">
            <a:alphaModFix/>
          </a:blip>
          <a:stretch>
            <a:fillRect/>
          </a:stretch>
        </p:blipFill>
        <p:spPr>
          <a:xfrm>
            <a:off x="0" y="0"/>
            <a:ext cx="9144000" cy="6858000"/>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3" name="Shape 53"/>
        <p:cNvGrpSpPr/>
        <p:nvPr/>
      </p:nvGrpSpPr>
      <p:grpSpPr>
        <a:xfrm>
          <a:off x="0" y="0"/>
          <a:ext cx="0" cy="0"/>
          <a:chOff x="0" y="0"/>
          <a:chExt cx="0" cy="0"/>
        </a:xfrm>
      </p:grpSpPr>
      <p:sp>
        <p:nvSpPr>
          <p:cNvPr id="54" name="Google Shape;54;p14"/>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55" name="Google Shape;55;p14"/>
          <p:cNvSpPr txBox="1"/>
          <p:nvPr>
            <p:ph idx="1" type="body"/>
          </p:nvPr>
        </p:nvSpPr>
        <p:spPr>
          <a:xfrm>
            <a:off x="311700" y="1536633"/>
            <a:ext cx="8520600" cy="45552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1600"/>
              </a:spcBef>
              <a:spcAft>
                <a:spcPts val="160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56" name="Google Shape;56;p14"/>
          <p:cNvSpPr txBox="1"/>
          <p:nvPr>
            <p:ph idx="12" type="sldNum"/>
          </p:nvPr>
        </p:nvSpPr>
        <p:spPr>
          <a:xfrm>
            <a:off x="8472458" y="6217623"/>
            <a:ext cx="548700" cy="5247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1.png"/></Relationships>
</file>

<file path=ppt/slides/_rels/slide3.xml.rels><?xml version="1.0" encoding="UTF-8" standalone="yes"?><Relationships xmlns="http://schemas.openxmlformats.org/package/2006/relationships"><Relationship Id="rId11" Type="http://schemas.openxmlformats.org/officeDocument/2006/relationships/image" Target="../media/image15.png"/><Relationship Id="rId10" Type="http://schemas.openxmlformats.org/officeDocument/2006/relationships/image" Target="../media/image7.png"/><Relationship Id="rId1" Type="http://schemas.openxmlformats.org/officeDocument/2006/relationships/slideLayout" Target="../slideLayouts/slideLayout13.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4.png"/><Relationship Id="rId9" Type="http://schemas.openxmlformats.org/officeDocument/2006/relationships/image" Target="../media/image12.png"/><Relationship Id="rId5" Type="http://schemas.openxmlformats.org/officeDocument/2006/relationships/image" Target="../media/image9.png"/><Relationship Id="rId6" Type="http://schemas.openxmlformats.org/officeDocument/2006/relationships/image" Target="../media/image8.png"/><Relationship Id="rId7" Type="http://schemas.openxmlformats.org/officeDocument/2006/relationships/image" Target="../media/image6.png"/><Relationship Id="rId8"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7.png"/><Relationship Id="rId4" Type="http://schemas.openxmlformats.org/officeDocument/2006/relationships/image" Target="../media/image1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3.png"/><Relationship Id="rId4" Type="http://schemas.openxmlformats.org/officeDocument/2006/relationships/image" Target="../media/image1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8.png"/><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26"/>
          <p:cNvSpPr txBox="1"/>
          <p:nvPr>
            <p:ph type="ctrTitle"/>
          </p:nvPr>
        </p:nvSpPr>
        <p:spPr>
          <a:xfrm>
            <a:off x="311700" y="286500"/>
            <a:ext cx="8520600" cy="5939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GB">
                <a:latin typeface="Raleway"/>
                <a:ea typeface="Raleway"/>
                <a:cs typeface="Raleway"/>
                <a:sym typeface="Raleway"/>
              </a:rPr>
              <a:t>🕐 Starter</a:t>
            </a:r>
            <a:endParaRPr>
              <a:latin typeface="Raleway"/>
              <a:ea typeface="Raleway"/>
              <a:cs typeface="Raleway"/>
              <a:sym typeface="Raleway"/>
            </a:endParaRPr>
          </a:p>
          <a:p>
            <a:pPr indent="0" lvl="0" marL="0" rtl="0" algn="ctr">
              <a:spcBef>
                <a:spcPts val="0"/>
              </a:spcBef>
              <a:spcAft>
                <a:spcPts val="0"/>
              </a:spcAft>
              <a:buNone/>
            </a:pPr>
            <a:r>
              <a:rPr b="1" lang="en-GB" sz="2400"/>
              <a:t>On your MWB, write an algorithm for the following:</a:t>
            </a:r>
            <a:endParaRPr b="1" sz="2400"/>
          </a:p>
          <a:p>
            <a:pPr indent="0" lvl="0" marL="0" rtl="0" algn="ctr">
              <a:spcBef>
                <a:spcPts val="0"/>
              </a:spcBef>
              <a:spcAft>
                <a:spcPts val="0"/>
              </a:spcAft>
              <a:buNone/>
            </a:pPr>
            <a:r>
              <a:rPr lang="en-GB" sz="2400"/>
              <a:t>Reginald wants a program that will tell him if his parrot needs to be returned to the pet store.  Write a program that asks the user if their parrot is dead.  If the parrot is dead, the program should inform Reginald that he should return his parrot to the store.</a:t>
            </a:r>
            <a:br>
              <a:rPr lang="en-GB" sz="2400"/>
            </a:br>
            <a:br>
              <a:rPr lang="en-GB" sz="2400"/>
            </a:br>
            <a:endParaRPr sz="2400"/>
          </a:p>
          <a:p>
            <a:pPr indent="0" lvl="0" marL="0" rtl="0" algn="ctr">
              <a:spcBef>
                <a:spcPts val="0"/>
              </a:spcBef>
              <a:spcAft>
                <a:spcPts val="0"/>
              </a:spcAft>
              <a:buNone/>
            </a:pPr>
            <a:r>
              <a:t/>
            </a:r>
            <a:endParaRPr sz="2400"/>
          </a:p>
          <a:p>
            <a:pPr indent="0" lvl="0" marL="0" rtl="0" algn="ctr">
              <a:spcBef>
                <a:spcPts val="0"/>
              </a:spcBef>
              <a:spcAft>
                <a:spcPts val="0"/>
              </a:spcAft>
              <a:buNone/>
            </a:pPr>
            <a:br>
              <a:rPr lang="en-GB" sz="2400"/>
            </a:br>
            <a:br>
              <a:rPr lang="en-GB" sz="2400"/>
            </a:br>
            <a:br>
              <a:rPr lang="en-GB" sz="2400"/>
            </a:br>
            <a:r>
              <a:rPr b="1" lang="en-GB" sz="2400" u="sng"/>
              <a:t>Extension</a:t>
            </a:r>
            <a:endParaRPr b="1" sz="2400" u="sng"/>
          </a:p>
          <a:p>
            <a:pPr indent="0" lvl="0" marL="0" rtl="0" algn="l">
              <a:spcBef>
                <a:spcPts val="0"/>
              </a:spcBef>
              <a:spcAft>
                <a:spcPts val="0"/>
              </a:spcAft>
              <a:buNone/>
            </a:pPr>
            <a:r>
              <a:rPr lang="en-GB" sz="2400"/>
              <a:t>If Reginald says his parrot is not dead, it should keep asking until he agrees it is.</a:t>
            </a:r>
            <a:endParaRPr/>
          </a:p>
        </p:txBody>
      </p:sp>
      <p:pic>
        <p:nvPicPr>
          <p:cNvPr id="103" name="Google Shape;103;p26"/>
          <p:cNvPicPr preferRelativeResize="0"/>
          <p:nvPr/>
        </p:nvPicPr>
        <p:blipFill>
          <a:blip r:embed="rId3">
            <a:alphaModFix/>
          </a:blip>
          <a:stretch>
            <a:fillRect/>
          </a:stretch>
        </p:blipFill>
        <p:spPr>
          <a:xfrm>
            <a:off x="3314700" y="3256513"/>
            <a:ext cx="2514600" cy="1819275"/>
          </a:xfrm>
          <a:prstGeom prst="rect">
            <a:avLst/>
          </a:prstGeom>
          <a:noFill/>
          <a:ln>
            <a:noFill/>
          </a:ln>
        </p:spPr>
      </p:pic>
      <p:pic>
        <p:nvPicPr>
          <p:cNvPr id="104" name="Google Shape;104;p26"/>
          <p:cNvPicPr preferRelativeResize="0"/>
          <p:nvPr/>
        </p:nvPicPr>
        <p:blipFill rotWithShape="1">
          <a:blip r:embed="rId4">
            <a:alphaModFix/>
          </a:blip>
          <a:srcRect b="1067" l="902" r="0" t="1038"/>
          <a:stretch/>
        </p:blipFill>
        <p:spPr>
          <a:xfrm>
            <a:off x="8572800" y="0"/>
            <a:ext cx="571200" cy="5657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27"/>
          <p:cNvSpPr txBox="1"/>
          <p:nvPr>
            <p:ph type="title"/>
          </p:nvPr>
        </p:nvSpPr>
        <p:spPr>
          <a:xfrm>
            <a:off x="311700" y="1108292"/>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Learning Outcomes</a:t>
            </a:r>
            <a:endParaRPr/>
          </a:p>
        </p:txBody>
      </p:sp>
      <p:sp>
        <p:nvSpPr>
          <p:cNvPr id="110" name="Google Shape;110;p27"/>
          <p:cNvSpPr txBox="1"/>
          <p:nvPr>
            <p:ph idx="1" type="body"/>
          </p:nvPr>
        </p:nvSpPr>
        <p:spPr>
          <a:xfrm>
            <a:off x="311700" y="1871800"/>
            <a:ext cx="8520600" cy="24393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n-GB" sz="2400">
                <a:solidFill>
                  <a:srgbClr val="3C1E68"/>
                </a:solidFill>
              </a:rPr>
              <a:t>Topic Question:</a:t>
            </a:r>
            <a:endParaRPr b="1" sz="2400">
              <a:solidFill>
                <a:srgbClr val="3C1E68"/>
              </a:solidFill>
            </a:endParaRPr>
          </a:p>
          <a:p>
            <a:pPr indent="0" lvl="0" marL="0" rtl="0" algn="l">
              <a:lnSpc>
                <a:spcPct val="100000"/>
              </a:lnSpc>
              <a:spcBef>
                <a:spcPts val="0"/>
              </a:spcBef>
              <a:spcAft>
                <a:spcPts val="0"/>
              </a:spcAft>
              <a:buClr>
                <a:schemeClr val="dk1"/>
              </a:buClr>
              <a:buSzPts val="1100"/>
              <a:buFont typeface="Arial"/>
              <a:buNone/>
            </a:pPr>
            <a:r>
              <a:rPr lang="en-GB" sz="2400">
                <a:solidFill>
                  <a:srgbClr val="3C1E68"/>
                </a:solidFill>
              </a:rPr>
              <a:t>How do I code a computer?</a:t>
            </a:r>
            <a:endParaRPr sz="2400">
              <a:solidFill>
                <a:srgbClr val="3C1E68"/>
              </a:solidFill>
            </a:endParaRPr>
          </a:p>
          <a:p>
            <a:pPr indent="0" lvl="0" marL="0" rtl="0" algn="l">
              <a:lnSpc>
                <a:spcPct val="100000"/>
              </a:lnSpc>
              <a:spcBef>
                <a:spcPts val="0"/>
              </a:spcBef>
              <a:spcAft>
                <a:spcPts val="0"/>
              </a:spcAft>
              <a:buClr>
                <a:schemeClr val="dk1"/>
              </a:buClr>
              <a:buSzPts val="1100"/>
              <a:buFont typeface="Arial"/>
              <a:buNone/>
            </a:pPr>
            <a:r>
              <a:t/>
            </a:r>
            <a:endParaRPr sz="2400">
              <a:solidFill>
                <a:srgbClr val="3C1E68"/>
              </a:solidFill>
            </a:endParaRPr>
          </a:p>
          <a:p>
            <a:pPr indent="0" lvl="0" marL="0" rtl="0" algn="l">
              <a:lnSpc>
                <a:spcPct val="100000"/>
              </a:lnSpc>
              <a:spcBef>
                <a:spcPts val="0"/>
              </a:spcBef>
              <a:spcAft>
                <a:spcPts val="0"/>
              </a:spcAft>
              <a:buClr>
                <a:schemeClr val="dk1"/>
              </a:buClr>
              <a:buSzPts val="1100"/>
              <a:buFont typeface="Arial"/>
              <a:buNone/>
            </a:pPr>
            <a:r>
              <a:rPr b="1" lang="en-GB" sz="2400">
                <a:solidFill>
                  <a:srgbClr val="3C1E68"/>
                </a:solidFill>
              </a:rPr>
              <a:t>Lesson Question:</a:t>
            </a:r>
            <a:endParaRPr b="1" sz="2400">
              <a:solidFill>
                <a:srgbClr val="3C1E68"/>
              </a:solidFill>
            </a:endParaRPr>
          </a:p>
          <a:p>
            <a:pPr indent="0" lvl="0" marL="0" rtl="0" algn="l">
              <a:lnSpc>
                <a:spcPct val="100000"/>
              </a:lnSpc>
              <a:spcBef>
                <a:spcPts val="0"/>
              </a:spcBef>
              <a:spcAft>
                <a:spcPts val="0"/>
              </a:spcAft>
              <a:buClr>
                <a:schemeClr val="dk1"/>
              </a:buClr>
              <a:buSzPts val="1100"/>
              <a:buFont typeface="Arial"/>
              <a:buNone/>
            </a:pPr>
            <a:r>
              <a:rPr lang="en-GB" sz="2400">
                <a:solidFill>
                  <a:srgbClr val="3C1E68"/>
                </a:solidFill>
              </a:rPr>
              <a:t>How do I write an if statement?</a:t>
            </a:r>
            <a:endParaRPr sz="2400">
              <a:solidFill>
                <a:srgbClr val="3C1E68"/>
              </a:solidFill>
            </a:endParaRPr>
          </a:p>
          <a:p>
            <a:pPr indent="0" lvl="0" marL="0" rtl="0" algn="l">
              <a:spcBef>
                <a:spcPts val="0"/>
              </a:spcBef>
              <a:spcAft>
                <a:spcPts val="1600"/>
              </a:spcAft>
              <a:buNone/>
            </a:pPr>
            <a:r>
              <a:t/>
            </a:r>
            <a:endParaRPr/>
          </a:p>
        </p:txBody>
      </p:sp>
      <p:pic>
        <p:nvPicPr>
          <p:cNvPr id="111" name="Google Shape;111;p27"/>
          <p:cNvPicPr preferRelativeResize="0"/>
          <p:nvPr/>
        </p:nvPicPr>
        <p:blipFill>
          <a:blip r:embed="rId3">
            <a:alphaModFix/>
          </a:blip>
          <a:stretch>
            <a:fillRect/>
          </a:stretch>
        </p:blipFill>
        <p:spPr>
          <a:xfrm>
            <a:off x="8188900" y="1"/>
            <a:ext cx="955100" cy="93598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cxnSp>
        <p:nvCxnSpPr>
          <p:cNvPr id="116" name="Google Shape;116;p28"/>
          <p:cNvCxnSpPr>
            <a:stCxn id="117" idx="2"/>
          </p:cNvCxnSpPr>
          <p:nvPr/>
        </p:nvCxnSpPr>
        <p:spPr>
          <a:xfrm>
            <a:off x="3253025" y="1315033"/>
            <a:ext cx="0" cy="641700"/>
          </a:xfrm>
          <a:prstGeom prst="straightConnector1">
            <a:avLst/>
          </a:prstGeom>
          <a:noFill/>
          <a:ln cap="flat" cmpd="sng" w="19050">
            <a:solidFill>
              <a:srgbClr val="58308F"/>
            </a:solidFill>
            <a:prstDash val="solid"/>
            <a:miter lim="800000"/>
            <a:headEnd len="sm" w="sm" type="none"/>
            <a:tailEnd len="med" w="med" type="oval"/>
          </a:ln>
        </p:spPr>
      </p:cxnSp>
      <p:sp>
        <p:nvSpPr>
          <p:cNvPr id="118" name="Google Shape;118;p28"/>
          <p:cNvSpPr/>
          <p:nvPr/>
        </p:nvSpPr>
        <p:spPr>
          <a:xfrm flipH="1">
            <a:off x="-9892" y="-96455"/>
            <a:ext cx="9144000" cy="6858000"/>
          </a:xfrm>
          <a:prstGeom prst="rect">
            <a:avLst/>
          </a:prstGeom>
          <a:noFill/>
          <a:ln cap="flat" cmpd="sng" w="228600">
            <a:solidFill>
              <a:srgbClr val="5B329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19" name="Google Shape;119;p28"/>
          <p:cNvCxnSpPr/>
          <p:nvPr/>
        </p:nvCxnSpPr>
        <p:spPr>
          <a:xfrm rot="10800000">
            <a:off x="2753916" y="5258062"/>
            <a:ext cx="0" cy="830400"/>
          </a:xfrm>
          <a:prstGeom prst="straightConnector1">
            <a:avLst/>
          </a:prstGeom>
          <a:noFill/>
          <a:ln cap="flat" cmpd="sng" w="19050">
            <a:solidFill>
              <a:srgbClr val="58308F"/>
            </a:solidFill>
            <a:prstDash val="solid"/>
            <a:miter lim="800000"/>
            <a:headEnd len="sm" w="sm" type="none"/>
            <a:tailEnd len="med" w="med" type="oval"/>
          </a:ln>
        </p:spPr>
      </p:cxnSp>
      <p:cxnSp>
        <p:nvCxnSpPr>
          <p:cNvPr id="120" name="Google Shape;120;p28"/>
          <p:cNvCxnSpPr>
            <a:stCxn id="121" idx="0"/>
          </p:cNvCxnSpPr>
          <p:nvPr/>
        </p:nvCxnSpPr>
        <p:spPr>
          <a:xfrm flipH="1" rot="10800000">
            <a:off x="6533475" y="1855233"/>
            <a:ext cx="13200" cy="507600"/>
          </a:xfrm>
          <a:prstGeom prst="straightConnector1">
            <a:avLst/>
          </a:prstGeom>
          <a:noFill/>
          <a:ln cap="flat" cmpd="sng" w="19050">
            <a:solidFill>
              <a:srgbClr val="58308F"/>
            </a:solidFill>
            <a:prstDash val="solid"/>
            <a:miter lim="800000"/>
            <a:headEnd len="sm" w="sm" type="none"/>
            <a:tailEnd len="med" w="med" type="oval"/>
          </a:ln>
        </p:spPr>
      </p:cxnSp>
      <p:sp>
        <p:nvSpPr>
          <p:cNvPr id="122" name="Google Shape;122;p28"/>
          <p:cNvSpPr txBox="1"/>
          <p:nvPr/>
        </p:nvSpPr>
        <p:spPr>
          <a:xfrm flipH="1">
            <a:off x="2088625" y="2752533"/>
            <a:ext cx="1727700" cy="7617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Arial"/>
              <a:buNone/>
            </a:pPr>
            <a:r>
              <a:rPr lang="en-GB" sz="1200">
                <a:latin typeface="Gill Sans"/>
                <a:ea typeface="Gill Sans"/>
                <a:cs typeface="Gill Sans"/>
                <a:sym typeface="Gill Sans"/>
              </a:rPr>
              <a:t>How do I use arrays?</a:t>
            </a:r>
            <a:endParaRPr i="0" sz="1200" u="none" cap="none" strike="noStrike">
              <a:solidFill>
                <a:srgbClr val="000000"/>
              </a:solidFill>
              <a:latin typeface="Gill Sans"/>
              <a:ea typeface="Gill Sans"/>
              <a:cs typeface="Gill Sans"/>
              <a:sym typeface="Gill Sans"/>
            </a:endParaRPr>
          </a:p>
        </p:txBody>
      </p:sp>
      <p:cxnSp>
        <p:nvCxnSpPr>
          <p:cNvPr id="123" name="Google Shape;123;p28"/>
          <p:cNvCxnSpPr>
            <a:stCxn id="124" idx="0"/>
          </p:cNvCxnSpPr>
          <p:nvPr/>
        </p:nvCxnSpPr>
        <p:spPr>
          <a:xfrm rot="10800000">
            <a:off x="7884375" y="3604667"/>
            <a:ext cx="12000" cy="422700"/>
          </a:xfrm>
          <a:prstGeom prst="straightConnector1">
            <a:avLst/>
          </a:prstGeom>
          <a:noFill/>
          <a:ln cap="flat" cmpd="sng" w="19050">
            <a:solidFill>
              <a:srgbClr val="58308F"/>
            </a:solidFill>
            <a:prstDash val="solid"/>
            <a:miter lim="800000"/>
            <a:headEnd len="sm" w="sm" type="none"/>
            <a:tailEnd len="med" w="med" type="oval"/>
          </a:ln>
        </p:spPr>
      </p:cxnSp>
      <p:cxnSp>
        <p:nvCxnSpPr>
          <p:cNvPr id="125" name="Google Shape;125;p28"/>
          <p:cNvCxnSpPr/>
          <p:nvPr/>
        </p:nvCxnSpPr>
        <p:spPr>
          <a:xfrm>
            <a:off x="2962367" y="3143967"/>
            <a:ext cx="0" cy="571500"/>
          </a:xfrm>
          <a:prstGeom prst="straightConnector1">
            <a:avLst/>
          </a:prstGeom>
          <a:noFill/>
          <a:ln cap="flat" cmpd="sng" w="19050">
            <a:solidFill>
              <a:srgbClr val="58308F"/>
            </a:solidFill>
            <a:prstDash val="solid"/>
            <a:miter lim="800000"/>
            <a:headEnd len="sm" w="sm" type="none"/>
            <a:tailEnd len="med" w="med" type="oval"/>
          </a:ln>
        </p:spPr>
      </p:cxnSp>
      <p:sp>
        <p:nvSpPr>
          <p:cNvPr id="126" name="Google Shape;126;p28"/>
          <p:cNvSpPr txBox="1"/>
          <p:nvPr/>
        </p:nvSpPr>
        <p:spPr>
          <a:xfrm flipH="1">
            <a:off x="1596949" y="6077633"/>
            <a:ext cx="2400300" cy="5745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Arial"/>
              <a:buNone/>
            </a:pPr>
            <a:r>
              <a:rPr lang="en-GB" sz="1200">
                <a:latin typeface="Gill Sans"/>
                <a:ea typeface="Gill Sans"/>
                <a:cs typeface="Gill Sans"/>
                <a:sym typeface="Gill Sans"/>
              </a:rPr>
              <a:t>When should I use iteration?</a:t>
            </a:r>
            <a:endParaRPr b="0" i="0" sz="1200" u="none" cap="none" strike="noStrike">
              <a:solidFill>
                <a:srgbClr val="000000"/>
              </a:solidFill>
              <a:latin typeface="Arial"/>
              <a:ea typeface="Arial"/>
              <a:cs typeface="Arial"/>
              <a:sym typeface="Arial"/>
            </a:endParaRPr>
          </a:p>
        </p:txBody>
      </p:sp>
      <p:cxnSp>
        <p:nvCxnSpPr>
          <p:cNvPr id="127" name="Google Shape;127;p28"/>
          <p:cNvCxnSpPr/>
          <p:nvPr/>
        </p:nvCxnSpPr>
        <p:spPr>
          <a:xfrm>
            <a:off x="3997256" y="4984117"/>
            <a:ext cx="0" cy="753900"/>
          </a:xfrm>
          <a:prstGeom prst="straightConnector1">
            <a:avLst/>
          </a:prstGeom>
          <a:noFill/>
          <a:ln cap="flat" cmpd="sng" w="19050">
            <a:solidFill>
              <a:srgbClr val="58308F"/>
            </a:solidFill>
            <a:prstDash val="solid"/>
            <a:miter lim="800000"/>
            <a:headEnd len="sm" w="sm" type="none"/>
            <a:tailEnd len="med" w="med" type="oval"/>
          </a:ln>
        </p:spPr>
      </p:cxnSp>
      <p:sp>
        <p:nvSpPr>
          <p:cNvPr id="128" name="Google Shape;128;p28"/>
          <p:cNvSpPr txBox="1"/>
          <p:nvPr/>
        </p:nvSpPr>
        <p:spPr>
          <a:xfrm flipH="1">
            <a:off x="2876479" y="4695050"/>
            <a:ext cx="2349000" cy="5745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Arial"/>
              <a:buNone/>
            </a:pPr>
            <a:r>
              <a:rPr lang="en-GB" sz="1200">
                <a:latin typeface="Gill Sans"/>
                <a:ea typeface="Gill Sans"/>
                <a:cs typeface="Gill Sans"/>
                <a:sym typeface="Gill Sans"/>
              </a:rPr>
              <a:t>How do I write an if statement?</a:t>
            </a:r>
            <a:endParaRPr b="0" i="0" sz="1200" u="none" cap="none" strike="noStrike">
              <a:solidFill>
                <a:srgbClr val="000000"/>
              </a:solidFill>
              <a:latin typeface="Arial"/>
              <a:ea typeface="Arial"/>
              <a:cs typeface="Arial"/>
              <a:sym typeface="Arial"/>
            </a:endParaRPr>
          </a:p>
        </p:txBody>
      </p:sp>
      <p:sp>
        <p:nvSpPr>
          <p:cNvPr id="129" name="Google Shape;129;p28"/>
          <p:cNvSpPr txBox="1"/>
          <p:nvPr/>
        </p:nvSpPr>
        <p:spPr>
          <a:xfrm flipH="1">
            <a:off x="892577" y="4238600"/>
            <a:ext cx="2052600" cy="5745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Arial"/>
              <a:buNone/>
            </a:pPr>
            <a:r>
              <a:rPr lang="en-GB" sz="1200">
                <a:latin typeface="Gill Sans"/>
                <a:ea typeface="Gill Sans"/>
                <a:cs typeface="Gill Sans"/>
                <a:sym typeface="Gill Sans"/>
              </a:rPr>
              <a:t>What are the different types of iteration?</a:t>
            </a:r>
            <a:endParaRPr b="0" i="0" sz="1200" u="none" cap="none" strike="noStrike">
              <a:solidFill>
                <a:srgbClr val="000000"/>
              </a:solidFill>
              <a:latin typeface="Arial"/>
              <a:ea typeface="Arial"/>
              <a:cs typeface="Arial"/>
              <a:sym typeface="Arial"/>
            </a:endParaRPr>
          </a:p>
        </p:txBody>
      </p:sp>
      <p:cxnSp>
        <p:nvCxnSpPr>
          <p:cNvPr id="130" name="Google Shape;130;p28"/>
          <p:cNvCxnSpPr/>
          <p:nvPr/>
        </p:nvCxnSpPr>
        <p:spPr>
          <a:xfrm rot="10800000">
            <a:off x="582975" y="4523067"/>
            <a:ext cx="424200" cy="0"/>
          </a:xfrm>
          <a:prstGeom prst="straightConnector1">
            <a:avLst/>
          </a:prstGeom>
          <a:noFill/>
          <a:ln cap="flat" cmpd="sng" w="19050">
            <a:solidFill>
              <a:srgbClr val="58308F"/>
            </a:solidFill>
            <a:prstDash val="solid"/>
            <a:miter lim="800000"/>
            <a:headEnd len="sm" w="sm" type="none"/>
            <a:tailEnd len="med" w="med" type="oval"/>
          </a:ln>
        </p:spPr>
      </p:cxnSp>
      <p:sp>
        <p:nvSpPr>
          <p:cNvPr id="131" name="Google Shape;131;p28"/>
          <p:cNvSpPr txBox="1"/>
          <p:nvPr/>
        </p:nvSpPr>
        <p:spPr>
          <a:xfrm flipH="1">
            <a:off x="5129016" y="6077133"/>
            <a:ext cx="1903500" cy="3900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Arial"/>
              <a:buNone/>
            </a:pPr>
            <a:r>
              <a:rPr lang="en-GB" sz="1200">
                <a:latin typeface="Gill Sans"/>
                <a:ea typeface="Gill Sans"/>
                <a:cs typeface="Gill Sans"/>
                <a:sym typeface="Gill Sans"/>
              </a:rPr>
              <a:t>How do I get input from a user?</a:t>
            </a:r>
            <a:endParaRPr b="0" i="0" sz="1200" u="none" cap="none" strike="noStrike">
              <a:solidFill>
                <a:srgbClr val="000000"/>
              </a:solidFill>
              <a:latin typeface="Arial"/>
              <a:ea typeface="Arial"/>
              <a:cs typeface="Arial"/>
              <a:sym typeface="Arial"/>
            </a:endParaRPr>
          </a:p>
        </p:txBody>
      </p:sp>
      <p:cxnSp>
        <p:nvCxnSpPr>
          <p:cNvPr id="132" name="Google Shape;132;p28"/>
          <p:cNvCxnSpPr/>
          <p:nvPr/>
        </p:nvCxnSpPr>
        <p:spPr>
          <a:xfrm rot="10800000">
            <a:off x="6106716" y="5258062"/>
            <a:ext cx="0" cy="830400"/>
          </a:xfrm>
          <a:prstGeom prst="straightConnector1">
            <a:avLst/>
          </a:prstGeom>
          <a:noFill/>
          <a:ln cap="flat" cmpd="sng" w="19050">
            <a:solidFill>
              <a:srgbClr val="58308F"/>
            </a:solidFill>
            <a:prstDash val="solid"/>
            <a:miter lim="800000"/>
            <a:headEnd len="sm" w="sm" type="none"/>
            <a:tailEnd len="med" w="med" type="oval"/>
          </a:ln>
        </p:spPr>
      </p:cxnSp>
      <p:sp>
        <p:nvSpPr>
          <p:cNvPr id="133" name="Google Shape;133;p28"/>
          <p:cNvSpPr/>
          <p:nvPr/>
        </p:nvSpPr>
        <p:spPr>
          <a:xfrm flipH="1" rot="-5400000">
            <a:off x="1092388" y="1444108"/>
            <a:ext cx="1146900" cy="741300"/>
          </a:xfrm>
          <a:prstGeom prst="triangle">
            <a:avLst>
              <a:gd fmla="val 50000" name="adj"/>
            </a:avLst>
          </a:prstGeom>
          <a:solidFill>
            <a:srgbClr val="9C88C1"/>
          </a:solidFill>
          <a:ln cap="flat" cmpd="sng" w="12700">
            <a:solidFill>
              <a:srgbClr val="9C88C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34" name="Google Shape;134;p28"/>
          <p:cNvSpPr/>
          <p:nvPr/>
        </p:nvSpPr>
        <p:spPr>
          <a:xfrm flipH="1">
            <a:off x="1206666" y="5193733"/>
            <a:ext cx="6369600" cy="743700"/>
          </a:xfrm>
          <a:prstGeom prst="rect">
            <a:avLst/>
          </a:prstGeom>
          <a:solidFill>
            <a:srgbClr val="9C88C1"/>
          </a:solidFill>
          <a:ln cap="flat" cmpd="sng" w="12700">
            <a:solidFill>
              <a:srgbClr val="9C88C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35" name="Google Shape;135;p28"/>
          <p:cNvSpPr/>
          <p:nvPr/>
        </p:nvSpPr>
        <p:spPr>
          <a:xfrm flipH="1">
            <a:off x="1252691" y="3307367"/>
            <a:ext cx="5957700" cy="743700"/>
          </a:xfrm>
          <a:prstGeom prst="rect">
            <a:avLst/>
          </a:prstGeom>
          <a:solidFill>
            <a:srgbClr val="9C88C1"/>
          </a:solidFill>
          <a:ln cap="flat" cmpd="sng" w="12700">
            <a:solidFill>
              <a:srgbClr val="9C88C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36" name="Google Shape;136;p28"/>
          <p:cNvSpPr/>
          <p:nvPr/>
        </p:nvSpPr>
        <p:spPr>
          <a:xfrm flipH="1">
            <a:off x="2015166" y="1436300"/>
            <a:ext cx="5256300" cy="743700"/>
          </a:xfrm>
          <a:prstGeom prst="rect">
            <a:avLst/>
          </a:prstGeom>
          <a:solidFill>
            <a:srgbClr val="9C88C1"/>
          </a:solidFill>
          <a:ln cap="flat" cmpd="sng" w="12700">
            <a:solidFill>
              <a:srgbClr val="9C88C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37" name="Google Shape;137;p28"/>
          <p:cNvSpPr/>
          <p:nvPr/>
        </p:nvSpPr>
        <p:spPr>
          <a:xfrm flipH="1" rot="-5400393">
            <a:off x="-10025" y="3539333"/>
            <a:ext cx="2624400" cy="2164200"/>
          </a:xfrm>
          <a:prstGeom prst="blockArc">
            <a:avLst>
              <a:gd fmla="val 10757304" name="adj1"/>
              <a:gd fmla="val 78374" name="adj2"/>
              <a:gd fmla="val 33701" name="adj3"/>
            </a:avLst>
          </a:prstGeom>
          <a:solidFill>
            <a:srgbClr val="9C88C1"/>
          </a:solidFill>
          <a:ln cap="flat" cmpd="sng" w="12700">
            <a:solidFill>
              <a:srgbClr val="9C88C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38" name="Google Shape;138;p28"/>
          <p:cNvSpPr txBox="1"/>
          <p:nvPr/>
        </p:nvSpPr>
        <p:spPr>
          <a:xfrm flipH="1">
            <a:off x="2317250" y="80733"/>
            <a:ext cx="3858300" cy="8544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r>
              <a:rPr b="1" lang="en-GB" sz="1800">
                <a:solidFill>
                  <a:schemeClr val="dk1"/>
                </a:solidFill>
                <a:latin typeface="Gill Sans"/>
                <a:ea typeface="Gill Sans"/>
                <a:cs typeface="Gill Sans"/>
                <a:sym typeface="Gill Sans"/>
              </a:rPr>
              <a:t>How do I write algorithms by hand?</a:t>
            </a:r>
            <a:endParaRPr b="1" sz="1800">
              <a:solidFill>
                <a:schemeClr val="dk1"/>
              </a:solidFill>
              <a:latin typeface="Gill Sans"/>
              <a:ea typeface="Gill Sans"/>
              <a:cs typeface="Gill Sans"/>
              <a:sym typeface="Gill Sans"/>
            </a:endParaRPr>
          </a:p>
        </p:txBody>
      </p:sp>
      <p:pic>
        <p:nvPicPr>
          <p:cNvPr id="139" name="Google Shape;139;p28"/>
          <p:cNvPicPr preferRelativeResize="0"/>
          <p:nvPr/>
        </p:nvPicPr>
        <p:blipFill rotWithShape="1">
          <a:blip r:embed="rId3">
            <a:alphaModFix/>
          </a:blip>
          <a:srcRect b="47266" l="31958" r="30497" t="29363"/>
          <a:stretch/>
        </p:blipFill>
        <p:spPr>
          <a:xfrm>
            <a:off x="132867" y="61967"/>
            <a:ext cx="2184299" cy="1019234"/>
          </a:xfrm>
          <a:prstGeom prst="rect">
            <a:avLst/>
          </a:prstGeom>
          <a:noFill/>
          <a:ln>
            <a:noFill/>
          </a:ln>
        </p:spPr>
      </p:pic>
      <p:sp>
        <p:nvSpPr>
          <p:cNvPr id="140" name="Google Shape;140;p28"/>
          <p:cNvSpPr txBox="1"/>
          <p:nvPr/>
        </p:nvSpPr>
        <p:spPr>
          <a:xfrm flipH="1">
            <a:off x="6175550" y="80733"/>
            <a:ext cx="2812200" cy="5745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2000"/>
              <a:buFont typeface="Arial"/>
              <a:buNone/>
            </a:pPr>
            <a:r>
              <a:rPr b="1" lang="en-GB" sz="2000">
                <a:latin typeface="Gill Sans"/>
                <a:ea typeface="Gill Sans"/>
                <a:cs typeface="Gill Sans"/>
                <a:sym typeface="Gill Sans"/>
              </a:rPr>
              <a:t>Y11 - Algorithms</a:t>
            </a:r>
            <a:endParaRPr b="1" i="0" sz="2000" u="none" cap="none" strike="noStrike">
              <a:solidFill>
                <a:srgbClr val="000000"/>
              </a:solidFill>
              <a:latin typeface="Arial"/>
              <a:ea typeface="Arial"/>
              <a:cs typeface="Arial"/>
              <a:sym typeface="Arial"/>
            </a:endParaRPr>
          </a:p>
        </p:txBody>
      </p:sp>
      <p:sp>
        <p:nvSpPr>
          <p:cNvPr id="141" name="Google Shape;141;p28"/>
          <p:cNvSpPr/>
          <p:nvPr/>
        </p:nvSpPr>
        <p:spPr>
          <a:xfrm flipH="1">
            <a:off x="7230991" y="4782400"/>
            <a:ext cx="1212000" cy="1581900"/>
          </a:xfrm>
          <a:prstGeom prst="ellipse">
            <a:avLst/>
          </a:prstGeom>
          <a:solidFill>
            <a:srgbClr val="5A3394"/>
          </a:solidFill>
          <a:ln cap="flat" cmpd="sng" w="57150">
            <a:solidFill>
              <a:srgbClr val="7F7F7F"/>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GB" sz="1600">
                <a:solidFill>
                  <a:schemeClr val="lt1"/>
                </a:solidFill>
                <a:latin typeface="Gill Sans"/>
                <a:ea typeface="Gill Sans"/>
                <a:cs typeface="Gill Sans"/>
                <a:sym typeface="Gill Sans"/>
              </a:rPr>
              <a:t>Start</a:t>
            </a:r>
            <a:endParaRPr b="1" i="0" sz="1600" u="none" cap="none" strike="noStrike">
              <a:solidFill>
                <a:schemeClr val="lt1"/>
              </a:solidFill>
              <a:latin typeface="Gill Sans"/>
              <a:ea typeface="Gill Sans"/>
              <a:cs typeface="Gill Sans"/>
              <a:sym typeface="Gill Sans"/>
            </a:endParaRPr>
          </a:p>
        </p:txBody>
      </p:sp>
      <p:sp>
        <p:nvSpPr>
          <p:cNvPr id="142" name="Google Shape;142;p28"/>
          <p:cNvSpPr/>
          <p:nvPr/>
        </p:nvSpPr>
        <p:spPr>
          <a:xfrm>
            <a:off x="179125" y="1017100"/>
            <a:ext cx="1212000" cy="1581900"/>
          </a:xfrm>
          <a:prstGeom prst="ellipse">
            <a:avLst/>
          </a:prstGeom>
          <a:solidFill>
            <a:srgbClr val="5A3394"/>
          </a:solidFill>
          <a:ln cap="flat" cmpd="sng" w="57150">
            <a:solidFill>
              <a:srgbClr val="7F7F7F"/>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GB" sz="1600">
                <a:solidFill>
                  <a:schemeClr val="lt1"/>
                </a:solidFill>
                <a:latin typeface="Gill Sans"/>
                <a:ea typeface="Gill Sans"/>
                <a:cs typeface="Gill Sans"/>
                <a:sym typeface="Gill Sans"/>
              </a:rPr>
              <a:t>Practice</a:t>
            </a:r>
            <a:endParaRPr b="1" i="0" sz="1600" u="none" cap="none" strike="noStrike">
              <a:solidFill>
                <a:schemeClr val="lt1"/>
              </a:solidFill>
              <a:latin typeface="Gill Sans"/>
              <a:ea typeface="Gill Sans"/>
              <a:cs typeface="Gill Sans"/>
              <a:sym typeface="Gill Sans"/>
            </a:endParaRPr>
          </a:p>
        </p:txBody>
      </p:sp>
      <p:pic>
        <p:nvPicPr>
          <p:cNvPr id="143" name="Google Shape;143;p28"/>
          <p:cNvPicPr preferRelativeResize="0"/>
          <p:nvPr/>
        </p:nvPicPr>
        <p:blipFill rotWithShape="1">
          <a:blip r:embed="rId4">
            <a:alphaModFix/>
          </a:blip>
          <a:srcRect b="19522" l="0" r="70153" t="17259"/>
          <a:stretch/>
        </p:blipFill>
        <p:spPr>
          <a:xfrm flipH="1">
            <a:off x="2087315" y="1427167"/>
            <a:ext cx="269700" cy="761666"/>
          </a:xfrm>
          <a:prstGeom prst="rect">
            <a:avLst/>
          </a:prstGeom>
          <a:noFill/>
          <a:ln>
            <a:noFill/>
          </a:ln>
        </p:spPr>
      </p:pic>
      <p:sp>
        <p:nvSpPr>
          <p:cNvPr id="121" name="Google Shape;121;p28"/>
          <p:cNvSpPr txBox="1"/>
          <p:nvPr/>
        </p:nvSpPr>
        <p:spPr>
          <a:xfrm flipH="1">
            <a:off x="5669625" y="2362833"/>
            <a:ext cx="1727700" cy="7617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Arial"/>
              <a:buNone/>
            </a:pPr>
            <a:r>
              <a:rPr lang="en-GB" sz="1200">
                <a:latin typeface="Gill Sans"/>
                <a:ea typeface="Gill Sans"/>
                <a:cs typeface="Gill Sans"/>
                <a:sym typeface="Gill Sans"/>
              </a:rPr>
              <a:t>What are subprograms and how do I use them?</a:t>
            </a:r>
            <a:endParaRPr i="0" sz="1200" u="none" cap="none" strike="noStrike">
              <a:solidFill>
                <a:srgbClr val="000000"/>
              </a:solidFill>
              <a:latin typeface="Gill Sans"/>
              <a:ea typeface="Gill Sans"/>
              <a:cs typeface="Gill Sans"/>
              <a:sym typeface="Gill Sans"/>
            </a:endParaRPr>
          </a:p>
        </p:txBody>
      </p:sp>
      <p:sp>
        <p:nvSpPr>
          <p:cNvPr id="124" name="Google Shape;124;p28"/>
          <p:cNvSpPr txBox="1"/>
          <p:nvPr/>
        </p:nvSpPr>
        <p:spPr>
          <a:xfrm flipH="1">
            <a:off x="7032525" y="4027367"/>
            <a:ext cx="1727700" cy="7617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Arial"/>
              <a:buNone/>
            </a:pPr>
            <a:r>
              <a:rPr lang="en-GB" sz="1200">
                <a:latin typeface="Gill Sans"/>
                <a:ea typeface="Gill Sans"/>
                <a:cs typeface="Gill Sans"/>
                <a:sym typeface="Gill Sans"/>
              </a:rPr>
              <a:t>When do I need to manipulate strings?</a:t>
            </a:r>
            <a:endParaRPr i="0" sz="1200" u="none" cap="none" strike="noStrike">
              <a:solidFill>
                <a:srgbClr val="000000"/>
              </a:solidFill>
              <a:latin typeface="Gill Sans"/>
              <a:ea typeface="Gill Sans"/>
              <a:cs typeface="Gill Sans"/>
              <a:sym typeface="Gill Sans"/>
            </a:endParaRPr>
          </a:p>
        </p:txBody>
      </p:sp>
      <p:sp>
        <p:nvSpPr>
          <p:cNvPr id="117" name="Google Shape;117;p28"/>
          <p:cNvSpPr txBox="1"/>
          <p:nvPr/>
        </p:nvSpPr>
        <p:spPr>
          <a:xfrm flipH="1">
            <a:off x="2389175" y="743533"/>
            <a:ext cx="1727700" cy="571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000"/>
              <a:buFont typeface="Arial"/>
              <a:buNone/>
            </a:pPr>
            <a:r>
              <a:rPr lang="en-GB" sz="1200">
                <a:latin typeface="Gill Sans"/>
                <a:ea typeface="Gill Sans"/>
                <a:cs typeface="Gill Sans"/>
                <a:sym typeface="Gill Sans"/>
              </a:rPr>
              <a:t>How do I write data to a file?</a:t>
            </a:r>
            <a:endParaRPr i="0" sz="1200" u="none" cap="none" strike="noStrike">
              <a:solidFill>
                <a:srgbClr val="000000"/>
              </a:solidFill>
              <a:latin typeface="Gill Sans"/>
              <a:ea typeface="Gill Sans"/>
              <a:cs typeface="Gill Sans"/>
              <a:sym typeface="Gill Sans"/>
            </a:endParaRPr>
          </a:p>
        </p:txBody>
      </p:sp>
      <p:sp>
        <p:nvSpPr>
          <p:cNvPr id="144" name="Google Shape;144;p28"/>
          <p:cNvSpPr/>
          <p:nvPr/>
        </p:nvSpPr>
        <p:spPr>
          <a:xfrm flipH="1" rot="5400000">
            <a:off x="5861416" y="1651736"/>
            <a:ext cx="2613900" cy="2184300"/>
          </a:xfrm>
          <a:prstGeom prst="blockArc">
            <a:avLst>
              <a:gd fmla="val 10757304" name="adj1"/>
              <a:gd fmla="val 212263" name="adj2"/>
              <a:gd fmla="val 34227" name="adj3"/>
            </a:avLst>
          </a:prstGeom>
          <a:solidFill>
            <a:srgbClr val="9C88C1"/>
          </a:solidFill>
          <a:ln cap="flat" cmpd="sng" w="12700">
            <a:solidFill>
              <a:srgbClr val="9C88C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pic>
        <p:nvPicPr>
          <p:cNvPr id="145" name="Google Shape;145;p28"/>
          <p:cNvPicPr preferRelativeResize="0"/>
          <p:nvPr/>
        </p:nvPicPr>
        <p:blipFill>
          <a:blip r:embed="rId5">
            <a:alphaModFix/>
          </a:blip>
          <a:stretch>
            <a:fillRect/>
          </a:stretch>
        </p:blipFill>
        <p:spPr>
          <a:xfrm>
            <a:off x="287200" y="4970233"/>
            <a:ext cx="1342450" cy="1342450"/>
          </a:xfrm>
          <a:prstGeom prst="rect">
            <a:avLst/>
          </a:prstGeom>
          <a:noFill/>
          <a:ln>
            <a:noFill/>
          </a:ln>
        </p:spPr>
      </p:pic>
      <p:pic>
        <p:nvPicPr>
          <p:cNvPr id="146" name="Google Shape;146;p28"/>
          <p:cNvPicPr preferRelativeResize="0"/>
          <p:nvPr/>
        </p:nvPicPr>
        <p:blipFill>
          <a:blip r:embed="rId6">
            <a:alphaModFix/>
          </a:blip>
          <a:stretch>
            <a:fillRect/>
          </a:stretch>
        </p:blipFill>
        <p:spPr>
          <a:xfrm>
            <a:off x="3774550" y="3307362"/>
            <a:ext cx="1342449" cy="1068153"/>
          </a:xfrm>
          <a:prstGeom prst="rect">
            <a:avLst/>
          </a:prstGeom>
          <a:noFill/>
          <a:ln>
            <a:noFill/>
          </a:ln>
        </p:spPr>
      </p:pic>
      <p:pic>
        <p:nvPicPr>
          <p:cNvPr id="147" name="Google Shape;147;p28"/>
          <p:cNvPicPr preferRelativeResize="0"/>
          <p:nvPr/>
        </p:nvPicPr>
        <p:blipFill>
          <a:blip r:embed="rId7">
            <a:alphaModFix/>
          </a:blip>
          <a:stretch>
            <a:fillRect/>
          </a:stretch>
        </p:blipFill>
        <p:spPr>
          <a:xfrm>
            <a:off x="3225309" y="4998267"/>
            <a:ext cx="1543890" cy="860100"/>
          </a:xfrm>
          <a:prstGeom prst="rect">
            <a:avLst/>
          </a:prstGeom>
          <a:noFill/>
          <a:ln>
            <a:noFill/>
          </a:ln>
        </p:spPr>
      </p:pic>
      <p:pic>
        <p:nvPicPr>
          <p:cNvPr id="148" name="Google Shape;148;p28"/>
          <p:cNvPicPr preferRelativeResize="0"/>
          <p:nvPr/>
        </p:nvPicPr>
        <p:blipFill>
          <a:blip r:embed="rId8">
            <a:alphaModFix/>
          </a:blip>
          <a:stretch>
            <a:fillRect/>
          </a:stretch>
        </p:blipFill>
        <p:spPr>
          <a:xfrm>
            <a:off x="5827309" y="3574704"/>
            <a:ext cx="1105003" cy="1068150"/>
          </a:xfrm>
          <a:prstGeom prst="rect">
            <a:avLst/>
          </a:prstGeom>
          <a:noFill/>
          <a:ln>
            <a:noFill/>
          </a:ln>
        </p:spPr>
      </p:pic>
      <p:pic>
        <p:nvPicPr>
          <p:cNvPr id="149" name="Google Shape;149;p28"/>
          <p:cNvPicPr preferRelativeResize="0"/>
          <p:nvPr/>
        </p:nvPicPr>
        <p:blipFill>
          <a:blip r:embed="rId9">
            <a:alphaModFix/>
          </a:blip>
          <a:stretch>
            <a:fillRect/>
          </a:stretch>
        </p:blipFill>
        <p:spPr>
          <a:xfrm>
            <a:off x="3617025" y="2211285"/>
            <a:ext cx="2052600" cy="798518"/>
          </a:xfrm>
          <a:prstGeom prst="rect">
            <a:avLst/>
          </a:prstGeom>
          <a:noFill/>
          <a:ln>
            <a:noFill/>
          </a:ln>
        </p:spPr>
      </p:pic>
      <p:pic>
        <p:nvPicPr>
          <p:cNvPr id="150" name="Google Shape;150;p28"/>
          <p:cNvPicPr preferRelativeResize="0"/>
          <p:nvPr/>
        </p:nvPicPr>
        <p:blipFill>
          <a:blip r:embed="rId10">
            <a:alphaModFix/>
          </a:blip>
          <a:stretch>
            <a:fillRect/>
          </a:stretch>
        </p:blipFill>
        <p:spPr>
          <a:xfrm>
            <a:off x="2997124" y="1402934"/>
            <a:ext cx="511813" cy="571249"/>
          </a:xfrm>
          <a:prstGeom prst="rect">
            <a:avLst/>
          </a:prstGeom>
          <a:noFill/>
          <a:ln>
            <a:noFill/>
          </a:ln>
        </p:spPr>
      </p:pic>
      <p:pic>
        <p:nvPicPr>
          <p:cNvPr id="151" name="Google Shape;151;p28"/>
          <p:cNvPicPr preferRelativeResize="0"/>
          <p:nvPr/>
        </p:nvPicPr>
        <p:blipFill>
          <a:blip r:embed="rId11">
            <a:alphaModFix/>
          </a:blip>
          <a:stretch>
            <a:fillRect/>
          </a:stretch>
        </p:blipFill>
        <p:spPr>
          <a:xfrm>
            <a:off x="5225475" y="1132917"/>
            <a:ext cx="1033649" cy="1022674"/>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9"/>
          <p:cNvSpPr txBox="1"/>
          <p:nvPr>
            <p:ph type="ctrTitle"/>
          </p:nvPr>
        </p:nvSpPr>
        <p:spPr>
          <a:xfrm>
            <a:off x="311700" y="992774"/>
            <a:ext cx="8520600" cy="5710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GB" sz="2400"/>
              <a:t>On your MWB, write an algorithm for the following:</a:t>
            </a:r>
            <a:endParaRPr b="1" sz="2400"/>
          </a:p>
          <a:p>
            <a:pPr indent="-381000" lvl="0" marL="457200" rtl="0" algn="l">
              <a:spcBef>
                <a:spcPts val="0"/>
              </a:spcBef>
              <a:spcAft>
                <a:spcPts val="0"/>
              </a:spcAft>
              <a:buSzPts val="2400"/>
              <a:buChar char="●"/>
            </a:pPr>
            <a:r>
              <a:rPr lang="en-GB" sz="2400"/>
              <a:t>Maria wants a program that can determine if her cat is happy or not.</a:t>
            </a:r>
            <a:endParaRPr sz="2400"/>
          </a:p>
          <a:p>
            <a:pPr indent="-381000" lvl="0" marL="457200" rtl="0" algn="l">
              <a:spcBef>
                <a:spcPts val="0"/>
              </a:spcBef>
              <a:spcAft>
                <a:spcPts val="0"/>
              </a:spcAft>
              <a:buSzPts val="2400"/>
              <a:buChar char="●"/>
            </a:pPr>
            <a:r>
              <a:rPr lang="en-GB" sz="2400"/>
              <a:t>Your algorithm should:</a:t>
            </a:r>
            <a:endParaRPr sz="2400"/>
          </a:p>
          <a:p>
            <a:pPr indent="-381000" lvl="1" marL="914400" rtl="0" algn="l">
              <a:spcBef>
                <a:spcPts val="0"/>
              </a:spcBef>
              <a:spcAft>
                <a:spcPts val="0"/>
              </a:spcAft>
              <a:buSzPts val="2400"/>
              <a:buChar char="○"/>
            </a:pPr>
            <a:r>
              <a:rPr lang="en-GB" sz="2400">
                <a:solidFill>
                  <a:srgbClr val="3C1E68"/>
                </a:solidFill>
                <a:latin typeface="Gill Sans"/>
                <a:ea typeface="Gill Sans"/>
                <a:cs typeface="Gill Sans"/>
                <a:sym typeface="Gill Sans"/>
              </a:rPr>
              <a:t>Ask “is the cat is purring?”</a:t>
            </a:r>
            <a:endParaRPr sz="2400">
              <a:solidFill>
                <a:srgbClr val="3C1E68"/>
              </a:solidFill>
              <a:latin typeface="Gill Sans"/>
              <a:ea typeface="Gill Sans"/>
              <a:cs typeface="Gill Sans"/>
              <a:sym typeface="Gill Sans"/>
            </a:endParaRPr>
          </a:p>
          <a:p>
            <a:pPr indent="-381000" lvl="1" marL="914400" rtl="0" algn="l">
              <a:spcBef>
                <a:spcPts val="0"/>
              </a:spcBef>
              <a:spcAft>
                <a:spcPts val="0"/>
              </a:spcAft>
              <a:buSzPts val="2400"/>
              <a:buChar char="○"/>
            </a:pPr>
            <a:r>
              <a:rPr lang="en-GB" sz="2400">
                <a:solidFill>
                  <a:srgbClr val="3C1E68"/>
                </a:solidFill>
                <a:latin typeface="Gill Sans"/>
                <a:ea typeface="Gill Sans"/>
                <a:cs typeface="Gill Sans"/>
                <a:sym typeface="Gill Sans"/>
              </a:rPr>
              <a:t>If the cat is purring, it should </a:t>
            </a:r>
            <a:br>
              <a:rPr lang="en-GB" sz="2400">
                <a:solidFill>
                  <a:srgbClr val="3C1E68"/>
                </a:solidFill>
                <a:latin typeface="Gill Sans"/>
                <a:ea typeface="Gill Sans"/>
                <a:cs typeface="Gill Sans"/>
                <a:sym typeface="Gill Sans"/>
              </a:rPr>
            </a:br>
            <a:r>
              <a:rPr lang="en-GB" sz="2400">
                <a:solidFill>
                  <a:srgbClr val="3C1E68"/>
                </a:solidFill>
                <a:latin typeface="Gill Sans"/>
                <a:ea typeface="Gill Sans"/>
                <a:cs typeface="Gill Sans"/>
                <a:sym typeface="Gill Sans"/>
              </a:rPr>
              <a:t>output “The cat is happy!”</a:t>
            </a:r>
            <a:endParaRPr sz="2400">
              <a:solidFill>
                <a:srgbClr val="3C1E68"/>
              </a:solidFill>
              <a:latin typeface="Gill Sans"/>
              <a:ea typeface="Gill Sans"/>
              <a:cs typeface="Gill Sans"/>
              <a:sym typeface="Gill Sans"/>
            </a:endParaRPr>
          </a:p>
          <a:p>
            <a:pPr indent="-381000" lvl="1" marL="914400" rtl="0" algn="l">
              <a:spcBef>
                <a:spcPts val="0"/>
              </a:spcBef>
              <a:spcAft>
                <a:spcPts val="0"/>
              </a:spcAft>
              <a:buSzPts val="2400"/>
              <a:buChar char="○"/>
            </a:pPr>
            <a:r>
              <a:rPr lang="en-GB" sz="2400">
                <a:solidFill>
                  <a:srgbClr val="3C1E68"/>
                </a:solidFill>
                <a:latin typeface="Gill Sans"/>
                <a:ea typeface="Gill Sans"/>
                <a:cs typeface="Gill Sans"/>
                <a:sym typeface="Gill Sans"/>
              </a:rPr>
              <a:t>If it is not purring, it should </a:t>
            </a:r>
            <a:br>
              <a:rPr lang="en-GB" sz="2400">
                <a:solidFill>
                  <a:srgbClr val="3C1E68"/>
                </a:solidFill>
                <a:latin typeface="Gill Sans"/>
                <a:ea typeface="Gill Sans"/>
                <a:cs typeface="Gill Sans"/>
                <a:sym typeface="Gill Sans"/>
              </a:rPr>
            </a:br>
            <a:r>
              <a:rPr lang="en-GB" sz="2400">
                <a:solidFill>
                  <a:srgbClr val="3C1E68"/>
                </a:solidFill>
                <a:latin typeface="Gill Sans"/>
                <a:ea typeface="Gill Sans"/>
                <a:cs typeface="Gill Sans"/>
                <a:sym typeface="Gill Sans"/>
              </a:rPr>
              <a:t>output “The cat is not happy.</a:t>
            </a:r>
            <a:r>
              <a:rPr lang="en-GB" sz="2400"/>
              <a:t>”</a:t>
            </a:r>
            <a:endParaRPr sz="2400"/>
          </a:p>
          <a:p>
            <a:pPr indent="0" lvl="0" marL="0" rtl="0" algn="l">
              <a:spcBef>
                <a:spcPts val="0"/>
              </a:spcBef>
              <a:spcAft>
                <a:spcPts val="0"/>
              </a:spcAft>
              <a:buNone/>
            </a:pPr>
            <a:br>
              <a:rPr lang="en-GB" sz="2400"/>
            </a:br>
            <a:r>
              <a:rPr b="1" lang="en-GB" sz="2400" u="sng"/>
              <a:t>Then...</a:t>
            </a:r>
            <a:endParaRPr b="1" sz="2400" u="sng"/>
          </a:p>
          <a:p>
            <a:pPr indent="-381000" lvl="0" marL="457200" rtl="0" algn="l">
              <a:spcBef>
                <a:spcPts val="0"/>
              </a:spcBef>
              <a:spcAft>
                <a:spcPts val="0"/>
              </a:spcAft>
              <a:buSzPts val="2400"/>
              <a:buChar char="●"/>
            </a:pPr>
            <a:r>
              <a:rPr lang="en-GB" sz="2400"/>
              <a:t>First ask if the cat’s tail is swishing.  If it is, output “the cat is angry...”</a:t>
            </a:r>
            <a:endParaRPr sz="2400"/>
          </a:p>
          <a:p>
            <a:pPr indent="-381000" lvl="0" marL="457200" rtl="0" algn="l">
              <a:spcBef>
                <a:spcPts val="0"/>
              </a:spcBef>
              <a:spcAft>
                <a:spcPts val="0"/>
              </a:spcAft>
              <a:buSzPts val="2400"/>
              <a:buChar char="●"/>
            </a:pPr>
            <a:r>
              <a:rPr lang="en-GB" sz="2400"/>
              <a:t>Make your program ask about five cats before exiting.</a:t>
            </a:r>
            <a:endParaRPr sz="2400"/>
          </a:p>
        </p:txBody>
      </p:sp>
      <p:pic>
        <p:nvPicPr>
          <p:cNvPr id="157" name="Google Shape;157;p29"/>
          <p:cNvPicPr preferRelativeResize="0"/>
          <p:nvPr/>
        </p:nvPicPr>
        <p:blipFill>
          <a:blip r:embed="rId3">
            <a:alphaModFix/>
          </a:blip>
          <a:stretch>
            <a:fillRect/>
          </a:stretch>
        </p:blipFill>
        <p:spPr>
          <a:xfrm>
            <a:off x="8572800" y="0"/>
            <a:ext cx="571200" cy="568209"/>
          </a:xfrm>
          <a:prstGeom prst="rect">
            <a:avLst/>
          </a:prstGeom>
          <a:noFill/>
          <a:ln>
            <a:noFill/>
          </a:ln>
        </p:spPr>
      </p:pic>
      <p:pic>
        <p:nvPicPr>
          <p:cNvPr id="158" name="Google Shape;158;p29"/>
          <p:cNvPicPr preferRelativeResize="0"/>
          <p:nvPr/>
        </p:nvPicPr>
        <p:blipFill>
          <a:blip r:embed="rId4">
            <a:alphaModFix/>
          </a:blip>
          <a:stretch>
            <a:fillRect/>
          </a:stretch>
        </p:blipFill>
        <p:spPr>
          <a:xfrm>
            <a:off x="5124325" y="1884013"/>
            <a:ext cx="3707974" cy="30899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30"/>
          <p:cNvSpPr txBox="1"/>
          <p:nvPr>
            <p:ph type="ctrTitle"/>
          </p:nvPr>
        </p:nvSpPr>
        <p:spPr>
          <a:xfrm>
            <a:off x="311700" y="992774"/>
            <a:ext cx="8520600" cy="5710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GB" sz="2400"/>
              <a:t>On your MWB, write an algorithm for the following:</a:t>
            </a:r>
            <a:endParaRPr b="1" sz="2400"/>
          </a:p>
          <a:p>
            <a:pPr indent="-381000" lvl="0" marL="457200" rtl="0" algn="l">
              <a:spcBef>
                <a:spcPts val="0"/>
              </a:spcBef>
              <a:spcAft>
                <a:spcPts val="0"/>
              </a:spcAft>
              <a:buSzPts val="2400"/>
              <a:buChar char="●"/>
            </a:pPr>
            <a:r>
              <a:rPr lang="en-GB" sz="2400"/>
              <a:t>Bartholomew wants to write a program that will provide a grade for his exam score.  If he scores over 60, he will get an A.  If he scores over 40, he will get a B. if he gets lower than this he will get a C.</a:t>
            </a:r>
            <a:endParaRPr sz="2400"/>
          </a:p>
          <a:p>
            <a:pPr indent="-381000" lvl="0" marL="457200" rtl="0" algn="l">
              <a:spcBef>
                <a:spcPts val="0"/>
              </a:spcBef>
              <a:spcAft>
                <a:spcPts val="0"/>
              </a:spcAft>
              <a:buSzPts val="2400"/>
              <a:buChar char="●"/>
            </a:pPr>
            <a:r>
              <a:rPr lang="en-GB" sz="2400"/>
              <a:t>Write an algorithm that will ask Bartholomew for his score, and output the correct grade, and ONLY the correct grade.</a:t>
            </a:r>
            <a:endParaRPr sz="2400"/>
          </a:p>
          <a:p>
            <a:pPr indent="0" lvl="0" marL="0" rtl="0" algn="ctr">
              <a:spcBef>
                <a:spcPts val="0"/>
              </a:spcBef>
              <a:spcAft>
                <a:spcPts val="0"/>
              </a:spcAft>
              <a:buNone/>
            </a:pPr>
            <a:br>
              <a:rPr lang="en-GB" sz="2400"/>
            </a:br>
            <a:br>
              <a:rPr lang="en-GB" sz="2400"/>
            </a:br>
            <a:r>
              <a:rPr b="1" lang="en-GB" sz="2400" u="sng"/>
              <a:t>Extension</a:t>
            </a:r>
            <a:endParaRPr b="1" sz="2400" u="sng"/>
          </a:p>
          <a:p>
            <a:pPr indent="-381000" lvl="0" marL="457200" rtl="0" algn="l">
              <a:spcBef>
                <a:spcPts val="0"/>
              </a:spcBef>
              <a:spcAft>
                <a:spcPts val="0"/>
              </a:spcAft>
              <a:buSzPts val="2400"/>
              <a:buChar char="●"/>
            </a:pPr>
            <a:r>
              <a:rPr lang="en-GB" sz="2400"/>
              <a:t>Your algorithm should work out how close Bartholomew is to the next grade.</a:t>
            </a:r>
            <a:endParaRPr sz="2400"/>
          </a:p>
        </p:txBody>
      </p:sp>
      <p:pic>
        <p:nvPicPr>
          <p:cNvPr id="164" name="Google Shape;164;p30"/>
          <p:cNvPicPr preferRelativeResize="0"/>
          <p:nvPr/>
        </p:nvPicPr>
        <p:blipFill>
          <a:blip r:embed="rId3">
            <a:alphaModFix/>
          </a:blip>
          <a:stretch>
            <a:fillRect/>
          </a:stretch>
        </p:blipFill>
        <p:spPr>
          <a:xfrm>
            <a:off x="8572800" y="0"/>
            <a:ext cx="571200" cy="568209"/>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pic>
        <p:nvPicPr>
          <p:cNvPr id="169" name="Google Shape;169;p31"/>
          <p:cNvPicPr preferRelativeResize="0"/>
          <p:nvPr/>
        </p:nvPicPr>
        <p:blipFill rotWithShape="1">
          <a:blip r:embed="rId3">
            <a:alphaModFix/>
          </a:blip>
          <a:srcRect b="0" l="11024" r="0" t="0"/>
          <a:stretch/>
        </p:blipFill>
        <p:spPr>
          <a:xfrm>
            <a:off x="-7650" y="0"/>
            <a:ext cx="9144000" cy="6858000"/>
          </a:xfrm>
          <a:prstGeom prst="rect">
            <a:avLst/>
          </a:prstGeom>
          <a:noFill/>
          <a:ln>
            <a:noFill/>
          </a:ln>
        </p:spPr>
      </p:pic>
      <p:sp>
        <p:nvSpPr>
          <p:cNvPr id="170" name="Google Shape;170;p31"/>
          <p:cNvSpPr txBox="1"/>
          <p:nvPr>
            <p:ph idx="1" type="body"/>
          </p:nvPr>
        </p:nvSpPr>
        <p:spPr>
          <a:xfrm>
            <a:off x="311700" y="522975"/>
            <a:ext cx="8520600" cy="52344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n-GB" sz="2400">
                <a:solidFill>
                  <a:srgbClr val="FFFFFF"/>
                </a:solidFill>
              </a:rPr>
              <a:t>On your MWB, write an algorithm for the following:</a:t>
            </a:r>
            <a:endParaRPr b="1" sz="2400">
              <a:solidFill>
                <a:srgbClr val="FFFFFF"/>
              </a:solidFill>
            </a:endParaRPr>
          </a:p>
          <a:p>
            <a:pPr indent="0" lvl="0" marL="0" rtl="0" algn="l">
              <a:lnSpc>
                <a:spcPct val="100000"/>
              </a:lnSpc>
              <a:spcBef>
                <a:spcPts val="0"/>
              </a:spcBef>
              <a:spcAft>
                <a:spcPts val="0"/>
              </a:spcAft>
              <a:buNone/>
            </a:pPr>
            <a:r>
              <a:rPr lang="en-GB" sz="2400">
                <a:solidFill>
                  <a:srgbClr val="FFFFFF"/>
                </a:solidFill>
              </a:rPr>
              <a:t>A computer has to make a decision on if the roof of Wimbledon needs to be shut.  It should do this if it is currently raining, and if the rain is going to last for another 60 minutes or more.</a:t>
            </a:r>
            <a:endParaRPr sz="2400">
              <a:solidFill>
                <a:srgbClr val="FFFFFF"/>
              </a:solidFill>
            </a:endParaRPr>
          </a:p>
          <a:p>
            <a:pPr indent="0" lvl="0" marL="0" rtl="0" algn="l">
              <a:lnSpc>
                <a:spcPct val="100000"/>
              </a:lnSpc>
              <a:spcBef>
                <a:spcPts val="0"/>
              </a:spcBef>
              <a:spcAft>
                <a:spcPts val="0"/>
              </a:spcAft>
              <a:buNone/>
            </a:pPr>
            <a:r>
              <a:t/>
            </a:r>
            <a:endParaRPr sz="2400">
              <a:solidFill>
                <a:srgbClr val="FFFFFF"/>
              </a:solidFill>
            </a:endParaRPr>
          </a:p>
          <a:p>
            <a:pPr indent="0" lvl="0" marL="0" rtl="0" algn="l">
              <a:lnSpc>
                <a:spcPct val="100000"/>
              </a:lnSpc>
              <a:spcBef>
                <a:spcPts val="0"/>
              </a:spcBef>
              <a:spcAft>
                <a:spcPts val="0"/>
              </a:spcAft>
              <a:buNone/>
            </a:pPr>
            <a:r>
              <a:rPr lang="en-GB" sz="2400">
                <a:solidFill>
                  <a:srgbClr val="FFFFFF"/>
                </a:solidFill>
              </a:rPr>
              <a:t>Write an algorithm which:</a:t>
            </a:r>
            <a:endParaRPr sz="2400">
              <a:solidFill>
                <a:srgbClr val="FFFFFF"/>
              </a:solidFill>
            </a:endParaRPr>
          </a:p>
          <a:p>
            <a:pPr indent="-381000" lvl="0" marL="914400" rtl="0" algn="l">
              <a:lnSpc>
                <a:spcPct val="100000"/>
              </a:lnSpc>
              <a:spcBef>
                <a:spcPts val="0"/>
              </a:spcBef>
              <a:spcAft>
                <a:spcPts val="0"/>
              </a:spcAft>
              <a:buClr>
                <a:srgbClr val="FFFFFF"/>
              </a:buClr>
              <a:buSzPts val="2400"/>
              <a:buChar char="●"/>
            </a:pPr>
            <a:r>
              <a:rPr lang="en-GB" sz="2400">
                <a:solidFill>
                  <a:srgbClr val="FFFFFF"/>
                </a:solidFill>
              </a:rPr>
              <a:t>Asks the user to enter the number of minutes it is going to rain</a:t>
            </a:r>
            <a:endParaRPr sz="2400">
              <a:solidFill>
                <a:srgbClr val="FFFFFF"/>
              </a:solidFill>
            </a:endParaRPr>
          </a:p>
          <a:p>
            <a:pPr indent="-381000" lvl="0" marL="914400" rtl="0" algn="l">
              <a:lnSpc>
                <a:spcPct val="100000"/>
              </a:lnSpc>
              <a:spcBef>
                <a:spcPts val="0"/>
              </a:spcBef>
              <a:spcAft>
                <a:spcPts val="0"/>
              </a:spcAft>
              <a:buClr>
                <a:srgbClr val="FFFFFF"/>
              </a:buClr>
              <a:buSzPts val="2400"/>
              <a:buChar char="●"/>
            </a:pPr>
            <a:r>
              <a:rPr lang="en-GB" sz="2400">
                <a:solidFill>
                  <a:srgbClr val="FFFFFF"/>
                </a:solidFill>
              </a:rPr>
              <a:t>Outputs “close roof” when appropriate</a:t>
            </a:r>
            <a:endParaRPr sz="2400">
              <a:solidFill>
                <a:srgbClr val="FFFFFF"/>
              </a:solidFill>
            </a:endParaRPr>
          </a:p>
          <a:p>
            <a:pPr indent="-381000" lvl="0" marL="914400" rtl="0" algn="l">
              <a:lnSpc>
                <a:spcPct val="100000"/>
              </a:lnSpc>
              <a:spcBef>
                <a:spcPts val="0"/>
              </a:spcBef>
              <a:spcAft>
                <a:spcPts val="0"/>
              </a:spcAft>
              <a:buClr>
                <a:srgbClr val="FFFFFF"/>
              </a:buClr>
              <a:buSzPts val="2400"/>
              <a:buChar char="●"/>
            </a:pPr>
            <a:r>
              <a:rPr lang="en-GB" sz="2400">
                <a:solidFill>
                  <a:srgbClr val="FFFFFF"/>
                </a:solidFill>
              </a:rPr>
              <a:t>Outputs “open roof” when appropriate</a:t>
            </a:r>
            <a:endParaRPr sz="2400">
              <a:solidFill>
                <a:srgbClr val="FFFFFF"/>
              </a:solidFill>
            </a:endParaRPr>
          </a:p>
          <a:p>
            <a:pPr indent="0" lvl="0" marL="0" rtl="0" algn="ctr">
              <a:lnSpc>
                <a:spcPct val="100000"/>
              </a:lnSpc>
              <a:spcBef>
                <a:spcPts val="0"/>
              </a:spcBef>
              <a:spcAft>
                <a:spcPts val="0"/>
              </a:spcAft>
              <a:buClr>
                <a:schemeClr val="dk1"/>
              </a:buClr>
              <a:buSzPts val="1100"/>
              <a:buFont typeface="Arial"/>
              <a:buNone/>
            </a:pPr>
            <a:br>
              <a:rPr lang="en-GB" sz="2400">
                <a:solidFill>
                  <a:srgbClr val="FFFFFF"/>
                </a:solidFill>
              </a:rPr>
            </a:br>
            <a:r>
              <a:rPr b="1" lang="en-GB" sz="2400" u="sng">
                <a:solidFill>
                  <a:srgbClr val="FFFFFF"/>
                </a:solidFill>
              </a:rPr>
              <a:t>Extension</a:t>
            </a:r>
            <a:endParaRPr b="1" sz="2400" u="sng">
              <a:solidFill>
                <a:srgbClr val="FFFFFF"/>
              </a:solidFill>
            </a:endParaRPr>
          </a:p>
          <a:p>
            <a:pPr indent="-381000" lvl="0" marL="457200" rtl="0" algn="l">
              <a:lnSpc>
                <a:spcPct val="100000"/>
              </a:lnSpc>
              <a:spcBef>
                <a:spcPts val="0"/>
              </a:spcBef>
              <a:spcAft>
                <a:spcPts val="0"/>
              </a:spcAft>
              <a:buClr>
                <a:srgbClr val="FFFFFF"/>
              </a:buClr>
              <a:buSzPts val="2400"/>
              <a:buChar char="●"/>
            </a:pPr>
            <a:r>
              <a:rPr lang="en-GB" sz="2400">
                <a:solidFill>
                  <a:srgbClr val="FFFFFF"/>
                </a:solidFill>
              </a:rPr>
              <a:t>Your algorithm should keep asking until the roof is closed</a:t>
            </a:r>
            <a:endParaRPr>
              <a:solidFill>
                <a:srgbClr val="FFFFFF"/>
              </a:solidFill>
            </a:endParaRPr>
          </a:p>
        </p:txBody>
      </p:sp>
      <p:pic>
        <p:nvPicPr>
          <p:cNvPr id="171" name="Google Shape;171;p31"/>
          <p:cNvPicPr preferRelativeResize="0"/>
          <p:nvPr/>
        </p:nvPicPr>
        <p:blipFill>
          <a:blip r:embed="rId4">
            <a:alphaModFix/>
          </a:blip>
          <a:stretch>
            <a:fillRect/>
          </a:stretch>
        </p:blipFill>
        <p:spPr>
          <a:xfrm>
            <a:off x="8565150" y="0"/>
            <a:ext cx="571200" cy="56820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pic>
        <p:nvPicPr>
          <p:cNvPr id="176" name="Google Shape;176;p32"/>
          <p:cNvPicPr preferRelativeResize="0"/>
          <p:nvPr/>
        </p:nvPicPr>
        <p:blipFill rotWithShape="1">
          <a:blip r:embed="rId3">
            <a:alphaModFix/>
          </a:blip>
          <a:srcRect b="0" l="5556" r="5556" t="0"/>
          <a:stretch/>
        </p:blipFill>
        <p:spPr>
          <a:xfrm>
            <a:off x="0" y="0"/>
            <a:ext cx="9144000" cy="6858003"/>
          </a:xfrm>
          <a:prstGeom prst="rect">
            <a:avLst/>
          </a:prstGeom>
          <a:noFill/>
          <a:ln cap="flat" cmpd="sng" w="9525">
            <a:solidFill>
              <a:schemeClr val="dk2"/>
            </a:solidFill>
            <a:prstDash val="solid"/>
            <a:round/>
            <a:headEnd len="sm" w="sm" type="none"/>
            <a:tailEnd len="sm" w="sm" type="none"/>
          </a:ln>
        </p:spPr>
      </p:pic>
      <p:sp>
        <p:nvSpPr>
          <p:cNvPr id="177" name="Google Shape;177;p32"/>
          <p:cNvSpPr txBox="1"/>
          <p:nvPr>
            <p:ph idx="1" type="body"/>
          </p:nvPr>
        </p:nvSpPr>
        <p:spPr>
          <a:xfrm>
            <a:off x="311700" y="311300"/>
            <a:ext cx="8520600" cy="55539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n-GB" sz="2300">
                <a:solidFill>
                  <a:srgbClr val="FFFFFF"/>
                </a:solidFill>
              </a:rPr>
              <a:t>On your MWB, write an algorithm for the following:</a:t>
            </a:r>
            <a:endParaRPr b="1" sz="2300">
              <a:solidFill>
                <a:srgbClr val="FFFFFF"/>
              </a:solidFill>
            </a:endParaRPr>
          </a:p>
          <a:p>
            <a:pPr indent="0" lvl="0" marL="0" rtl="0" algn="l">
              <a:lnSpc>
                <a:spcPct val="100000"/>
              </a:lnSpc>
              <a:spcBef>
                <a:spcPts val="0"/>
              </a:spcBef>
              <a:spcAft>
                <a:spcPts val="0"/>
              </a:spcAft>
              <a:buNone/>
            </a:pPr>
            <a:r>
              <a:rPr lang="en-GB" sz="2300">
                <a:solidFill>
                  <a:srgbClr val="FFFFFF"/>
                </a:solidFill>
              </a:rPr>
              <a:t>A computer has to output the correct number of cakes and sandwiches for an afternoon tea.  There should be 1 sandwich and 3 cakes for each person.  If there are more than 3 people, there needs to one less </a:t>
            </a:r>
            <a:r>
              <a:rPr lang="en-GB" sz="2300">
                <a:solidFill>
                  <a:srgbClr val="FFFFFF"/>
                </a:solidFill>
              </a:rPr>
              <a:t>cake </a:t>
            </a:r>
            <a:r>
              <a:rPr lang="en-GB" sz="2300">
                <a:solidFill>
                  <a:srgbClr val="FFFFFF"/>
                </a:solidFill>
              </a:rPr>
              <a:t>overall.  For example if there are 4 people, there should be 4 sandwiches and 11 cakes.</a:t>
            </a:r>
            <a:endParaRPr sz="2300">
              <a:solidFill>
                <a:srgbClr val="FFFFFF"/>
              </a:solidFill>
            </a:endParaRPr>
          </a:p>
          <a:p>
            <a:pPr indent="0" lvl="0" marL="0" rtl="0" algn="l">
              <a:lnSpc>
                <a:spcPct val="100000"/>
              </a:lnSpc>
              <a:spcBef>
                <a:spcPts val="0"/>
              </a:spcBef>
              <a:spcAft>
                <a:spcPts val="0"/>
              </a:spcAft>
              <a:buNone/>
            </a:pPr>
            <a:r>
              <a:rPr lang="en-GB" sz="2300">
                <a:solidFill>
                  <a:srgbClr val="FFFFFF"/>
                </a:solidFill>
              </a:rPr>
              <a:t>Write an algorithm which:</a:t>
            </a:r>
            <a:endParaRPr sz="2300">
              <a:solidFill>
                <a:srgbClr val="FFFFFF"/>
              </a:solidFill>
            </a:endParaRPr>
          </a:p>
          <a:p>
            <a:pPr indent="-374650" lvl="0" marL="914400" rtl="0" algn="l">
              <a:lnSpc>
                <a:spcPct val="100000"/>
              </a:lnSpc>
              <a:spcBef>
                <a:spcPts val="0"/>
              </a:spcBef>
              <a:spcAft>
                <a:spcPts val="0"/>
              </a:spcAft>
              <a:buClr>
                <a:srgbClr val="FFFFFF"/>
              </a:buClr>
              <a:buSzPts val="2300"/>
              <a:buChar char="●"/>
            </a:pPr>
            <a:r>
              <a:rPr lang="en-GB" sz="2300">
                <a:solidFill>
                  <a:srgbClr val="FFFFFF"/>
                </a:solidFill>
              </a:rPr>
              <a:t>Asks the user to enter the number of people for the afternoon tea</a:t>
            </a:r>
            <a:endParaRPr sz="2300">
              <a:solidFill>
                <a:srgbClr val="FFFFFF"/>
              </a:solidFill>
            </a:endParaRPr>
          </a:p>
          <a:p>
            <a:pPr indent="-374650" lvl="0" marL="914400" rtl="0" algn="l">
              <a:lnSpc>
                <a:spcPct val="100000"/>
              </a:lnSpc>
              <a:spcBef>
                <a:spcPts val="0"/>
              </a:spcBef>
              <a:spcAft>
                <a:spcPts val="0"/>
              </a:spcAft>
              <a:buClr>
                <a:srgbClr val="FFFFFF"/>
              </a:buClr>
              <a:buSzPts val="2300"/>
              <a:buChar char="●"/>
            </a:pPr>
            <a:r>
              <a:rPr lang="en-GB" sz="2300">
                <a:solidFill>
                  <a:srgbClr val="FFFFFF"/>
                </a:solidFill>
              </a:rPr>
              <a:t>Calculate and output the correct number of cakes with an appropriate message</a:t>
            </a:r>
            <a:endParaRPr sz="2300">
              <a:solidFill>
                <a:srgbClr val="FFFFFF"/>
              </a:solidFill>
            </a:endParaRPr>
          </a:p>
          <a:p>
            <a:pPr indent="-374650" lvl="0" marL="914400" rtl="0" algn="l">
              <a:lnSpc>
                <a:spcPct val="100000"/>
              </a:lnSpc>
              <a:spcBef>
                <a:spcPts val="0"/>
              </a:spcBef>
              <a:spcAft>
                <a:spcPts val="0"/>
              </a:spcAft>
              <a:buClr>
                <a:srgbClr val="FFFFFF"/>
              </a:buClr>
              <a:buSzPts val="2300"/>
              <a:buChar char="●"/>
            </a:pPr>
            <a:r>
              <a:rPr lang="en-GB" sz="2300">
                <a:solidFill>
                  <a:srgbClr val="FFFFFF"/>
                </a:solidFill>
              </a:rPr>
              <a:t>Calculate and output the correct number of sandwiches with an appropriate message.</a:t>
            </a:r>
            <a:br>
              <a:rPr lang="en-GB" sz="2300">
                <a:solidFill>
                  <a:srgbClr val="FFFFFF"/>
                </a:solidFill>
              </a:rPr>
            </a:br>
            <a:endParaRPr sz="2300">
              <a:solidFill>
                <a:srgbClr val="FFFFFF"/>
              </a:solidFill>
            </a:endParaRPr>
          </a:p>
          <a:p>
            <a:pPr indent="0" lvl="0" marL="0" rtl="0" algn="ctr">
              <a:lnSpc>
                <a:spcPct val="100000"/>
              </a:lnSpc>
              <a:spcBef>
                <a:spcPts val="0"/>
              </a:spcBef>
              <a:spcAft>
                <a:spcPts val="0"/>
              </a:spcAft>
              <a:buClr>
                <a:schemeClr val="dk1"/>
              </a:buClr>
              <a:buSzPts val="1100"/>
              <a:buFont typeface="Arial"/>
              <a:buNone/>
            </a:pPr>
            <a:r>
              <a:rPr b="1" lang="en-GB" sz="2300" u="sng">
                <a:solidFill>
                  <a:srgbClr val="FFFFFF"/>
                </a:solidFill>
              </a:rPr>
              <a:t>Extension</a:t>
            </a:r>
            <a:endParaRPr b="1" sz="2300" u="sng">
              <a:solidFill>
                <a:srgbClr val="FFFFFF"/>
              </a:solidFill>
            </a:endParaRPr>
          </a:p>
          <a:p>
            <a:pPr indent="-374650" lvl="0" marL="457200" rtl="0" algn="l">
              <a:lnSpc>
                <a:spcPct val="100000"/>
              </a:lnSpc>
              <a:spcBef>
                <a:spcPts val="0"/>
              </a:spcBef>
              <a:spcAft>
                <a:spcPts val="0"/>
              </a:spcAft>
              <a:buClr>
                <a:srgbClr val="FFFFFF"/>
              </a:buClr>
              <a:buSzPts val="2300"/>
              <a:buChar char="●"/>
            </a:pPr>
            <a:r>
              <a:rPr lang="en-GB" sz="2300">
                <a:solidFill>
                  <a:srgbClr val="FFFFFF"/>
                </a:solidFill>
              </a:rPr>
              <a:t>Put your program in a loop.  When someone types in “x” it should output the number of cakes and sandwiches needed for all customers.</a:t>
            </a:r>
            <a:endParaRPr sz="1700">
              <a:solidFill>
                <a:srgbClr val="FFFFFF"/>
              </a:solidFill>
            </a:endParaRPr>
          </a:p>
        </p:txBody>
      </p:sp>
      <p:pic>
        <p:nvPicPr>
          <p:cNvPr id="178" name="Google Shape;178;p32"/>
          <p:cNvPicPr preferRelativeResize="0"/>
          <p:nvPr/>
        </p:nvPicPr>
        <p:blipFill>
          <a:blip r:embed="rId4">
            <a:alphaModFix/>
          </a:blip>
          <a:stretch>
            <a:fillRect/>
          </a:stretch>
        </p:blipFill>
        <p:spPr>
          <a:xfrm>
            <a:off x="8572800" y="0"/>
            <a:ext cx="571200" cy="568209"/>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33"/>
          <p:cNvSpPr txBox="1"/>
          <p:nvPr>
            <p:ph type="ctrTitle"/>
          </p:nvPr>
        </p:nvSpPr>
        <p:spPr>
          <a:xfrm>
            <a:off x="311700" y="992774"/>
            <a:ext cx="8520600" cy="5710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GB" sz="2400"/>
              <a:t>On your MWB, write an algorithm for the following:</a:t>
            </a:r>
            <a:endParaRPr b="1" sz="2400"/>
          </a:p>
          <a:p>
            <a:pPr indent="0" lvl="0" marL="0" rtl="0" algn="l">
              <a:spcBef>
                <a:spcPts val="0"/>
              </a:spcBef>
              <a:spcAft>
                <a:spcPts val="0"/>
              </a:spcAft>
              <a:buNone/>
            </a:pPr>
            <a:r>
              <a:t/>
            </a:r>
            <a:endParaRPr b="1" sz="2400"/>
          </a:p>
          <a:p>
            <a:pPr indent="-381000" lvl="0" marL="457200" rtl="0" algn="l">
              <a:spcBef>
                <a:spcPts val="0"/>
              </a:spcBef>
              <a:spcAft>
                <a:spcPts val="0"/>
              </a:spcAft>
              <a:buSzPts val="2400"/>
              <a:buChar char="●"/>
            </a:pPr>
            <a:r>
              <a:rPr lang="en-GB" sz="2400"/>
              <a:t>Write a quiz program that asks 3 questions about the CPU architecture, RAM &amp; ROM and Virtual memory.</a:t>
            </a:r>
            <a:endParaRPr sz="2400"/>
          </a:p>
          <a:p>
            <a:pPr indent="-381000" lvl="0" marL="457200" rtl="0" algn="l">
              <a:spcBef>
                <a:spcPts val="0"/>
              </a:spcBef>
              <a:spcAft>
                <a:spcPts val="0"/>
              </a:spcAft>
              <a:buSzPts val="2400"/>
              <a:buChar char="●"/>
            </a:pPr>
            <a:r>
              <a:rPr lang="en-GB" sz="2400"/>
              <a:t>Keep track of the score</a:t>
            </a:r>
            <a:endParaRPr sz="2400"/>
          </a:p>
          <a:p>
            <a:pPr indent="0" lvl="0" marL="0" rtl="0" algn="l">
              <a:spcBef>
                <a:spcPts val="0"/>
              </a:spcBef>
              <a:spcAft>
                <a:spcPts val="0"/>
              </a:spcAft>
              <a:buNone/>
            </a:pPr>
            <a:r>
              <a:t/>
            </a:r>
            <a:endParaRPr sz="2400"/>
          </a:p>
          <a:p>
            <a:pPr indent="0" lvl="0" marL="0" rtl="0" algn="l">
              <a:spcBef>
                <a:spcPts val="0"/>
              </a:spcBef>
              <a:spcAft>
                <a:spcPts val="0"/>
              </a:spcAft>
              <a:buNone/>
            </a:pPr>
            <a:r>
              <a:rPr lang="en-GB" sz="2400"/>
              <a:t>Then…</a:t>
            </a:r>
            <a:endParaRPr sz="2400"/>
          </a:p>
          <a:p>
            <a:pPr indent="-381000" lvl="0" marL="457200" rtl="0" algn="l">
              <a:spcBef>
                <a:spcPts val="0"/>
              </a:spcBef>
              <a:spcAft>
                <a:spcPts val="0"/>
              </a:spcAft>
              <a:buSzPts val="2400"/>
              <a:buChar char="●"/>
            </a:pPr>
            <a:r>
              <a:rPr lang="en-GB" sz="2400"/>
              <a:t>After a student has completed the quiz, ask the questions they got incorrect again.</a:t>
            </a:r>
            <a:endParaRPr sz="2400"/>
          </a:p>
          <a:p>
            <a:pPr indent="0" lvl="0" marL="0" rtl="0" algn="ctr">
              <a:spcBef>
                <a:spcPts val="0"/>
              </a:spcBef>
              <a:spcAft>
                <a:spcPts val="0"/>
              </a:spcAft>
              <a:buNone/>
            </a:pPr>
            <a:r>
              <a:t/>
            </a:r>
            <a:endParaRPr sz="2400"/>
          </a:p>
          <a:p>
            <a:pPr indent="0" lvl="0" marL="0" rtl="0" algn="ctr">
              <a:spcBef>
                <a:spcPts val="0"/>
              </a:spcBef>
              <a:spcAft>
                <a:spcPts val="0"/>
              </a:spcAft>
              <a:buNone/>
            </a:pPr>
            <a:r>
              <a:t/>
            </a:r>
            <a:endParaRPr sz="2400"/>
          </a:p>
          <a:p>
            <a:pPr indent="0" lvl="0" marL="0" rtl="0" algn="l">
              <a:spcBef>
                <a:spcPts val="0"/>
              </a:spcBef>
              <a:spcAft>
                <a:spcPts val="0"/>
              </a:spcAft>
              <a:buNone/>
            </a:pPr>
            <a:r>
              <a:t/>
            </a:r>
            <a:endParaRPr sz="2400"/>
          </a:p>
        </p:txBody>
      </p:sp>
      <p:pic>
        <p:nvPicPr>
          <p:cNvPr id="184" name="Google Shape;184;p33"/>
          <p:cNvPicPr preferRelativeResize="0"/>
          <p:nvPr/>
        </p:nvPicPr>
        <p:blipFill>
          <a:blip r:embed="rId3">
            <a:alphaModFix/>
          </a:blip>
          <a:stretch>
            <a:fillRect/>
          </a:stretch>
        </p:blipFill>
        <p:spPr>
          <a:xfrm>
            <a:off x="8572800" y="0"/>
            <a:ext cx="571200" cy="56820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34"/>
          <p:cNvSpPr txBox="1"/>
          <p:nvPr/>
        </p:nvSpPr>
        <p:spPr>
          <a:xfrm>
            <a:off x="484800" y="2611975"/>
            <a:ext cx="8255400" cy="37278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1" lang="en-GB" sz="2400">
                <a:solidFill>
                  <a:srgbClr val="37474F"/>
                </a:solidFill>
                <a:latin typeface="Roboto Mono"/>
                <a:ea typeface="Roboto Mono"/>
                <a:cs typeface="Roboto Mono"/>
                <a:sym typeface="Roboto Mono"/>
              </a:rPr>
              <a:t>numMinutes = input (</a:t>
            </a:r>
            <a:r>
              <a:rPr b="1" lang="en-GB" sz="2400">
                <a:solidFill>
                  <a:srgbClr val="388E3C"/>
                </a:solidFill>
                <a:latin typeface="Roboto Mono"/>
                <a:ea typeface="Roboto Mono"/>
                <a:cs typeface="Roboto Mono"/>
                <a:sym typeface="Roboto Mono"/>
              </a:rPr>
              <a:t>"How many minutes?"</a:t>
            </a:r>
            <a:r>
              <a:rPr b="1" lang="en-GB" sz="2400">
                <a:solidFill>
                  <a:srgbClr val="37474F"/>
                </a:solidFill>
                <a:latin typeface="Roboto Mono"/>
                <a:ea typeface="Roboto Mono"/>
                <a:cs typeface="Roboto Mono"/>
                <a:sym typeface="Roboto Mono"/>
              </a:rPr>
              <a:t>)</a:t>
            </a:r>
            <a:endParaRPr b="1" sz="2400">
              <a:solidFill>
                <a:srgbClr val="37474F"/>
              </a:solidFill>
              <a:latin typeface="Roboto Mono"/>
              <a:ea typeface="Roboto Mono"/>
              <a:cs typeface="Roboto Mono"/>
              <a:sym typeface="Roboto Mono"/>
            </a:endParaRPr>
          </a:p>
          <a:p>
            <a:pPr indent="0" lvl="0" marL="0" rtl="0" algn="l">
              <a:lnSpc>
                <a:spcPct val="150000"/>
              </a:lnSpc>
              <a:spcBef>
                <a:spcPts val="0"/>
              </a:spcBef>
              <a:spcAft>
                <a:spcPts val="0"/>
              </a:spcAft>
              <a:buNone/>
            </a:pPr>
            <a:r>
              <a:rPr b="1" lang="en-GB" sz="2400">
                <a:solidFill>
                  <a:srgbClr val="37474F"/>
                </a:solidFill>
                <a:latin typeface="Roboto Mono"/>
                <a:ea typeface="Roboto Mono"/>
                <a:cs typeface="Roboto Mono"/>
                <a:sym typeface="Roboto Mono"/>
              </a:rPr>
              <a:t>raining = input (</a:t>
            </a:r>
            <a:r>
              <a:rPr b="1" lang="en-GB" sz="2400">
                <a:solidFill>
                  <a:srgbClr val="388E3C"/>
                </a:solidFill>
                <a:latin typeface="Roboto Mono"/>
                <a:ea typeface="Roboto Mono"/>
                <a:cs typeface="Roboto Mono"/>
                <a:sym typeface="Roboto Mono"/>
              </a:rPr>
              <a:t>"Is it raining?"</a:t>
            </a:r>
            <a:r>
              <a:rPr b="1" lang="en-GB" sz="2400">
                <a:solidFill>
                  <a:srgbClr val="37474F"/>
                </a:solidFill>
                <a:latin typeface="Roboto Mono"/>
                <a:ea typeface="Roboto Mono"/>
                <a:cs typeface="Roboto Mono"/>
                <a:sym typeface="Roboto Mono"/>
              </a:rPr>
              <a:t>)</a:t>
            </a:r>
            <a:endParaRPr b="1" sz="2400">
              <a:solidFill>
                <a:srgbClr val="37474F"/>
              </a:solidFill>
              <a:latin typeface="Roboto Mono"/>
              <a:ea typeface="Roboto Mono"/>
              <a:cs typeface="Roboto Mono"/>
              <a:sym typeface="Roboto Mono"/>
            </a:endParaRPr>
          </a:p>
          <a:p>
            <a:pPr indent="0" lvl="0" marL="0" rtl="0" algn="l">
              <a:lnSpc>
                <a:spcPct val="150000"/>
              </a:lnSpc>
              <a:spcBef>
                <a:spcPts val="0"/>
              </a:spcBef>
              <a:spcAft>
                <a:spcPts val="0"/>
              </a:spcAft>
              <a:buNone/>
            </a:pPr>
            <a:r>
              <a:rPr b="1" lang="en-GB" sz="2400">
                <a:solidFill>
                  <a:srgbClr val="3F51B5"/>
                </a:solidFill>
                <a:latin typeface="Roboto Mono"/>
                <a:ea typeface="Roboto Mono"/>
                <a:cs typeface="Roboto Mono"/>
                <a:sym typeface="Roboto Mono"/>
              </a:rPr>
              <a:t>if</a:t>
            </a:r>
            <a:r>
              <a:rPr b="1" lang="en-GB" sz="2400">
                <a:solidFill>
                  <a:srgbClr val="37474F"/>
                </a:solidFill>
                <a:latin typeface="Roboto Mono"/>
                <a:ea typeface="Roboto Mono"/>
                <a:cs typeface="Roboto Mono"/>
                <a:sym typeface="Roboto Mono"/>
              </a:rPr>
              <a:t> numMinutes &gt;= </a:t>
            </a:r>
            <a:r>
              <a:rPr b="1" lang="en-GB" sz="2400">
                <a:solidFill>
                  <a:srgbClr val="C53929"/>
                </a:solidFill>
                <a:latin typeface="Roboto Mono"/>
                <a:ea typeface="Roboto Mono"/>
                <a:cs typeface="Roboto Mono"/>
                <a:sym typeface="Roboto Mono"/>
              </a:rPr>
              <a:t>60</a:t>
            </a:r>
            <a:r>
              <a:rPr b="1" lang="en-GB" sz="2400">
                <a:solidFill>
                  <a:srgbClr val="37474F"/>
                </a:solidFill>
                <a:latin typeface="Roboto Mono"/>
                <a:ea typeface="Roboto Mono"/>
                <a:cs typeface="Roboto Mono"/>
                <a:sym typeface="Roboto Mono"/>
              </a:rPr>
              <a:t> </a:t>
            </a:r>
            <a:r>
              <a:rPr b="1" lang="en-GB" sz="2400">
                <a:solidFill>
                  <a:srgbClr val="3F51B5"/>
                </a:solidFill>
                <a:latin typeface="Roboto Mono"/>
                <a:ea typeface="Roboto Mono"/>
                <a:cs typeface="Roboto Mono"/>
                <a:sym typeface="Roboto Mono"/>
              </a:rPr>
              <a:t>and</a:t>
            </a:r>
            <a:r>
              <a:rPr b="1" lang="en-GB" sz="2400">
                <a:solidFill>
                  <a:srgbClr val="37474F"/>
                </a:solidFill>
                <a:latin typeface="Roboto Mono"/>
                <a:ea typeface="Roboto Mono"/>
                <a:cs typeface="Roboto Mono"/>
                <a:sym typeface="Roboto Mono"/>
              </a:rPr>
              <a:t> raining == </a:t>
            </a:r>
            <a:r>
              <a:rPr b="1" lang="en-GB" sz="2400">
                <a:solidFill>
                  <a:srgbClr val="388E3C"/>
                </a:solidFill>
                <a:latin typeface="Roboto Mono"/>
                <a:ea typeface="Roboto Mono"/>
                <a:cs typeface="Roboto Mono"/>
                <a:sym typeface="Roboto Mono"/>
              </a:rPr>
              <a:t>"yes"</a:t>
            </a:r>
            <a:endParaRPr b="1" sz="2400">
              <a:solidFill>
                <a:srgbClr val="37474F"/>
              </a:solidFill>
              <a:latin typeface="Roboto Mono"/>
              <a:ea typeface="Roboto Mono"/>
              <a:cs typeface="Roboto Mono"/>
              <a:sym typeface="Roboto Mono"/>
            </a:endParaRPr>
          </a:p>
          <a:p>
            <a:pPr indent="0" lvl="0" marL="0" rtl="0" algn="l">
              <a:lnSpc>
                <a:spcPct val="150000"/>
              </a:lnSpc>
              <a:spcBef>
                <a:spcPts val="0"/>
              </a:spcBef>
              <a:spcAft>
                <a:spcPts val="0"/>
              </a:spcAft>
              <a:buNone/>
            </a:pPr>
            <a:r>
              <a:rPr b="1" lang="en-GB" sz="2400">
                <a:solidFill>
                  <a:srgbClr val="37474F"/>
                </a:solidFill>
                <a:latin typeface="Roboto Mono"/>
                <a:ea typeface="Roboto Mono"/>
                <a:cs typeface="Roboto Mono"/>
                <a:sym typeface="Roboto Mono"/>
              </a:rPr>
              <a:t>    </a:t>
            </a:r>
            <a:r>
              <a:rPr b="1" lang="en-GB" sz="2400">
                <a:solidFill>
                  <a:srgbClr val="3F51B5"/>
                </a:solidFill>
                <a:latin typeface="Roboto Mono"/>
                <a:ea typeface="Roboto Mono"/>
                <a:cs typeface="Roboto Mono"/>
                <a:sym typeface="Roboto Mono"/>
              </a:rPr>
              <a:t>print</a:t>
            </a:r>
            <a:r>
              <a:rPr b="1" lang="en-GB" sz="2400">
                <a:solidFill>
                  <a:srgbClr val="37474F"/>
                </a:solidFill>
                <a:latin typeface="Roboto Mono"/>
                <a:ea typeface="Roboto Mono"/>
                <a:cs typeface="Roboto Mono"/>
                <a:sym typeface="Roboto Mono"/>
              </a:rPr>
              <a:t>(</a:t>
            </a:r>
            <a:r>
              <a:rPr b="1" lang="en-GB" sz="2400">
                <a:solidFill>
                  <a:srgbClr val="388E3C"/>
                </a:solidFill>
                <a:latin typeface="Roboto Mono"/>
                <a:ea typeface="Roboto Mono"/>
                <a:cs typeface="Roboto Mono"/>
                <a:sym typeface="Roboto Mono"/>
              </a:rPr>
              <a:t>"Close the roof!"</a:t>
            </a:r>
            <a:r>
              <a:rPr b="1" lang="en-GB" sz="2400">
                <a:solidFill>
                  <a:srgbClr val="37474F"/>
                </a:solidFill>
                <a:latin typeface="Roboto Mono"/>
                <a:ea typeface="Roboto Mono"/>
                <a:cs typeface="Roboto Mono"/>
                <a:sym typeface="Roboto Mono"/>
              </a:rPr>
              <a:t>)</a:t>
            </a:r>
            <a:endParaRPr b="1" sz="2400">
              <a:solidFill>
                <a:srgbClr val="37474F"/>
              </a:solidFill>
              <a:latin typeface="Roboto Mono"/>
              <a:ea typeface="Roboto Mono"/>
              <a:cs typeface="Roboto Mono"/>
              <a:sym typeface="Roboto Mono"/>
            </a:endParaRPr>
          </a:p>
          <a:p>
            <a:pPr indent="0" lvl="0" marL="0" rtl="0" algn="l">
              <a:lnSpc>
                <a:spcPct val="150000"/>
              </a:lnSpc>
              <a:spcBef>
                <a:spcPts val="0"/>
              </a:spcBef>
              <a:spcAft>
                <a:spcPts val="0"/>
              </a:spcAft>
              <a:buNone/>
            </a:pPr>
            <a:r>
              <a:rPr b="1" lang="en-GB" sz="2400">
                <a:solidFill>
                  <a:srgbClr val="3F51B5"/>
                </a:solidFill>
                <a:latin typeface="Roboto Mono"/>
                <a:ea typeface="Roboto Mono"/>
                <a:cs typeface="Roboto Mono"/>
                <a:sym typeface="Roboto Mono"/>
              </a:rPr>
              <a:t>else</a:t>
            </a:r>
            <a:endParaRPr b="1" sz="2400">
              <a:solidFill>
                <a:srgbClr val="37474F"/>
              </a:solidFill>
              <a:latin typeface="Roboto Mono"/>
              <a:ea typeface="Roboto Mono"/>
              <a:cs typeface="Roboto Mono"/>
              <a:sym typeface="Roboto Mono"/>
            </a:endParaRPr>
          </a:p>
          <a:p>
            <a:pPr indent="0" lvl="0" marL="0" rtl="0" algn="l">
              <a:lnSpc>
                <a:spcPct val="150000"/>
              </a:lnSpc>
              <a:spcBef>
                <a:spcPts val="0"/>
              </a:spcBef>
              <a:spcAft>
                <a:spcPts val="0"/>
              </a:spcAft>
              <a:buClr>
                <a:schemeClr val="dk1"/>
              </a:buClr>
              <a:buSzPts val="1100"/>
              <a:buFont typeface="Arial"/>
              <a:buNone/>
            </a:pPr>
            <a:r>
              <a:rPr b="1" lang="en-GB" sz="2400">
                <a:solidFill>
                  <a:srgbClr val="37474F"/>
                </a:solidFill>
                <a:latin typeface="Roboto Mono"/>
                <a:ea typeface="Roboto Mono"/>
                <a:cs typeface="Roboto Mono"/>
                <a:sym typeface="Roboto Mono"/>
              </a:rPr>
              <a:t>    </a:t>
            </a:r>
            <a:r>
              <a:rPr b="1" lang="en-GB" sz="2400">
                <a:solidFill>
                  <a:srgbClr val="3F51B5"/>
                </a:solidFill>
                <a:latin typeface="Roboto Mono"/>
                <a:ea typeface="Roboto Mono"/>
                <a:cs typeface="Roboto Mono"/>
                <a:sym typeface="Roboto Mono"/>
              </a:rPr>
              <a:t>print</a:t>
            </a:r>
            <a:r>
              <a:rPr b="1" lang="en-GB" sz="2400">
                <a:solidFill>
                  <a:srgbClr val="37474F"/>
                </a:solidFill>
                <a:latin typeface="Roboto Mono"/>
                <a:ea typeface="Roboto Mono"/>
                <a:cs typeface="Roboto Mono"/>
                <a:sym typeface="Roboto Mono"/>
              </a:rPr>
              <a:t>(</a:t>
            </a:r>
            <a:r>
              <a:rPr b="1" lang="en-GB" sz="2400">
                <a:solidFill>
                  <a:srgbClr val="388E3C"/>
                </a:solidFill>
                <a:latin typeface="Roboto Mono"/>
                <a:ea typeface="Roboto Mono"/>
                <a:cs typeface="Roboto Mono"/>
                <a:sym typeface="Roboto Mono"/>
              </a:rPr>
              <a:t>"Keep it open!"</a:t>
            </a:r>
            <a:r>
              <a:rPr b="1" lang="en-GB" sz="2400">
                <a:solidFill>
                  <a:srgbClr val="37474F"/>
                </a:solidFill>
                <a:latin typeface="Roboto Mono"/>
                <a:ea typeface="Roboto Mono"/>
                <a:cs typeface="Roboto Mono"/>
                <a:sym typeface="Roboto Mono"/>
              </a:rPr>
              <a:t>)</a:t>
            </a:r>
            <a:endParaRPr b="1" sz="2400">
              <a:solidFill>
                <a:srgbClr val="37474F"/>
              </a:solidFill>
              <a:latin typeface="Roboto Mono"/>
              <a:ea typeface="Roboto Mono"/>
              <a:cs typeface="Roboto Mono"/>
              <a:sym typeface="Roboto Mono"/>
            </a:endParaRPr>
          </a:p>
          <a:p>
            <a:pPr indent="0" lvl="0" marL="0" rtl="0" algn="l">
              <a:lnSpc>
                <a:spcPct val="150000"/>
              </a:lnSpc>
              <a:spcBef>
                <a:spcPts val="0"/>
              </a:spcBef>
              <a:spcAft>
                <a:spcPts val="0"/>
              </a:spcAft>
              <a:buNone/>
            </a:pPr>
            <a:r>
              <a:t/>
            </a:r>
            <a:endParaRPr sz="2400">
              <a:solidFill>
                <a:srgbClr val="37474F"/>
              </a:solidFill>
              <a:latin typeface="Roboto Mono"/>
              <a:ea typeface="Roboto Mono"/>
              <a:cs typeface="Roboto Mono"/>
              <a:sym typeface="Roboto Mono"/>
            </a:endParaRPr>
          </a:p>
          <a:p>
            <a:pPr indent="0" lvl="0" marL="0" rtl="0" algn="ctr">
              <a:lnSpc>
                <a:spcPct val="150000"/>
              </a:lnSpc>
              <a:spcBef>
                <a:spcPts val="0"/>
              </a:spcBef>
              <a:spcAft>
                <a:spcPts val="0"/>
              </a:spcAft>
              <a:buNone/>
            </a:pPr>
            <a:r>
              <a:rPr b="1" lang="en-GB" sz="2400">
                <a:solidFill>
                  <a:srgbClr val="37474F"/>
                </a:solidFill>
                <a:latin typeface="Roboto Mono"/>
                <a:ea typeface="Roboto Mono"/>
                <a:cs typeface="Roboto Mono"/>
                <a:sym typeface="Roboto Mono"/>
              </a:rPr>
              <a:t>3 marks!</a:t>
            </a:r>
            <a:endParaRPr b="1" sz="2400">
              <a:solidFill>
                <a:srgbClr val="37474F"/>
              </a:solidFill>
              <a:latin typeface="Roboto Mono"/>
              <a:ea typeface="Roboto Mono"/>
              <a:cs typeface="Roboto Mono"/>
              <a:sym typeface="Roboto Mono"/>
            </a:endParaRPr>
          </a:p>
        </p:txBody>
      </p:sp>
      <p:sp>
        <p:nvSpPr>
          <p:cNvPr id="190" name="Google Shape;190;p34"/>
          <p:cNvSpPr txBox="1"/>
          <p:nvPr/>
        </p:nvSpPr>
        <p:spPr>
          <a:xfrm>
            <a:off x="582150" y="1017700"/>
            <a:ext cx="7979700" cy="13650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1" lang="en-GB" sz="1800">
                <a:solidFill>
                  <a:srgbClr val="37474F"/>
                </a:solidFill>
                <a:latin typeface="Roboto Mono"/>
                <a:ea typeface="Roboto Mono"/>
                <a:cs typeface="Roboto Mono"/>
                <a:sym typeface="Roboto Mono"/>
              </a:rPr>
              <a:t>numMinutes = input (</a:t>
            </a:r>
            <a:r>
              <a:rPr b="1" lang="en-GB" sz="1800">
                <a:solidFill>
                  <a:srgbClr val="388E3C"/>
                </a:solidFill>
                <a:latin typeface="Roboto Mono"/>
                <a:ea typeface="Roboto Mono"/>
                <a:cs typeface="Roboto Mono"/>
                <a:sym typeface="Roboto Mono"/>
              </a:rPr>
              <a:t>"How many minutes?"</a:t>
            </a:r>
            <a:r>
              <a:rPr b="1" lang="en-GB" sz="1800">
                <a:solidFill>
                  <a:srgbClr val="37474F"/>
                </a:solidFill>
                <a:latin typeface="Roboto Mono"/>
                <a:ea typeface="Roboto Mono"/>
                <a:cs typeface="Roboto Mono"/>
                <a:sym typeface="Roboto Mono"/>
              </a:rPr>
              <a:t>)</a:t>
            </a:r>
            <a:endParaRPr b="1" sz="1800">
              <a:solidFill>
                <a:srgbClr val="37474F"/>
              </a:solidFill>
              <a:latin typeface="Roboto Mono"/>
              <a:ea typeface="Roboto Mono"/>
              <a:cs typeface="Roboto Mono"/>
              <a:sym typeface="Roboto Mono"/>
            </a:endParaRPr>
          </a:p>
          <a:p>
            <a:pPr indent="0" lvl="0" marL="0" rtl="0" algn="l">
              <a:lnSpc>
                <a:spcPct val="150000"/>
              </a:lnSpc>
              <a:spcBef>
                <a:spcPts val="0"/>
              </a:spcBef>
              <a:spcAft>
                <a:spcPts val="0"/>
              </a:spcAft>
              <a:buClr>
                <a:schemeClr val="dk1"/>
              </a:buClr>
              <a:buSzPts val="1100"/>
              <a:buFont typeface="Arial"/>
              <a:buNone/>
            </a:pPr>
            <a:r>
              <a:rPr b="1" lang="en-GB" sz="1800">
                <a:solidFill>
                  <a:srgbClr val="37474F"/>
                </a:solidFill>
                <a:latin typeface="Roboto Mono"/>
                <a:ea typeface="Roboto Mono"/>
                <a:cs typeface="Roboto Mono"/>
                <a:sym typeface="Roboto Mono"/>
              </a:rPr>
              <a:t>raining = input (</a:t>
            </a:r>
            <a:r>
              <a:rPr b="1" lang="en-GB" sz="1800">
                <a:solidFill>
                  <a:srgbClr val="388E3C"/>
                </a:solidFill>
                <a:latin typeface="Roboto Mono"/>
                <a:ea typeface="Roboto Mono"/>
                <a:cs typeface="Roboto Mono"/>
                <a:sym typeface="Roboto Mono"/>
              </a:rPr>
              <a:t>"Is it raining?"</a:t>
            </a:r>
            <a:r>
              <a:rPr b="1" lang="en-GB" sz="1800">
                <a:solidFill>
                  <a:srgbClr val="37474F"/>
                </a:solidFill>
                <a:latin typeface="Roboto Mono"/>
                <a:ea typeface="Roboto Mono"/>
                <a:cs typeface="Roboto Mono"/>
                <a:sym typeface="Roboto Mono"/>
              </a:rPr>
              <a:t>)</a:t>
            </a:r>
            <a:endParaRPr b="1" sz="1800">
              <a:solidFill>
                <a:srgbClr val="37474F"/>
              </a:solidFill>
              <a:latin typeface="Roboto Mono"/>
              <a:ea typeface="Roboto Mono"/>
              <a:cs typeface="Roboto Mono"/>
              <a:sym typeface="Roboto Mono"/>
            </a:endParaRPr>
          </a:p>
          <a:p>
            <a:pPr indent="0" lvl="0" marL="0" rtl="0" algn="l">
              <a:lnSpc>
                <a:spcPct val="150000"/>
              </a:lnSpc>
              <a:spcBef>
                <a:spcPts val="0"/>
              </a:spcBef>
              <a:spcAft>
                <a:spcPts val="0"/>
              </a:spcAft>
              <a:buNone/>
            </a:pPr>
            <a:r>
              <a:rPr b="1" lang="en-GB" sz="1800">
                <a:solidFill>
                  <a:srgbClr val="37474F"/>
                </a:solidFill>
                <a:latin typeface="Roboto Mono"/>
                <a:ea typeface="Roboto Mono"/>
                <a:cs typeface="Roboto Mono"/>
                <a:sym typeface="Roboto Mono"/>
              </a:rPr>
              <a:t>1 mark</a:t>
            </a:r>
            <a:endParaRPr b="1" sz="1800">
              <a:solidFill>
                <a:srgbClr val="37474F"/>
              </a:solidFill>
              <a:latin typeface="Roboto Mono"/>
              <a:ea typeface="Roboto Mono"/>
              <a:cs typeface="Roboto Mono"/>
              <a:sym typeface="Roboto Mono"/>
            </a:endParaRPr>
          </a:p>
        </p:txBody>
      </p:sp>
      <p:pic>
        <p:nvPicPr>
          <p:cNvPr id="191" name="Google Shape;191;p34"/>
          <p:cNvPicPr preferRelativeResize="0"/>
          <p:nvPr/>
        </p:nvPicPr>
        <p:blipFill rotWithShape="1">
          <a:blip r:embed="rId3">
            <a:alphaModFix/>
          </a:blip>
          <a:srcRect b="2978" l="2913" r="0" t="5102"/>
          <a:stretch/>
        </p:blipFill>
        <p:spPr>
          <a:xfrm>
            <a:off x="8572800" y="-12"/>
            <a:ext cx="571200" cy="543578"/>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35"/>
          <p:cNvSpPr txBox="1"/>
          <p:nvPr>
            <p:ph idx="1" type="body"/>
          </p:nvPr>
        </p:nvSpPr>
        <p:spPr>
          <a:xfrm>
            <a:off x="217625" y="1185075"/>
            <a:ext cx="8520600" cy="4219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GB" sz="1400">
                <a:solidFill>
                  <a:srgbClr val="37474F"/>
                </a:solidFill>
                <a:latin typeface="Roboto Mono"/>
                <a:ea typeface="Roboto Mono"/>
                <a:cs typeface="Roboto Mono"/>
                <a:sym typeface="Roboto Mono"/>
              </a:rPr>
              <a:t>q1=  input(</a:t>
            </a:r>
            <a:r>
              <a:rPr b="1" lang="en-GB" sz="1400">
                <a:solidFill>
                  <a:srgbClr val="388E3C"/>
                </a:solidFill>
                <a:latin typeface="Roboto Mono"/>
                <a:ea typeface="Roboto Mono"/>
                <a:cs typeface="Roboto Mono"/>
                <a:sym typeface="Roboto Mono"/>
              </a:rPr>
              <a:t>"Does the program counter increment after</a:t>
            </a:r>
            <a:endParaRPr b="1" sz="1400">
              <a:solidFill>
                <a:srgbClr val="388E3C"/>
              </a:solidFill>
              <a:latin typeface="Roboto Mono"/>
              <a:ea typeface="Roboto Mono"/>
              <a:cs typeface="Roboto Mono"/>
              <a:sym typeface="Roboto Mono"/>
            </a:endParaRPr>
          </a:p>
          <a:p>
            <a:pPr indent="0" lvl="0" marL="0" rtl="0" algn="l">
              <a:spcBef>
                <a:spcPts val="1600"/>
              </a:spcBef>
              <a:spcAft>
                <a:spcPts val="0"/>
              </a:spcAft>
              <a:buNone/>
            </a:pPr>
            <a:r>
              <a:rPr b="1" lang="en-GB" sz="1400">
                <a:solidFill>
                  <a:srgbClr val="388E3C"/>
                </a:solidFill>
                <a:latin typeface="Roboto Mono"/>
                <a:ea typeface="Roboto Mono"/>
                <a:cs typeface="Roboto Mono"/>
                <a:sym typeface="Roboto Mono"/>
              </a:rPr>
              <a:t>            the decode part of the FDE cycle?"</a:t>
            </a:r>
            <a:r>
              <a:rPr b="1" lang="en-GB" sz="1400">
                <a:solidFill>
                  <a:srgbClr val="37474F"/>
                </a:solidFill>
                <a:latin typeface="Roboto Mono"/>
                <a:ea typeface="Roboto Mono"/>
                <a:cs typeface="Roboto Mono"/>
                <a:sym typeface="Roboto Mono"/>
              </a:rPr>
              <a:t>)</a:t>
            </a:r>
            <a:endParaRPr b="1" sz="1400">
              <a:solidFill>
                <a:srgbClr val="37474F"/>
              </a:solidFill>
              <a:latin typeface="Roboto Mono"/>
              <a:ea typeface="Roboto Mono"/>
              <a:cs typeface="Roboto Mono"/>
              <a:sym typeface="Roboto Mono"/>
            </a:endParaRPr>
          </a:p>
          <a:p>
            <a:pPr indent="0" lvl="0" marL="0" rtl="0" algn="l">
              <a:spcBef>
                <a:spcPts val="1600"/>
              </a:spcBef>
              <a:spcAft>
                <a:spcPts val="0"/>
              </a:spcAft>
              <a:buNone/>
            </a:pPr>
            <a:r>
              <a:rPr b="1" lang="en-GB" sz="1400">
                <a:solidFill>
                  <a:srgbClr val="37474F"/>
                </a:solidFill>
                <a:latin typeface="Roboto Mono"/>
                <a:ea typeface="Roboto Mono"/>
                <a:cs typeface="Roboto Mono"/>
                <a:sym typeface="Roboto Mono"/>
              </a:rPr>
              <a:t>q2 = input(</a:t>
            </a:r>
            <a:r>
              <a:rPr b="1" lang="en-GB" sz="1400">
                <a:solidFill>
                  <a:srgbClr val="388E3C"/>
                </a:solidFill>
                <a:latin typeface="Roboto Mono"/>
                <a:ea typeface="Roboto Mono"/>
                <a:cs typeface="Roboto Mono"/>
                <a:sym typeface="Roboto Mono"/>
              </a:rPr>
              <a:t>"What does MAR stand for?"</a:t>
            </a:r>
            <a:r>
              <a:rPr b="1" lang="en-GB" sz="1400">
                <a:solidFill>
                  <a:srgbClr val="37474F"/>
                </a:solidFill>
                <a:latin typeface="Roboto Mono"/>
                <a:ea typeface="Roboto Mono"/>
                <a:cs typeface="Roboto Mono"/>
                <a:sym typeface="Roboto Mono"/>
              </a:rPr>
              <a:t>)</a:t>
            </a:r>
            <a:endParaRPr b="1" sz="1400">
              <a:solidFill>
                <a:srgbClr val="37474F"/>
              </a:solidFill>
              <a:latin typeface="Roboto Mono"/>
              <a:ea typeface="Roboto Mono"/>
              <a:cs typeface="Roboto Mono"/>
              <a:sym typeface="Roboto Mono"/>
            </a:endParaRPr>
          </a:p>
          <a:p>
            <a:pPr indent="0" lvl="0" marL="0" rtl="0" algn="l">
              <a:spcBef>
                <a:spcPts val="1600"/>
              </a:spcBef>
              <a:spcAft>
                <a:spcPts val="0"/>
              </a:spcAft>
              <a:buNone/>
            </a:pPr>
            <a:r>
              <a:rPr b="1" lang="en-GB" sz="1400">
                <a:solidFill>
                  <a:srgbClr val="37474F"/>
                </a:solidFill>
                <a:latin typeface="Roboto Mono"/>
                <a:ea typeface="Roboto Mono"/>
                <a:cs typeface="Roboto Mono"/>
                <a:sym typeface="Roboto Mono"/>
              </a:rPr>
              <a:t>score = </a:t>
            </a:r>
            <a:r>
              <a:rPr b="1" lang="en-GB" sz="1400">
                <a:solidFill>
                  <a:srgbClr val="C53929"/>
                </a:solidFill>
                <a:latin typeface="Roboto Mono"/>
                <a:ea typeface="Roboto Mono"/>
                <a:cs typeface="Roboto Mono"/>
                <a:sym typeface="Roboto Mono"/>
              </a:rPr>
              <a:t>0</a:t>
            </a:r>
            <a:endParaRPr b="1" sz="1400">
              <a:solidFill>
                <a:srgbClr val="37474F"/>
              </a:solidFill>
              <a:latin typeface="Roboto Mono"/>
              <a:ea typeface="Roboto Mono"/>
              <a:cs typeface="Roboto Mono"/>
              <a:sym typeface="Roboto Mono"/>
            </a:endParaRPr>
          </a:p>
          <a:p>
            <a:pPr indent="0" lvl="0" marL="0" rtl="0" algn="l">
              <a:spcBef>
                <a:spcPts val="1600"/>
              </a:spcBef>
              <a:spcAft>
                <a:spcPts val="0"/>
              </a:spcAft>
              <a:buNone/>
            </a:pPr>
            <a:r>
              <a:t/>
            </a:r>
            <a:endParaRPr b="1" sz="1400">
              <a:solidFill>
                <a:srgbClr val="37474F"/>
              </a:solidFill>
              <a:latin typeface="Roboto Mono"/>
              <a:ea typeface="Roboto Mono"/>
              <a:cs typeface="Roboto Mono"/>
              <a:sym typeface="Roboto Mono"/>
            </a:endParaRPr>
          </a:p>
          <a:p>
            <a:pPr indent="0" lvl="0" marL="0" rtl="0" algn="l">
              <a:spcBef>
                <a:spcPts val="1600"/>
              </a:spcBef>
              <a:spcAft>
                <a:spcPts val="0"/>
              </a:spcAft>
              <a:buNone/>
            </a:pPr>
            <a:r>
              <a:rPr b="1" lang="en-GB" sz="1400">
                <a:solidFill>
                  <a:srgbClr val="3F51B5"/>
                </a:solidFill>
                <a:latin typeface="Roboto Mono"/>
                <a:ea typeface="Roboto Mono"/>
                <a:cs typeface="Roboto Mono"/>
                <a:sym typeface="Roboto Mono"/>
              </a:rPr>
              <a:t>if</a:t>
            </a:r>
            <a:r>
              <a:rPr b="1" lang="en-GB" sz="1400">
                <a:solidFill>
                  <a:srgbClr val="37474F"/>
                </a:solidFill>
                <a:latin typeface="Roboto Mono"/>
                <a:ea typeface="Roboto Mono"/>
                <a:cs typeface="Roboto Mono"/>
                <a:sym typeface="Roboto Mono"/>
              </a:rPr>
              <a:t> q1 == </a:t>
            </a:r>
            <a:r>
              <a:rPr b="1" lang="en-GB" sz="1400">
                <a:solidFill>
                  <a:srgbClr val="388E3C"/>
                </a:solidFill>
                <a:latin typeface="Roboto Mono"/>
                <a:ea typeface="Roboto Mono"/>
                <a:cs typeface="Roboto Mono"/>
                <a:sym typeface="Roboto Mono"/>
              </a:rPr>
              <a:t>"no"</a:t>
            </a:r>
            <a:r>
              <a:rPr b="1" lang="en-GB" sz="1400">
                <a:solidFill>
                  <a:srgbClr val="37474F"/>
                </a:solidFill>
                <a:latin typeface="Roboto Mono"/>
                <a:ea typeface="Roboto Mono"/>
                <a:cs typeface="Roboto Mono"/>
                <a:sym typeface="Roboto Mono"/>
              </a:rPr>
              <a:t> </a:t>
            </a:r>
            <a:r>
              <a:rPr b="1" lang="en-GB" sz="1400">
                <a:solidFill>
                  <a:srgbClr val="3F51B5"/>
                </a:solidFill>
                <a:latin typeface="Roboto Mono"/>
                <a:ea typeface="Roboto Mono"/>
                <a:cs typeface="Roboto Mono"/>
                <a:sym typeface="Roboto Mono"/>
              </a:rPr>
              <a:t>then</a:t>
            </a:r>
            <a:endParaRPr b="1" sz="1400">
              <a:solidFill>
                <a:srgbClr val="37474F"/>
              </a:solidFill>
              <a:latin typeface="Roboto Mono"/>
              <a:ea typeface="Roboto Mono"/>
              <a:cs typeface="Roboto Mono"/>
              <a:sym typeface="Roboto Mono"/>
            </a:endParaRPr>
          </a:p>
          <a:p>
            <a:pPr indent="0" lvl="0" marL="0" rtl="0" algn="l">
              <a:spcBef>
                <a:spcPts val="1600"/>
              </a:spcBef>
              <a:spcAft>
                <a:spcPts val="0"/>
              </a:spcAft>
              <a:buNone/>
            </a:pPr>
            <a:r>
              <a:rPr b="1" lang="en-GB" sz="1400">
                <a:solidFill>
                  <a:srgbClr val="37474F"/>
                </a:solidFill>
                <a:latin typeface="Roboto Mono"/>
                <a:ea typeface="Roboto Mono"/>
                <a:cs typeface="Roboto Mono"/>
                <a:sym typeface="Roboto Mono"/>
              </a:rPr>
              <a:t>    </a:t>
            </a:r>
            <a:r>
              <a:rPr b="1" lang="en-GB" sz="1400">
                <a:solidFill>
                  <a:srgbClr val="3F51B5"/>
                </a:solidFill>
                <a:latin typeface="Roboto Mono"/>
                <a:ea typeface="Roboto Mono"/>
                <a:cs typeface="Roboto Mono"/>
                <a:sym typeface="Roboto Mono"/>
              </a:rPr>
              <a:t>print</a:t>
            </a:r>
            <a:r>
              <a:rPr b="1" lang="en-GB" sz="1400">
                <a:solidFill>
                  <a:srgbClr val="37474F"/>
                </a:solidFill>
                <a:latin typeface="Roboto Mono"/>
                <a:ea typeface="Roboto Mono"/>
                <a:cs typeface="Roboto Mono"/>
                <a:sym typeface="Roboto Mono"/>
              </a:rPr>
              <a:t>(</a:t>
            </a:r>
            <a:r>
              <a:rPr b="1" lang="en-GB" sz="1400">
                <a:solidFill>
                  <a:srgbClr val="388E3C"/>
                </a:solidFill>
                <a:latin typeface="Roboto Mono"/>
                <a:ea typeface="Roboto Mono"/>
                <a:cs typeface="Roboto Mono"/>
                <a:sym typeface="Roboto Mono"/>
              </a:rPr>
              <a:t>"Correct!"</a:t>
            </a:r>
            <a:r>
              <a:rPr b="1" lang="en-GB" sz="1400">
                <a:solidFill>
                  <a:srgbClr val="37474F"/>
                </a:solidFill>
                <a:latin typeface="Roboto Mono"/>
                <a:ea typeface="Roboto Mono"/>
                <a:cs typeface="Roboto Mono"/>
                <a:sym typeface="Roboto Mono"/>
              </a:rPr>
              <a:t>)</a:t>
            </a:r>
            <a:endParaRPr b="1" sz="1400">
              <a:solidFill>
                <a:srgbClr val="37474F"/>
              </a:solidFill>
              <a:latin typeface="Roboto Mono"/>
              <a:ea typeface="Roboto Mono"/>
              <a:cs typeface="Roboto Mono"/>
              <a:sym typeface="Roboto Mono"/>
            </a:endParaRPr>
          </a:p>
          <a:p>
            <a:pPr indent="0" lvl="0" marL="0" rtl="0" algn="l">
              <a:spcBef>
                <a:spcPts val="1600"/>
              </a:spcBef>
              <a:spcAft>
                <a:spcPts val="0"/>
              </a:spcAft>
              <a:buNone/>
            </a:pPr>
            <a:r>
              <a:rPr b="1" lang="en-GB" sz="1400">
                <a:solidFill>
                  <a:srgbClr val="37474F"/>
                </a:solidFill>
                <a:latin typeface="Roboto Mono"/>
                <a:ea typeface="Roboto Mono"/>
                <a:cs typeface="Roboto Mono"/>
                <a:sym typeface="Roboto Mono"/>
              </a:rPr>
              <a:t>    score = score + </a:t>
            </a:r>
            <a:r>
              <a:rPr b="1" lang="en-GB" sz="1400">
                <a:solidFill>
                  <a:srgbClr val="C53929"/>
                </a:solidFill>
                <a:latin typeface="Roboto Mono"/>
                <a:ea typeface="Roboto Mono"/>
                <a:cs typeface="Roboto Mono"/>
                <a:sym typeface="Roboto Mono"/>
              </a:rPr>
              <a:t>1</a:t>
            </a:r>
            <a:endParaRPr b="1" sz="1400">
              <a:solidFill>
                <a:srgbClr val="37474F"/>
              </a:solidFill>
              <a:latin typeface="Roboto Mono"/>
              <a:ea typeface="Roboto Mono"/>
              <a:cs typeface="Roboto Mono"/>
              <a:sym typeface="Roboto Mono"/>
            </a:endParaRPr>
          </a:p>
          <a:p>
            <a:pPr indent="0" lvl="0" marL="0" rtl="0" algn="l">
              <a:spcBef>
                <a:spcPts val="1600"/>
              </a:spcBef>
              <a:spcAft>
                <a:spcPts val="0"/>
              </a:spcAft>
              <a:buNone/>
            </a:pPr>
            <a:r>
              <a:rPr b="1" lang="en-GB" sz="1400">
                <a:solidFill>
                  <a:srgbClr val="3F51B5"/>
                </a:solidFill>
                <a:latin typeface="Roboto Mono"/>
                <a:ea typeface="Roboto Mono"/>
                <a:cs typeface="Roboto Mono"/>
                <a:sym typeface="Roboto Mono"/>
              </a:rPr>
              <a:t>else</a:t>
            </a:r>
            <a:endParaRPr b="1" sz="1400">
              <a:solidFill>
                <a:srgbClr val="37474F"/>
              </a:solidFill>
              <a:latin typeface="Roboto Mono"/>
              <a:ea typeface="Roboto Mono"/>
              <a:cs typeface="Roboto Mono"/>
              <a:sym typeface="Roboto Mono"/>
            </a:endParaRPr>
          </a:p>
          <a:p>
            <a:pPr indent="0" lvl="0" marL="0" rtl="0" algn="l">
              <a:spcBef>
                <a:spcPts val="1600"/>
              </a:spcBef>
              <a:spcAft>
                <a:spcPts val="0"/>
              </a:spcAft>
              <a:buNone/>
            </a:pPr>
            <a:r>
              <a:rPr b="1" lang="en-GB" sz="1400">
                <a:solidFill>
                  <a:srgbClr val="37474F"/>
                </a:solidFill>
                <a:latin typeface="Roboto Mono"/>
                <a:ea typeface="Roboto Mono"/>
                <a:cs typeface="Roboto Mono"/>
                <a:sym typeface="Roboto Mono"/>
              </a:rPr>
              <a:t>    </a:t>
            </a:r>
            <a:r>
              <a:rPr b="1" lang="en-GB" sz="1400">
                <a:solidFill>
                  <a:srgbClr val="3F51B5"/>
                </a:solidFill>
                <a:latin typeface="Roboto Mono"/>
                <a:ea typeface="Roboto Mono"/>
                <a:cs typeface="Roboto Mono"/>
                <a:sym typeface="Roboto Mono"/>
              </a:rPr>
              <a:t>print</a:t>
            </a:r>
            <a:r>
              <a:rPr b="1" lang="en-GB" sz="1400">
                <a:solidFill>
                  <a:srgbClr val="37474F"/>
                </a:solidFill>
                <a:latin typeface="Roboto Mono"/>
                <a:ea typeface="Roboto Mono"/>
                <a:cs typeface="Roboto Mono"/>
                <a:sym typeface="Roboto Mono"/>
              </a:rPr>
              <a:t>(</a:t>
            </a:r>
            <a:r>
              <a:rPr b="1" lang="en-GB" sz="1400">
                <a:solidFill>
                  <a:srgbClr val="388E3C"/>
                </a:solidFill>
                <a:latin typeface="Roboto Mono"/>
                <a:ea typeface="Roboto Mono"/>
                <a:cs typeface="Roboto Mono"/>
                <a:sym typeface="Roboto Mono"/>
              </a:rPr>
              <a:t>"Incorrect"</a:t>
            </a:r>
            <a:r>
              <a:rPr b="1" lang="en-GB" sz="1400">
                <a:solidFill>
                  <a:srgbClr val="37474F"/>
                </a:solidFill>
                <a:latin typeface="Roboto Mono"/>
                <a:ea typeface="Roboto Mono"/>
                <a:cs typeface="Roboto Mono"/>
                <a:sym typeface="Roboto Mono"/>
              </a:rPr>
              <a:t>)</a:t>
            </a:r>
            <a:endParaRPr b="1" sz="1400">
              <a:solidFill>
                <a:srgbClr val="37474F"/>
              </a:solidFill>
              <a:latin typeface="Roboto Mono"/>
              <a:ea typeface="Roboto Mono"/>
              <a:cs typeface="Roboto Mono"/>
              <a:sym typeface="Roboto Mono"/>
            </a:endParaRPr>
          </a:p>
          <a:p>
            <a:pPr indent="0" lvl="0" marL="0" rtl="0" algn="l">
              <a:lnSpc>
                <a:spcPct val="150000"/>
              </a:lnSpc>
              <a:spcBef>
                <a:spcPts val="1600"/>
              </a:spcBef>
              <a:spcAft>
                <a:spcPts val="0"/>
              </a:spcAft>
              <a:buClr>
                <a:schemeClr val="dk1"/>
              </a:buClr>
              <a:buSzPts val="1100"/>
              <a:buFont typeface="Arial"/>
              <a:buNone/>
            </a:pPr>
            <a:r>
              <a:rPr b="1" lang="en-GB" sz="1400">
                <a:solidFill>
                  <a:srgbClr val="37474F"/>
                </a:solidFill>
                <a:latin typeface="Roboto Mono"/>
                <a:ea typeface="Roboto Mono"/>
                <a:cs typeface="Roboto Mono"/>
                <a:sym typeface="Roboto Mono"/>
              </a:rPr>
              <a:t>endif</a:t>
            </a:r>
            <a:endParaRPr b="1" sz="1400">
              <a:solidFill>
                <a:srgbClr val="37474F"/>
              </a:solidFill>
              <a:latin typeface="Roboto Mono"/>
              <a:ea typeface="Roboto Mono"/>
              <a:cs typeface="Roboto Mono"/>
              <a:sym typeface="Roboto Mono"/>
            </a:endParaRPr>
          </a:p>
          <a:p>
            <a:pPr indent="0" lvl="0" marL="0" rtl="0" algn="l">
              <a:spcBef>
                <a:spcPts val="0"/>
              </a:spcBef>
              <a:spcAft>
                <a:spcPts val="1600"/>
              </a:spcAft>
              <a:buNone/>
            </a:pPr>
            <a:r>
              <a:t/>
            </a:r>
            <a:endParaRPr b="1" sz="1400"/>
          </a:p>
        </p:txBody>
      </p:sp>
      <p:pic>
        <p:nvPicPr>
          <p:cNvPr id="197" name="Google Shape;197;p35"/>
          <p:cNvPicPr preferRelativeResize="0"/>
          <p:nvPr/>
        </p:nvPicPr>
        <p:blipFill rotWithShape="1">
          <a:blip r:embed="rId3">
            <a:alphaModFix/>
          </a:blip>
          <a:srcRect b="2978" l="2913" r="0" t="5102"/>
          <a:stretch/>
        </p:blipFill>
        <p:spPr>
          <a:xfrm>
            <a:off x="8572800" y="-12"/>
            <a:ext cx="571200" cy="543578"/>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