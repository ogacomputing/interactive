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Gill Sans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schemas.openxmlformats.org/officeDocument/2006/relationships/font" Target="fonts/GillSans-regular.fnt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Gill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148bfca9d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148bfca9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2cf5d5df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2cf5d5d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2abeaf7ec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f2abeaf7e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148bfca9d_0_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148bfca9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1593059ad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1593059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1593059ad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1593059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1ce454c1a_0_1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61ce454c1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15a2760cb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615a2760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61d10f699c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61d10f69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2cf5d5dfd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2cf5d5df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15a2760cb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15a2760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15a2760cb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15a2760c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15a2760cb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615a2760c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15a2760cb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15a2760c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840300"/>
            <a:ext cx="6331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548767"/>
            <a:ext cx="85206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1248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2462405"/>
            <a:ext cx="2808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949521"/>
            <a:ext cx="62442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364716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5634700"/>
            <a:ext cx="83886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739800"/>
            <a:ext cx="74361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3892600"/>
            <a:ext cx="74361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ctrTitle"/>
          </p:nvPr>
        </p:nvSpPr>
        <p:spPr>
          <a:xfrm>
            <a:off x="311700" y="828875"/>
            <a:ext cx="8520600" cy="52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🕕</a:t>
            </a:r>
            <a:r>
              <a:rPr lang="en-GB"/>
              <a:t> Starter - Algorithm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Kenneth needs a program that decide if a number is large, or small.  Your program should ask the user to enter a number.  If it is greater than 100 it should output “Large”.  If it is not, it should output “small”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Write an algorithm that will do this.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Extension: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Change your algorithm to also output the next 10 numbers after the one entered.  E.g. if someone enters the number 30, it should output “31, 32, 33, 34...” etc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 b="1067" l="902" r="0" t="1038"/>
          <a:stretch/>
        </p:blipFill>
        <p:spPr>
          <a:xfrm>
            <a:off x="8572800" y="0"/>
            <a:ext cx="571200" cy="5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ctrTitle"/>
          </p:nvPr>
        </p:nvSpPr>
        <p:spPr>
          <a:xfrm>
            <a:off x="311700" y="828875"/>
            <a:ext cx="8520600" cy="52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🕕 Starter - Algorithm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Mabel</a:t>
            </a:r>
            <a:r>
              <a:rPr lang="en-GB" sz="1900"/>
              <a:t> needs a program that decide if they she has passed a test.  If she gets over 150, she has passed the test.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Write an algorithm that will: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Ask Mabel to enter the score she received in her test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Output “Well done you have passed” if the score is over 150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Output “Better luck next time” if not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Extension: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Work out how many marks Mabel was away from passing, if she failed.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Keep asking for a score until Mabel passes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24" name="Google Shape;124;p26"/>
          <p:cNvPicPr preferRelativeResize="0"/>
          <p:nvPr/>
        </p:nvPicPr>
        <p:blipFill rotWithShape="1">
          <a:blip r:embed="rId3">
            <a:alphaModFix/>
          </a:blip>
          <a:srcRect b="1067" l="902" r="0" t="1038"/>
          <a:stretch/>
        </p:blipFill>
        <p:spPr>
          <a:xfrm>
            <a:off x="8572800" y="0"/>
            <a:ext cx="571200" cy="5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27"/>
          <p:cNvCxnSpPr>
            <a:stCxn id="130" idx="2"/>
          </p:cNvCxnSpPr>
          <p:nvPr/>
        </p:nvCxnSpPr>
        <p:spPr>
          <a:xfrm>
            <a:off x="3253025" y="1315033"/>
            <a:ext cx="0" cy="6417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31" name="Google Shape;131;p27"/>
          <p:cNvSpPr/>
          <p:nvPr/>
        </p:nvSpPr>
        <p:spPr>
          <a:xfrm flipH="1">
            <a:off x="-9892" y="-96455"/>
            <a:ext cx="9144000" cy="6858000"/>
          </a:xfrm>
          <a:prstGeom prst="rect">
            <a:avLst/>
          </a:prstGeom>
          <a:noFill/>
          <a:ln cap="flat" cmpd="sng" w="228600">
            <a:solidFill>
              <a:srgbClr val="5B3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27"/>
          <p:cNvCxnSpPr/>
          <p:nvPr/>
        </p:nvCxnSpPr>
        <p:spPr>
          <a:xfrm rot="10800000">
            <a:off x="2753916" y="5258062"/>
            <a:ext cx="0" cy="8304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33" name="Google Shape;133;p27"/>
          <p:cNvCxnSpPr>
            <a:stCxn id="134" idx="0"/>
          </p:cNvCxnSpPr>
          <p:nvPr/>
        </p:nvCxnSpPr>
        <p:spPr>
          <a:xfrm flipH="1" rot="10800000">
            <a:off x="6533475" y="1855233"/>
            <a:ext cx="13200" cy="5076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35" name="Google Shape;135;p27"/>
          <p:cNvSpPr txBox="1"/>
          <p:nvPr/>
        </p:nvSpPr>
        <p:spPr>
          <a:xfrm flipH="1">
            <a:off x="2088625" y="2752533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use arrays?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6" name="Google Shape;136;p27"/>
          <p:cNvCxnSpPr>
            <a:stCxn id="137" idx="0"/>
          </p:cNvCxnSpPr>
          <p:nvPr/>
        </p:nvCxnSpPr>
        <p:spPr>
          <a:xfrm rot="10800000">
            <a:off x="7884375" y="3604667"/>
            <a:ext cx="12000" cy="4227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38" name="Google Shape;138;p27"/>
          <p:cNvCxnSpPr/>
          <p:nvPr/>
        </p:nvCxnSpPr>
        <p:spPr>
          <a:xfrm>
            <a:off x="2962367" y="3143967"/>
            <a:ext cx="0" cy="5715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39" name="Google Shape;139;p27"/>
          <p:cNvSpPr txBox="1"/>
          <p:nvPr/>
        </p:nvSpPr>
        <p:spPr>
          <a:xfrm flipH="1">
            <a:off x="1596949" y="6077633"/>
            <a:ext cx="2400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When should I use iteration?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27"/>
          <p:cNvCxnSpPr/>
          <p:nvPr/>
        </p:nvCxnSpPr>
        <p:spPr>
          <a:xfrm>
            <a:off x="3997256" y="4984117"/>
            <a:ext cx="0" cy="7539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1" name="Google Shape;141;p27"/>
          <p:cNvSpPr txBox="1"/>
          <p:nvPr/>
        </p:nvSpPr>
        <p:spPr>
          <a:xfrm flipH="1">
            <a:off x="2876479" y="4695050"/>
            <a:ext cx="23490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write an if statement?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 flipH="1">
            <a:off x="892577" y="4238600"/>
            <a:ext cx="20526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are the different types of iteration?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7"/>
          <p:cNvCxnSpPr/>
          <p:nvPr/>
        </p:nvCxnSpPr>
        <p:spPr>
          <a:xfrm rot="10800000">
            <a:off x="582975" y="4523067"/>
            <a:ext cx="424200" cy="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4" name="Google Shape;144;p27"/>
          <p:cNvSpPr txBox="1"/>
          <p:nvPr/>
        </p:nvSpPr>
        <p:spPr>
          <a:xfrm flipH="1">
            <a:off x="5129016" y="6077133"/>
            <a:ext cx="1903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get input from a user?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27"/>
          <p:cNvCxnSpPr/>
          <p:nvPr/>
        </p:nvCxnSpPr>
        <p:spPr>
          <a:xfrm rot="10800000">
            <a:off x="6106716" y="5258062"/>
            <a:ext cx="0" cy="8304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6" name="Google Shape;146;p27"/>
          <p:cNvSpPr/>
          <p:nvPr/>
        </p:nvSpPr>
        <p:spPr>
          <a:xfrm flipH="1" rot="-5400000">
            <a:off x="1092388" y="1444108"/>
            <a:ext cx="1146900" cy="741300"/>
          </a:xfrm>
          <a:prstGeom prst="triangle">
            <a:avLst>
              <a:gd fmla="val 50000" name="adj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/>
          <p:nvPr/>
        </p:nvSpPr>
        <p:spPr>
          <a:xfrm flipH="1">
            <a:off x="1206666" y="5193733"/>
            <a:ext cx="63696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/>
          <p:nvPr/>
        </p:nvSpPr>
        <p:spPr>
          <a:xfrm flipH="1">
            <a:off x="1252691" y="3307367"/>
            <a:ext cx="59577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/>
          <p:nvPr/>
        </p:nvSpPr>
        <p:spPr>
          <a:xfrm flipH="1">
            <a:off x="2015166" y="1436300"/>
            <a:ext cx="52563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 flipH="1" rot="-5400393">
            <a:off x="-10025" y="3539333"/>
            <a:ext cx="2624400" cy="2164200"/>
          </a:xfrm>
          <a:prstGeom prst="blockArc">
            <a:avLst>
              <a:gd fmla="val 10757304" name="adj1"/>
              <a:gd fmla="val 78374" name="adj2"/>
              <a:gd fmla="val 33701" name="adj3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 flipH="1">
            <a:off x="2317250" y="80733"/>
            <a:ext cx="38583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do I write algorithms by hand?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47266" l="31958" r="30497" t="29363"/>
          <a:stretch/>
        </p:blipFill>
        <p:spPr>
          <a:xfrm>
            <a:off x="132867" y="61967"/>
            <a:ext cx="2184299" cy="101923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 flipH="1">
            <a:off x="6175550" y="80733"/>
            <a:ext cx="28122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000">
                <a:latin typeface="Gill Sans"/>
                <a:ea typeface="Gill Sans"/>
                <a:cs typeface="Gill Sans"/>
                <a:sym typeface="Gill Sans"/>
              </a:rPr>
              <a:t>Y11 - Algorithms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 flipH="1">
            <a:off x="7230991" y="4782400"/>
            <a:ext cx="1212000" cy="1581900"/>
          </a:xfrm>
          <a:prstGeom prst="ellipse">
            <a:avLst/>
          </a:prstGeom>
          <a:solidFill>
            <a:srgbClr val="5A3394"/>
          </a:solidFill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Start</a:t>
            </a:r>
            <a:endParaRPr b="1" i="0" sz="16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179125" y="1017100"/>
            <a:ext cx="1212000" cy="1581900"/>
          </a:xfrm>
          <a:prstGeom prst="ellipse">
            <a:avLst/>
          </a:prstGeom>
          <a:solidFill>
            <a:srgbClr val="5A3394"/>
          </a:solidFill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Practice</a:t>
            </a:r>
            <a:endParaRPr b="1" i="0" sz="16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4">
            <a:alphaModFix/>
          </a:blip>
          <a:srcRect b="19522" l="0" r="70153" t="17259"/>
          <a:stretch/>
        </p:blipFill>
        <p:spPr>
          <a:xfrm flipH="1">
            <a:off x="2087315" y="1427167"/>
            <a:ext cx="269700" cy="7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/>
        </p:nvSpPr>
        <p:spPr>
          <a:xfrm flipH="1">
            <a:off x="5669625" y="2362833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are subprograms and how do I use them?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27"/>
          <p:cNvSpPr txBox="1"/>
          <p:nvPr/>
        </p:nvSpPr>
        <p:spPr>
          <a:xfrm flipH="1">
            <a:off x="7032525" y="4027367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When do I need to manipulate strings?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 flipH="1">
            <a:off x="2389175" y="743533"/>
            <a:ext cx="1727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write data to a file?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p27"/>
          <p:cNvSpPr/>
          <p:nvPr/>
        </p:nvSpPr>
        <p:spPr>
          <a:xfrm flipH="1" rot="5400000">
            <a:off x="5861416" y="1651736"/>
            <a:ext cx="2613900" cy="2184300"/>
          </a:xfrm>
          <a:prstGeom prst="blockArc">
            <a:avLst>
              <a:gd fmla="val 10757304" name="adj1"/>
              <a:gd fmla="val 212263" name="adj2"/>
              <a:gd fmla="val 34227" name="adj3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200" y="4970233"/>
            <a:ext cx="1342450" cy="13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4550" y="3307362"/>
            <a:ext cx="1342449" cy="106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5309" y="4998267"/>
            <a:ext cx="1543890" cy="8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7309" y="3574704"/>
            <a:ext cx="1105003" cy="106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7025" y="2211285"/>
            <a:ext cx="2052600" cy="79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97124" y="1402934"/>
            <a:ext cx="511813" cy="57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25475" y="1132917"/>
            <a:ext cx="1033649" cy="102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Outcomes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871800"/>
            <a:ext cx="8520600" cy="24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3C1E68"/>
                </a:solidFill>
              </a:rPr>
              <a:t>Topic Question</a:t>
            </a:r>
            <a:r>
              <a:rPr b="1" lang="en-GB" sz="2400">
                <a:solidFill>
                  <a:srgbClr val="3C1E68"/>
                </a:solidFill>
              </a:rPr>
              <a:t>:</a:t>
            </a:r>
            <a:endParaRPr b="1"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C1E68"/>
                </a:solidFill>
              </a:rPr>
              <a:t>How do I write algorithms by hand?</a:t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3C1E68"/>
                </a:solidFill>
              </a:rPr>
              <a:t>Lesson Question</a:t>
            </a:r>
            <a:r>
              <a:rPr b="1" lang="en-GB" sz="2400">
                <a:solidFill>
                  <a:srgbClr val="3C1E68"/>
                </a:solidFill>
              </a:rPr>
              <a:t>:</a:t>
            </a:r>
            <a:endParaRPr b="1"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C1E68"/>
                </a:solidFill>
              </a:rPr>
              <a:t>When should I use iteration?</a:t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8900" y="1"/>
            <a:ext cx="955100" cy="93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I need iteration?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2410112" y="15943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Look at the two algorithms below.  </a:t>
            </a:r>
            <a:endParaRPr sz="2100"/>
          </a:p>
          <a:p>
            <a:pPr indent="-361950" lvl="0" marL="457200" rtl="0" algn="l"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Which one uses iteration to solve a problem? 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What lines of code use iteration?</a:t>
            </a:r>
            <a:endParaRPr sz="2100"/>
          </a:p>
        </p:txBody>
      </p:sp>
      <p:sp>
        <p:nvSpPr>
          <p:cNvPr id="178" name="Google Shape;178;p29"/>
          <p:cNvSpPr txBox="1"/>
          <p:nvPr/>
        </p:nvSpPr>
        <p:spPr>
          <a:xfrm>
            <a:off x="308100" y="3617850"/>
            <a:ext cx="42639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number = input(</a:t>
            </a:r>
            <a:r>
              <a:rPr lang="en-GB" sz="15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number"</a:t>
            </a: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number &gt; </a:t>
            </a:r>
            <a:r>
              <a:rPr lang="en-GB" sz="15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numberPlusOne = number + </a:t>
            </a:r>
            <a:r>
              <a:rPr lang="en-GB" sz="15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numberPlusTwo = number + </a:t>
            </a:r>
            <a:r>
              <a:rPr lang="en-GB" sz="15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5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(numberPlusOne)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5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(numberPlusTwo)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endif</a:t>
            </a:r>
            <a:endParaRPr sz="15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903300" y="3617850"/>
            <a:ext cx="3975600" cy="18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number = input(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number"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number &gt;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i=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numberOutput = number + i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(numberOutput)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endif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2453675" y="2673625"/>
            <a:ext cx="62781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4800"/>
              <a:t>When do I need to use iteration?</a:t>
            </a:r>
            <a:endParaRPr sz="4800"/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9500" y="182000"/>
            <a:ext cx="31593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Speak for My Team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9500" y="1189700"/>
            <a:ext cx="8427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Out of the three scenarios below, which two need to use iteration?  What is the difference between the type of iteration needed?</a:t>
            </a:r>
            <a:endParaRPr sz="1900"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Michael</a:t>
            </a:r>
            <a:r>
              <a:rPr lang="en-GB" sz="1900"/>
              <a:t> needs a program that will take a temperature reading.  It should output “Hot!” if the temperature is above 100.  It should output “Normal” if not.</a:t>
            </a:r>
            <a:br>
              <a:rPr lang="en-GB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Michael needs a program that will take a temperature reading.  It should output “Hot!” if the temperature is above 100.  It should output “Normal” if not. </a:t>
            </a:r>
            <a:r>
              <a:rPr i="1" lang="en-GB" sz="1900"/>
              <a:t> It should keep doing so until someone enters the word “STOP” instead of a temperature.</a:t>
            </a:r>
            <a:br>
              <a:rPr i="1" lang="en-GB" sz="1900"/>
            </a:br>
            <a:endParaRPr i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Michael needs a program that will take a temperature reading.  It should output “Hot!” if the temperature is above 100.  It should output “Normal” if not. </a:t>
            </a:r>
            <a:r>
              <a:rPr i="1" lang="en-GB" sz="1900"/>
              <a:t> It should do this 10 times.</a:t>
            </a:r>
            <a:endParaRPr i="1"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Setup a While Loop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2410112" y="15943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Step 1 - Create a variable and set it to false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Step 2 - Use the variable to create a while loop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Step 3 - Use an if statement within the loop to set the variable to true.  When to do this depends on the scenario you have been given.</a:t>
            </a:r>
            <a:endParaRPr i="1"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/>
        </p:nvSpPr>
        <p:spPr>
          <a:xfrm>
            <a:off x="2207300" y="4056450"/>
            <a:ext cx="7666200" cy="2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1.	finished 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latin typeface="Roboto Mono"/>
                <a:ea typeface="Roboto Mono"/>
                <a:cs typeface="Roboto Mono"/>
                <a:sym typeface="Roboto Mono"/>
              </a:rPr>
              <a:t>2.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finished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== false)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	temperature = input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a temperature"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temperature &gt;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"Hot!"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3.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			</a:t>
            </a:r>
            <a:r>
              <a:rPr b="1"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finished</a:t>
            </a:r>
            <a:r>
              <a:rPr b="1"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 true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lse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"Normal"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end if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endParaRPr sz="145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yourself: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2410100" y="1529700"/>
            <a:ext cx="6321600" cy="46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Ronald wants to switch on his air conditioning when the temp is above 30 degrees. Write an algorithm that: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Asks for the current temperature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If the temperature is over 30, output “switch on air conditioning”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Keeps repeating this question until the air conditioning is switched on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Extension: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900"/>
              <a:t>Keep checking the temperature until it is below 15, then output “Switch off air conditioning”</a:t>
            </a:r>
            <a:endParaRPr sz="1900"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yourself: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2410100" y="1529700"/>
            <a:ext cx="6321600" cy="46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Alice wants to water her plants when the soil moisture level falls below 30%. Write an algorithm that: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Asks for the current soil moisture level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If the moisture level is below 30%, output "water the plants"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Keeps repeating this question until the plants are watered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Extension: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Keep checking the moisture level until it is above 70%, then output "Stop watering plants"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yourself: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2410112" y="1365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Cecil is training to run a marathon and wants a program that will tell him if he has had a good workout.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Write an algorithm that: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Asks the user how far they have run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If they have run over 5 miles, output “Well done!”.  If not, output “run further!”.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Repeatedly asks for  distances that have been run.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Cecil can enter “quit” at any point and the program will exit.</a:t>
            </a:r>
            <a:endParaRPr i="1"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/>
              <a:t>Extension: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/>
              <a:t>Cecil’s program should keep track of the average distance for his runs, and output it when finished.</a:t>
            </a:r>
            <a:endParaRPr sz="1800"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yourself: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2410112" y="14419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Barbara runs a sweet shop and wants a program that will calculate how many sweets she has in several jars. </a:t>
            </a:r>
            <a:endParaRPr sz="17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700"/>
              <a:t>Write an algorithm that: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Allows a user to enter any number of sweets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Adds the number of sweets entered to a running total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If Barbara adds more than 100 sweets, the program should output “watch out!”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After asking for a number of sweets, asks the question again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If Barbara enters 0 instead of a number of sweets, the program will output the total and exit</a:t>
            </a:r>
            <a:endParaRPr sz="1700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700"/>
              <a:t>You will need to create the variable to calculate the total outside of the loop...</a:t>
            </a:r>
            <a:endParaRPr i="1"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Controlled </a:t>
            </a:r>
            <a:r>
              <a:rPr lang="en-GB"/>
              <a:t>Iteration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2410112" y="14419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Step 1 - User “for i = 0 to ???”, where ??? is the number of times you want something to repeat.  This can be a variable!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Step 2 - Put </a:t>
            </a:r>
            <a:r>
              <a:rPr i="1" lang="en-GB" sz="1900"/>
              <a:t>next i</a:t>
            </a:r>
            <a:r>
              <a:rPr lang="en-GB" sz="1900"/>
              <a:t> at the end of the code that should repeat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i="1" lang="en-GB" sz="1900"/>
              <a:t>You can use i in your code as a counter.  It will change by 1 each time around the loop!</a:t>
            </a:r>
            <a:br>
              <a:rPr lang="en-GB" sz="1900"/>
            </a:br>
            <a:endParaRPr i="1"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 txBox="1"/>
          <p:nvPr/>
        </p:nvSpPr>
        <p:spPr>
          <a:xfrm>
            <a:off x="3064325" y="4126650"/>
            <a:ext cx="5465700" cy="2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for i = 0 to 3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temperature = input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a temperature"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temperature &gt;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"Hot!"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"Normal"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endif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 i</a:t>
            </a:r>
            <a:endParaRPr sz="145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800" y="0"/>
            <a:ext cx="571200" cy="56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7"/>
          <p:cNvPicPr preferRelativeResize="0"/>
          <p:nvPr/>
        </p:nvPicPr>
        <p:blipFill rotWithShape="1">
          <a:blip r:embed="rId4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yourself:</a:t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Rufus</a:t>
            </a:r>
            <a:r>
              <a:rPr lang="en-GB" sz="1900"/>
              <a:t> needs a program that will print out the three times tables, up to 12 x 3.  It should use iteration to do so.  Write the algorithm to do this.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You can include 0 x3 if you want to!</a:t>
            </a:r>
            <a:endParaRPr sz="1900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3140325" y="4014200"/>
            <a:ext cx="546570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for i = 0 to 3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temperature = input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a temperature"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temperature &gt; </a:t>
            </a:r>
            <a:r>
              <a:rPr lang="en-GB" sz="14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i*2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14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"Normal"</a:t>
            </a: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endif</a:t>
            </a:r>
            <a:endParaRPr sz="14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 i</a:t>
            </a:r>
            <a:endParaRPr sz="145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 b="0" l="29660" r="29664" t="0"/>
          <a:stretch/>
        </p:blipFill>
        <p:spPr>
          <a:xfrm>
            <a:off x="0" y="152400"/>
            <a:ext cx="2063551" cy="676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