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7" r:id="rId6"/>
    <p:sldId id="285" r:id="rId7"/>
    <p:sldId id="281" r:id="rId8"/>
    <p:sldId id="282" r:id="rId9"/>
    <p:sldId id="268" r:id="rId10"/>
    <p:sldId id="283" r:id="rId11"/>
    <p:sldId id="279" r:id="rId12"/>
    <p:sldId id="284" r:id="rId13"/>
    <p:sldId id="280" r:id="rId14"/>
  </p:sldIdLst>
  <p:sldSz cx="9144000" cy="5143500" type="screen16x9"/>
  <p:notesSz cx="6858000" cy="9144000"/>
  <p:embeddedFontLst>
    <p:embeddedFont>
      <p:font typeface="Advent Pro" panose="020B0604020202020204" charset="0"/>
      <p:regular r:id="rId16"/>
      <p:bold r:id="rId17"/>
      <p:italic r:id="rId18"/>
      <p:boldItalic r:id="rId19"/>
    </p:embeddedFont>
    <p:embeddedFont>
      <p:font typeface="Alumni Sans Pinstripe" panose="020B0604020202020204" charset="0"/>
      <p:regular r:id="rId20"/>
      <p:italic r:id="rId21"/>
    </p:embeddedFont>
    <p:embeddedFont>
      <p:font typeface="Amatic SC" panose="00000500000000000000" pitchFamily="2" charset="-79"/>
      <p:regular r:id="rId22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F4AFC3-EAD0-4143-9F15-C550427DF202}">
  <a:tblStyle styleId="{91F4AFC3-EAD0-4143-9F15-C550427DF20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2" name="Google Shape;6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0-5 min. Quick recap of the Maria case, then the second question. Take a few answers to Q2 and ask students to keep their list: we come back to it in the plenary.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0" name="Google Shape;7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Share the topic and lesson questions.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0" name="Google Shape;7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Where this lesson sits in the unit.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6" name="Google Shape;8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5-8 min. Students open the activity (Y9 &gt; Cybersecurity &gt; Searching the Computer). Stations unlock in order. Station 1 = brute force (8-18 min).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7" name="Google Shape;9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Context for the case before the stations. Then move straight to the red flags slide.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Safeguarding moment. Be explicit that these are red flags, not compliments or "being keen". Signpost: trusted adult, DSL, CEOP. The same red-flags card appears in Station 2 of the 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18-20 min. Answers: the clues cut the guesses from 54 to 2; length makes the number of combinations enormous; 2FA or lockout. Then Stations 2 and 3 (20-40 min).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40-42 min. Clearing history and emptying the bin only removes the file table entries; the data stays until it is overwritten, so investigators can carve it back. Before selling: back up, encrypt, factory reset. Then Station 4 (42-50 min).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8" name="Google Shape;9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Station 4 context. A patch fixes a security hole; once it is released, everyone (criminals too) knows the hole exists, so unpatched devices are an open door. The police only did this with a warrant; doing it to someone else's device is a crime under the Computer Misuse Act 1990. Ask: who else could use that hole on Ashley's phone? (Anyone who steals or finds it.)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this from about 50 min onwards for finishers. Change the code for each class (any letters/numbers) so classes cannot share runs. Ask for the top three scores at the end.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4" name="Google Shape;105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Summary of what investigators look for. Hard drive = Station 3, history and cookies = Station 2, software and patch level = Station 4.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55-58 min. Link back to the Do Now lists and the Protect Yourself choices from the case report.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5" name="Google Shape;106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58-60 min. MWB exit: one sentence for each term.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273577" y="4484743"/>
            <a:ext cx="1272310" cy="726501"/>
            <a:chOff x="6273577" y="4484743"/>
            <a:chExt cx="1272310" cy="726501"/>
          </a:xfrm>
        </p:grpSpPr>
        <p:sp>
          <p:nvSpPr>
            <p:cNvPr id="10" name="Google Shape;10;p2"/>
            <p:cNvSpPr/>
            <p:nvPr/>
          </p:nvSpPr>
          <p:spPr>
            <a:xfrm>
              <a:off x="7228835" y="448474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228835" y="488507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228835" y="508524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19887" y="448474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419887" y="488507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037783" y="468491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037783" y="488507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037783" y="508524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46732" y="468491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464628" y="448474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64628" y="468491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464628" y="488507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73577" y="448474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273577" y="488507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846732" y="488507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846732" y="508524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273577" y="508524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655680" y="468491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655680" y="488507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64628" y="508524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46930" y="167266"/>
            <a:ext cx="2227589" cy="1527191"/>
            <a:chOff x="5519300" y="372750"/>
            <a:chExt cx="1039375" cy="712575"/>
          </a:xfrm>
        </p:grpSpPr>
        <p:sp>
          <p:nvSpPr>
            <p:cNvPr id="31" name="Google Shape;31;p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2"/>
          <p:cNvSpPr/>
          <p:nvPr/>
        </p:nvSpPr>
        <p:spPr>
          <a:xfrm>
            <a:off x="3498074" y="-7257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818424" y="3693001"/>
            <a:ext cx="3129600" cy="3129600"/>
          </a:xfrm>
          <a:prstGeom prst="blockArc">
            <a:avLst>
              <a:gd name="adj1" fmla="val 10800000"/>
              <a:gd name="adj2" fmla="val 78601"/>
              <a:gd name="adj3" fmla="val 1628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 rot="8403633">
            <a:off x="-1694052" y="-1802996"/>
            <a:ext cx="4684741" cy="4684741"/>
          </a:xfrm>
          <a:prstGeom prst="blockArc">
            <a:avLst>
              <a:gd name="adj1" fmla="val 10800000"/>
              <a:gd name="adj2" fmla="val 21552055"/>
              <a:gd name="adj3" fmla="val 1222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7949855" y="310714"/>
            <a:ext cx="709249" cy="339196"/>
            <a:chOff x="5265975" y="1869575"/>
            <a:chExt cx="269400" cy="128825"/>
          </a:xfrm>
        </p:grpSpPr>
        <p:cxnSp>
          <p:nvCxnSpPr>
            <p:cNvPr id="102" name="Google Shape;102;p2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103;p2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104;p2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p2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" name="Google Shape;106;p2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7" name="Google Shape;107;p2"/>
          <p:cNvSpPr/>
          <p:nvPr/>
        </p:nvSpPr>
        <p:spPr>
          <a:xfrm>
            <a:off x="1925875" y="4140975"/>
            <a:ext cx="2168100" cy="2168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 rot="-1855996">
            <a:off x="8430736" y="1382619"/>
            <a:ext cx="1934093" cy="193409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581300" y="1240975"/>
            <a:ext cx="1278000" cy="1278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>
            <a:spLocks noGrp="1"/>
          </p:cNvSpPr>
          <p:nvPr>
            <p:ph type="ctrTitle"/>
          </p:nvPr>
        </p:nvSpPr>
        <p:spPr>
          <a:xfrm>
            <a:off x="3817063" y="1228288"/>
            <a:ext cx="4499400" cy="1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subTitle" idx="1"/>
          </p:nvPr>
        </p:nvSpPr>
        <p:spPr>
          <a:xfrm>
            <a:off x="6343500" y="3052300"/>
            <a:ext cx="1972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12" name="Google Shape;112;p2" title="OGAT-CIT Logo 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04150" y="4546848"/>
            <a:ext cx="1463649" cy="5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 hasCustomPrompt="1"/>
          </p:nvPr>
        </p:nvSpPr>
        <p:spPr>
          <a:xfrm>
            <a:off x="1256050" y="1205625"/>
            <a:ext cx="6632100" cy="18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3"/>
          <p:cNvSpPr txBox="1">
            <a:spLocks noGrp="1"/>
          </p:cNvSpPr>
          <p:nvPr>
            <p:ph type="subTitle" idx="1"/>
          </p:nvPr>
        </p:nvSpPr>
        <p:spPr>
          <a:xfrm>
            <a:off x="1912038" y="3167400"/>
            <a:ext cx="5319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336671" y="358375"/>
            <a:ext cx="2038800" cy="13578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p3"/>
          <p:cNvGrpSpPr/>
          <p:nvPr/>
        </p:nvGrpSpPr>
        <p:grpSpPr>
          <a:xfrm flipH="1">
            <a:off x="6916420" y="380544"/>
            <a:ext cx="2227588" cy="726522"/>
            <a:chOff x="3799000" y="1820400"/>
            <a:chExt cx="1039375" cy="338989"/>
          </a:xfrm>
        </p:grpSpPr>
        <p:sp>
          <p:nvSpPr>
            <p:cNvPr id="118" name="Google Shape;118;p3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4" name="Google Shape;15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09471" y="-171325"/>
            <a:ext cx="1602225" cy="1148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3"/>
          <p:cNvGrpSpPr/>
          <p:nvPr/>
        </p:nvGrpSpPr>
        <p:grpSpPr>
          <a:xfrm flipH="1">
            <a:off x="-206996" y="-68959"/>
            <a:ext cx="2227588" cy="726522"/>
            <a:chOff x="3620725" y="372750"/>
            <a:chExt cx="1039375" cy="338989"/>
          </a:xfrm>
        </p:grpSpPr>
        <p:sp>
          <p:nvSpPr>
            <p:cNvPr id="156" name="Google Shape;156;p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3"/>
          <p:cNvSpPr/>
          <p:nvPr/>
        </p:nvSpPr>
        <p:spPr>
          <a:xfrm rot="10800000">
            <a:off x="39205" y="-757722"/>
            <a:ext cx="1735200" cy="1735200"/>
          </a:xfrm>
          <a:prstGeom prst="blockArc">
            <a:avLst>
              <a:gd name="adj1" fmla="val 5958233"/>
              <a:gd name="adj2" fmla="val 2313425"/>
              <a:gd name="adj3" fmla="val 2288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/>
          <p:nvPr/>
        </p:nvSpPr>
        <p:spPr>
          <a:xfrm rot="10800000">
            <a:off x="255950" y="-712275"/>
            <a:ext cx="1643700" cy="1644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8787" y="253415"/>
            <a:ext cx="797650" cy="5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4050" y="1410474"/>
            <a:ext cx="1052700" cy="754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" title="OGAT-CIT Logo 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04150" y="4546848"/>
            <a:ext cx="1463649" cy="5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55938" y="114563"/>
            <a:ext cx="921650" cy="121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 txBox="1">
            <a:spLocks noGrp="1"/>
          </p:cNvSpPr>
          <p:nvPr>
            <p:ph type="title"/>
          </p:nvPr>
        </p:nvSpPr>
        <p:spPr>
          <a:xfrm>
            <a:off x="713275" y="64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03" name="Google Shape;203;p5"/>
          <p:cNvGrpSpPr/>
          <p:nvPr/>
        </p:nvGrpSpPr>
        <p:grpSpPr>
          <a:xfrm rot="-5400000" flipH="1">
            <a:off x="7821325" y="679905"/>
            <a:ext cx="2227588" cy="726522"/>
            <a:chOff x="3799000" y="1820400"/>
            <a:chExt cx="1039375" cy="338989"/>
          </a:xfrm>
        </p:grpSpPr>
        <p:sp>
          <p:nvSpPr>
            <p:cNvPr id="204" name="Google Shape;204;p5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5"/>
          <p:cNvGrpSpPr/>
          <p:nvPr/>
        </p:nvGrpSpPr>
        <p:grpSpPr>
          <a:xfrm flipH="1">
            <a:off x="-1654513" y="2869728"/>
            <a:ext cx="2227589" cy="1527191"/>
            <a:chOff x="5519300" y="372750"/>
            <a:chExt cx="1039375" cy="712575"/>
          </a:xfrm>
        </p:grpSpPr>
        <p:sp>
          <p:nvSpPr>
            <p:cNvPr id="240" name="Google Shape;240;p5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" name="Google Shape;307;p5"/>
          <p:cNvSpPr/>
          <p:nvPr/>
        </p:nvSpPr>
        <p:spPr>
          <a:xfrm rot="899876" flipH="1">
            <a:off x="-1364959" y="4184160"/>
            <a:ext cx="2180581" cy="218058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"/>
          <p:cNvSpPr/>
          <p:nvPr/>
        </p:nvSpPr>
        <p:spPr>
          <a:xfrm flipH="1">
            <a:off x="-850779" y="4573892"/>
            <a:ext cx="1658700" cy="165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8681330" y="1443900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8776832" y="1556676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"/>
          <p:cNvSpPr/>
          <p:nvPr/>
        </p:nvSpPr>
        <p:spPr>
          <a:xfrm rot="3508339" flipH="1">
            <a:off x="-1727887" y="-2075610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5" title="OGAT-CIT Logo 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04150" y="4546848"/>
            <a:ext cx="1463649" cy="5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"/>
          <p:cNvSpPr txBox="1">
            <a:spLocks noGrp="1"/>
          </p:cNvSpPr>
          <p:nvPr>
            <p:ph type="title"/>
          </p:nvPr>
        </p:nvSpPr>
        <p:spPr>
          <a:xfrm>
            <a:off x="4228090" y="2680725"/>
            <a:ext cx="2762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5" name="Google Shape;315;p6"/>
          <p:cNvSpPr txBox="1">
            <a:spLocks noGrp="1"/>
          </p:cNvSpPr>
          <p:nvPr>
            <p:ph type="title" idx="2"/>
          </p:nvPr>
        </p:nvSpPr>
        <p:spPr>
          <a:xfrm>
            <a:off x="2356910" y="3011350"/>
            <a:ext cx="1437600" cy="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16" name="Google Shape;316;p6"/>
          <p:cNvSpPr txBox="1">
            <a:spLocks noGrp="1"/>
          </p:cNvSpPr>
          <p:nvPr>
            <p:ph type="subTitle" idx="1"/>
          </p:nvPr>
        </p:nvSpPr>
        <p:spPr>
          <a:xfrm>
            <a:off x="4228073" y="3530819"/>
            <a:ext cx="27621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6"/>
          <p:cNvSpPr/>
          <p:nvPr/>
        </p:nvSpPr>
        <p:spPr>
          <a:xfrm rot="7304698">
            <a:off x="-784688" y="3074934"/>
            <a:ext cx="2252826" cy="2252826"/>
          </a:xfrm>
          <a:prstGeom prst="blockArc">
            <a:avLst>
              <a:gd name="adj1" fmla="val 6747610"/>
              <a:gd name="adj2" fmla="val 21450309"/>
              <a:gd name="adj3" fmla="val 1733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"/>
          <p:cNvSpPr/>
          <p:nvPr/>
        </p:nvSpPr>
        <p:spPr>
          <a:xfrm rot="-8399579">
            <a:off x="6604599" y="-1415011"/>
            <a:ext cx="3375739" cy="3375739"/>
          </a:xfrm>
          <a:prstGeom prst="blockArc">
            <a:avLst>
              <a:gd name="adj1" fmla="val 10800000"/>
              <a:gd name="adj2" fmla="val 21450309"/>
              <a:gd name="adj3" fmla="val 1733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" name="Google Shape;319;p6"/>
          <p:cNvGrpSpPr/>
          <p:nvPr/>
        </p:nvGrpSpPr>
        <p:grpSpPr>
          <a:xfrm>
            <a:off x="7261903" y="658823"/>
            <a:ext cx="2227589" cy="726958"/>
            <a:chOff x="6972150" y="711750"/>
            <a:chExt cx="1039375" cy="339193"/>
          </a:xfrm>
        </p:grpSpPr>
        <p:sp>
          <p:nvSpPr>
            <p:cNvPr id="320" name="Google Shape;320;p6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2" name="Google Shape;352;p6"/>
          <p:cNvGrpSpPr/>
          <p:nvPr/>
        </p:nvGrpSpPr>
        <p:grpSpPr>
          <a:xfrm>
            <a:off x="-280170" y="-141409"/>
            <a:ext cx="2227589" cy="1527191"/>
            <a:chOff x="5519300" y="372750"/>
            <a:chExt cx="1039375" cy="712575"/>
          </a:xfrm>
        </p:grpSpPr>
        <p:sp>
          <p:nvSpPr>
            <p:cNvPr id="353" name="Google Shape;353;p6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6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6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6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6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6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6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6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6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6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6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6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6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6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6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6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6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6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6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6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6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6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6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6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6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6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6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6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6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6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6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6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6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6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6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6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6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6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6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6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6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6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6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6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6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0" name="Google Shape;420;p6"/>
          <p:cNvGrpSpPr/>
          <p:nvPr/>
        </p:nvGrpSpPr>
        <p:grpSpPr>
          <a:xfrm>
            <a:off x="-154771" y="4691203"/>
            <a:ext cx="2227588" cy="726522"/>
            <a:chOff x="3620725" y="372750"/>
            <a:chExt cx="1039375" cy="338989"/>
          </a:xfrm>
        </p:grpSpPr>
        <p:sp>
          <p:nvSpPr>
            <p:cNvPr id="421" name="Google Shape;421;p6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6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6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6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8" name="Google Shape;458;p6" title="OGAT-CIT Logo 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04150" y="4546848"/>
            <a:ext cx="1463649" cy="5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7"/>
          <p:cNvSpPr txBox="1">
            <a:spLocks noGrp="1"/>
          </p:cNvSpPr>
          <p:nvPr>
            <p:ph type="title" idx="2"/>
          </p:nvPr>
        </p:nvSpPr>
        <p:spPr>
          <a:xfrm>
            <a:off x="1762697" y="2785700"/>
            <a:ext cx="230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2" name="Google Shape;462;p7"/>
          <p:cNvSpPr txBox="1">
            <a:spLocks noGrp="1"/>
          </p:cNvSpPr>
          <p:nvPr>
            <p:ph type="subTitle" idx="1"/>
          </p:nvPr>
        </p:nvSpPr>
        <p:spPr>
          <a:xfrm>
            <a:off x="1764947" y="3215250"/>
            <a:ext cx="2299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7"/>
          <p:cNvSpPr txBox="1">
            <a:spLocks noGrp="1"/>
          </p:cNvSpPr>
          <p:nvPr>
            <p:ph type="title" idx="3"/>
          </p:nvPr>
        </p:nvSpPr>
        <p:spPr>
          <a:xfrm>
            <a:off x="5077003" y="2785700"/>
            <a:ext cx="230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4" name="Google Shape;464;p7"/>
          <p:cNvSpPr txBox="1">
            <a:spLocks noGrp="1"/>
          </p:cNvSpPr>
          <p:nvPr>
            <p:ph type="subTitle" idx="4"/>
          </p:nvPr>
        </p:nvSpPr>
        <p:spPr>
          <a:xfrm>
            <a:off x="5079253" y="3215250"/>
            <a:ext cx="2299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65" name="Google Shape;465;p7"/>
          <p:cNvGrpSpPr/>
          <p:nvPr/>
        </p:nvGrpSpPr>
        <p:grpSpPr>
          <a:xfrm rot="5400000">
            <a:off x="-809808" y="679905"/>
            <a:ext cx="2227588" cy="726522"/>
            <a:chOff x="3799000" y="1820400"/>
            <a:chExt cx="1039375" cy="338989"/>
          </a:xfrm>
        </p:grpSpPr>
        <p:sp>
          <p:nvSpPr>
            <p:cNvPr id="466" name="Google Shape;466;p7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7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7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7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7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7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7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7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7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7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7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7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7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7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7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7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7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7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7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7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7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7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7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7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7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7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7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1" name="Google Shape;501;p7"/>
          <p:cNvGrpSpPr/>
          <p:nvPr/>
        </p:nvGrpSpPr>
        <p:grpSpPr>
          <a:xfrm>
            <a:off x="8402730" y="2587316"/>
            <a:ext cx="2227589" cy="1527191"/>
            <a:chOff x="5519300" y="372750"/>
            <a:chExt cx="1039375" cy="712575"/>
          </a:xfrm>
        </p:grpSpPr>
        <p:sp>
          <p:nvSpPr>
            <p:cNvPr id="502" name="Google Shape;502;p7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7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7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7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7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9" name="Google Shape;569;p7"/>
          <p:cNvSpPr/>
          <p:nvPr/>
        </p:nvSpPr>
        <p:spPr>
          <a:xfrm flipH="1">
            <a:off x="-1514400" y="959725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7"/>
          <p:cNvSpPr/>
          <p:nvPr/>
        </p:nvSpPr>
        <p:spPr>
          <a:xfrm flipH="1">
            <a:off x="-897702" y="1072501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1" name="Google Shape;57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49074" y="3095000"/>
            <a:ext cx="1096325" cy="786076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7"/>
          <p:cNvSpPr/>
          <p:nvPr/>
        </p:nvSpPr>
        <p:spPr>
          <a:xfrm rot="-3508339">
            <a:off x="7349568" y="-1357485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3" name="Google Shape;573;p7" title="OGAT-CIT Log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4150" y="4546848"/>
            <a:ext cx="1463649" cy="5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576" name="Google Shape;576;p8"/>
          <p:cNvGrpSpPr/>
          <p:nvPr/>
        </p:nvGrpSpPr>
        <p:grpSpPr>
          <a:xfrm>
            <a:off x="8719456" y="513232"/>
            <a:ext cx="326168" cy="2227569"/>
            <a:chOff x="8577956" y="1596694"/>
            <a:chExt cx="326168" cy="2227569"/>
          </a:xfrm>
        </p:grpSpPr>
        <p:sp>
          <p:nvSpPr>
            <p:cNvPr id="577" name="Google Shape;577;p8"/>
            <p:cNvSpPr/>
            <p:nvPr/>
          </p:nvSpPr>
          <p:spPr>
            <a:xfrm rot="5400000">
              <a:off x="8778124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8"/>
            <p:cNvSpPr/>
            <p:nvPr/>
          </p:nvSpPr>
          <p:spPr>
            <a:xfrm rot="5400000">
              <a:off x="8577956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8"/>
            <p:cNvSpPr/>
            <p:nvPr/>
          </p:nvSpPr>
          <p:spPr>
            <a:xfrm rot="5400000">
              <a:off x="8778124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8"/>
            <p:cNvSpPr/>
            <p:nvPr/>
          </p:nvSpPr>
          <p:spPr>
            <a:xfrm rot="5400000">
              <a:off x="8577956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8"/>
            <p:cNvSpPr/>
            <p:nvPr/>
          </p:nvSpPr>
          <p:spPr>
            <a:xfrm rot="5400000">
              <a:off x="8778124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8"/>
            <p:cNvSpPr/>
            <p:nvPr/>
          </p:nvSpPr>
          <p:spPr>
            <a:xfrm rot="5400000">
              <a:off x="8577956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8"/>
            <p:cNvSpPr/>
            <p:nvPr/>
          </p:nvSpPr>
          <p:spPr>
            <a:xfrm rot="5400000">
              <a:off x="8778124" y="312510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8"/>
            <p:cNvSpPr/>
            <p:nvPr/>
          </p:nvSpPr>
          <p:spPr>
            <a:xfrm rot="5400000">
              <a:off x="8778124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8"/>
            <p:cNvSpPr/>
            <p:nvPr/>
          </p:nvSpPr>
          <p:spPr>
            <a:xfrm rot="5400000">
              <a:off x="8577956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8"/>
            <p:cNvSpPr/>
            <p:nvPr/>
          </p:nvSpPr>
          <p:spPr>
            <a:xfrm rot="5400000">
              <a:off x="8778124" y="25519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8"/>
            <p:cNvSpPr/>
            <p:nvPr/>
          </p:nvSpPr>
          <p:spPr>
            <a:xfrm rot="5400000">
              <a:off x="8778124" y="216984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8"/>
            <p:cNvSpPr/>
            <p:nvPr/>
          </p:nvSpPr>
          <p:spPr>
            <a:xfrm rot="5400000">
              <a:off x="8577956" y="178774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8"/>
            <p:cNvSpPr/>
            <p:nvPr/>
          </p:nvSpPr>
          <p:spPr>
            <a:xfrm rot="5400000">
              <a:off x="8778124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8"/>
            <p:cNvSpPr/>
            <p:nvPr/>
          </p:nvSpPr>
          <p:spPr>
            <a:xfrm rot="5400000">
              <a:off x="8577956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8"/>
            <p:cNvSpPr/>
            <p:nvPr/>
          </p:nvSpPr>
          <p:spPr>
            <a:xfrm rot="5400000">
              <a:off x="8778124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8"/>
            <p:cNvSpPr/>
            <p:nvPr/>
          </p:nvSpPr>
          <p:spPr>
            <a:xfrm rot="5400000">
              <a:off x="8577956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3" name="Google Shape;593;p8"/>
          <p:cNvGrpSpPr/>
          <p:nvPr/>
        </p:nvGrpSpPr>
        <p:grpSpPr>
          <a:xfrm rot="-5400000">
            <a:off x="-996100" y="4015385"/>
            <a:ext cx="2227588" cy="726522"/>
            <a:chOff x="3620725" y="372750"/>
            <a:chExt cx="1039375" cy="338989"/>
          </a:xfrm>
        </p:grpSpPr>
        <p:sp>
          <p:nvSpPr>
            <p:cNvPr id="594" name="Google Shape;594;p8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8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8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8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8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8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8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rgbClr val="025F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1" name="Google Shape;631;p8"/>
          <p:cNvSpPr/>
          <p:nvPr/>
        </p:nvSpPr>
        <p:spPr>
          <a:xfrm rot="1856158" flipH="1">
            <a:off x="-1167632" y="617942"/>
            <a:ext cx="1697013" cy="169701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8"/>
          <p:cNvSpPr/>
          <p:nvPr/>
        </p:nvSpPr>
        <p:spPr>
          <a:xfrm>
            <a:off x="-456125" y="958975"/>
            <a:ext cx="960900" cy="96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8"/>
          <p:cNvSpPr/>
          <p:nvPr/>
        </p:nvSpPr>
        <p:spPr>
          <a:xfrm rot="-5400000" flipH="1">
            <a:off x="5404994" y="4756332"/>
            <a:ext cx="1172100" cy="1172100"/>
          </a:xfrm>
          <a:prstGeom prst="blockArc">
            <a:avLst>
              <a:gd name="adj1" fmla="val 4205957"/>
              <a:gd name="adj2" fmla="val 17987083"/>
              <a:gd name="adj3" fmla="val 3023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8"/>
          <p:cNvSpPr/>
          <p:nvPr/>
        </p:nvSpPr>
        <p:spPr>
          <a:xfrm>
            <a:off x="5451975" y="4826875"/>
            <a:ext cx="837300" cy="83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p8" title="OGAT-CIT Logo 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04150" y="4546848"/>
            <a:ext cx="1463649" cy="5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9"/>
          <p:cNvSpPr txBox="1">
            <a:spLocks noGrp="1"/>
          </p:cNvSpPr>
          <p:nvPr>
            <p:ph type="title"/>
          </p:nvPr>
        </p:nvSpPr>
        <p:spPr>
          <a:xfrm>
            <a:off x="2029075" y="2490350"/>
            <a:ext cx="5085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8" name="Google Shape;638;p9"/>
          <p:cNvSpPr txBox="1">
            <a:spLocks noGrp="1"/>
          </p:cNvSpPr>
          <p:nvPr>
            <p:ph type="subTitle" idx="1"/>
          </p:nvPr>
        </p:nvSpPr>
        <p:spPr>
          <a:xfrm>
            <a:off x="2029075" y="3269253"/>
            <a:ext cx="5085900" cy="12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39" name="Google Shape;639;p9"/>
          <p:cNvSpPr/>
          <p:nvPr/>
        </p:nvSpPr>
        <p:spPr>
          <a:xfrm rot="-4819752">
            <a:off x="8205757" y="1265550"/>
            <a:ext cx="1585836" cy="1585836"/>
          </a:xfrm>
          <a:prstGeom prst="blockArc">
            <a:avLst>
              <a:gd name="adj1" fmla="val 5958233"/>
              <a:gd name="adj2" fmla="val 2559931"/>
              <a:gd name="adj3" fmla="val 2250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9"/>
          <p:cNvSpPr/>
          <p:nvPr/>
        </p:nvSpPr>
        <p:spPr>
          <a:xfrm rot="-7433688">
            <a:off x="-962871" y="-1484464"/>
            <a:ext cx="3935124" cy="3935124"/>
          </a:xfrm>
          <a:prstGeom prst="blockArc">
            <a:avLst>
              <a:gd name="adj1" fmla="val 5958233"/>
              <a:gd name="adj2" fmla="val 20136020"/>
              <a:gd name="adj3" fmla="val 168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9"/>
          <p:cNvSpPr/>
          <p:nvPr/>
        </p:nvSpPr>
        <p:spPr>
          <a:xfrm rot="-6824316">
            <a:off x="5408227" y="4758274"/>
            <a:ext cx="1270604" cy="1271153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2" name="Google Shape;642;p9" title="OGAT-CIT Logo 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04150" y="4546848"/>
            <a:ext cx="1463649" cy="5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5" name="Google Shape;6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3">
  <p:cSld name="TITLE_AND_BODY_1_3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1"/>
          <p:cNvSpPr txBox="1">
            <a:spLocks noGrp="1"/>
          </p:cNvSpPr>
          <p:nvPr>
            <p:ph type="title"/>
          </p:nvPr>
        </p:nvSpPr>
        <p:spPr>
          <a:xfrm>
            <a:off x="73200" y="690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11"/>
          <p:cNvSpPr txBox="1">
            <a:spLocks noGrp="1"/>
          </p:cNvSpPr>
          <p:nvPr>
            <p:ph type="body" idx="1"/>
          </p:nvPr>
        </p:nvSpPr>
        <p:spPr>
          <a:xfrm>
            <a:off x="73200" y="1221875"/>
            <a:ext cx="8759100" cy="3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9" name="Google Shape;6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50" name="Google Shape;650;p11"/>
          <p:cNvPicPr preferRelativeResize="0"/>
          <p:nvPr/>
        </p:nvPicPr>
        <p:blipFill rotWithShape="1">
          <a:blip r:embed="rId2">
            <a:alphaModFix/>
          </a:blip>
          <a:srcRect l="20211" r="60105"/>
          <a:stretch/>
        </p:blipFill>
        <p:spPr>
          <a:xfrm>
            <a:off x="8370684" y="718466"/>
            <a:ext cx="841528" cy="1713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4">
  <p:cSld name="TITLE_AND_BODY_1_4"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2"/>
          <p:cNvSpPr txBox="1">
            <a:spLocks noGrp="1"/>
          </p:cNvSpPr>
          <p:nvPr>
            <p:ph type="title"/>
          </p:nvPr>
        </p:nvSpPr>
        <p:spPr>
          <a:xfrm>
            <a:off x="73200" y="690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53" name="Google Shape;653;p12"/>
          <p:cNvSpPr txBox="1">
            <a:spLocks noGrp="1"/>
          </p:cNvSpPr>
          <p:nvPr>
            <p:ph type="body" idx="1"/>
          </p:nvPr>
        </p:nvSpPr>
        <p:spPr>
          <a:xfrm>
            <a:off x="73200" y="1221875"/>
            <a:ext cx="8759100" cy="3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4" name="Google Shape;6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55" name="Google Shape;655;p12"/>
          <p:cNvPicPr preferRelativeResize="0"/>
          <p:nvPr/>
        </p:nvPicPr>
        <p:blipFill rotWithShape="1">
          <a:blip r:embed="rId2">
            <a:alphaModFix/>
          </a:blip>
          <a:srcRect l="40920" r="41028"/>
          <a:stretch/>
        </p:blipFill>
        <p:spPr>
          <a:xfrm>
            <a:off x="8372248" y="690325"/>
            <a:ext cx="771753" cy="1713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bg>
      <p:bgPr>
        <a:solidFill>
          <a:srgbClr val="F3E3C5"/>
        </a:solidFill>
        <a:effectLst/>
      </p:bgPr>
    </p:bg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3"/>
          <p:cNvSpPr/>
          <p:nvPr/>
        </p:nvSpPr>
        <p:spPr>
          <a:xfrm>
            <a:off x="0" y="-67600"/>
            <a:ext cx="9144000" cy="761400"/>
          </a:xfrm>
          <a:prstGeom prst="rect">
            <a:avLst/>
          </a:prstGeom>
          <a:solidFill>
            <a:srgbClr val="F3E3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3"/>
          <p:cNvSpPr/>
          <p:nvPr/>
        </p:nvSpPr>
        <p:spPr>
          <a:xfrm>
            <a:off x="1114593" y="2532625"/>
            <a:ext cx="7768800" cy="111510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3"/>
          <p:cNvSpPr/>
          <p:nvPr/>
        </p:nvSpPr>
        <p:spPr>
          <a:xfrm>
            <a:off x="1077243" y="1084825"/>
            <a:ext cx="7806300" cy="111510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3"/>
          <p:cNvSpPr txBox="1"/>
          <p:nvPr/>
        </p:nvSpPr>
        <p:spPr>
          <a:xfrm>
            <a:off x="1077250" y="4501200"/>
            <a:ext cx="4581900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GB" sz="3000" b="1" i="0" u="none" strike="noStrike" cap="none">
                <a:solidFill>
                  <a:srgbClr val="351C75"/>
                </a:solidFill>
                <a:latin typeface="Amatic SC"/>
                <a:ea typeface="Amatic SC"/>
                <a:cs typeface="Amatic SC"/>
                <a:sym typeface="Amatic SC"/>
              </a:rPr>
              <a:t>Be Safe. Be Respectful. Be Responsible</a:t>
            </a:r>
            <a:r>
              <a:rPr lang="en-GB" sz="3500" b="1" i="0" u="none" strike="noStrike" cap="none">
                <a:solidFill>
                  <a:srgbClr val="674EA7"/>
                </a:solidFill>
                <a:latin typeface="Amatic SC"/>
                <a:ea typeface="Amatic SC"/>
                <a:cs typeface="Amatic SC"/>
                <a:sym typeface="Amatic SC"/>
              </a:rPr>
              <a:t>.</a:t>
            </a:r>
            <a:endParaRPr sz="3500" b="1" i="0" u="none" strike="noStrike" cap="none">
              <a:solidFill>
                <a:srgbClr val="674EA7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661" name="Google Shape;66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9975" y="986875"/>
            <a:ext cx="7999425" cy="5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13"/>
          <p:cNvSpPr txBox="1"/>
          <p:nvPr/>
        </p:nvSpPr>
        <p:spPr>
          <a:xfrm>
            <a:off x="647400" y="0"/>
            <a:ext cx="8496600" cy="11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GB" sz="6500" b="1" i="0" u="none" strike="noStrike" cap="none">
                <a:solidFill>
                  <a:srgbClr val="351C75"/>
                </a:solidFill>
                <a:latin typeface="Amatic SC"/>
                <a:ea typeface="Amatic SC"/>
                <a:cs typeface="Amatic SC"/>
                <a:sym typeface="Amatic SC"/>
              </a:rPr>
              <a:t>LEARNING INTENTIONS:</a:t>
            </a:r>
            <a:endParaRPr sz="6500" b="1" i="0" u="none" strike="noStrike" cap="none">
              <a:solidFill>
                <a:srgbClr val="351C75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663" name="Google Shape;66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9975" y="2344200"/>
            <a:ext cx="7999425" cy="5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13"/>
          <p:cNvSpPr txBox="1"/>
          <p:nvPr/>
        </p:nvSpPr>
        <p:spPr>
          <a:xfrm>
            <a:off x="1077250" y="986825"/>
            <a:ext cx="33003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TOPIC QUESTION:</a:t>
            </a:r>
            <a:endParaRPr sz="2400" b="1" i="0" u="none" strike="noStrike" cap="none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665" name="Google Shape;665;p13"/>
          <p:cNvSpPr txBox="1"/>
          <p:nvPr/>
        </p:nvSpPr>
        <p:spPr>
          <a:xfrm>
            <a:off x="1114600" y="2296975"/>
            <a:ext cx="46947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LESSON QUESTION:</a:t>
            </a:r>
            <a:endParaRPr sz="2400" b="1" i="0" u="none" strike="noStrike" cap="none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666" name="Google Shape;666;p13" descr="A picture containing drawing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0883" y="4410909"/>
            <a:ext cx="2093117" cy="732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13"/>
          <p:cNvPicPr preferRelativeResize="0"/>
          <p:nvPr/>
        </p:nvPicPr>
        <p:blipFill rotWithShape="1">
          <a:blip r:embed="rId4">
            <a:alphaModFix/>
          </a:blip>
          <a:srcRect r="81948"/>
          <a:stretch/>
        </p:blipFill>
        <p:spPr>
          <a:xfrm>
            <a:off x="0" y="-75675"/>
            <a:ext cx="959974" cy="20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4"/>
          <p:cNvSpPr txBox="1">
            <a:spLocks noGrp="1"/>
          </p:cNvSpPr>
          <p:nvPr>
            <p:ph type="title"/>
          </p:nvPr>
        </p:nvSpPr>
        <p:spPr>
          <a:xfrm>
            <a:off x="73200" y="690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14"/>
          <p:cNvSpPr txBox="1">
            <a:spLocks noGrp="1"/>
          </p:cNvSpPr>
          <p:nvPr>
            <p:ph type="body" idx="1"/>
          </p:nvPr>
        </p:nvSpPr>
        <p:spPr>
          <a:xfrm>
            <a:off x="73200" y="1221875"/>
            <a:ext cx="8759100" cy="3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1" name="Google Shape;67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72" name="Google Shape;672;p14"/>
          <p:cNvPicPr preferRelativeResize="0"/>
          <p:nvPr/>
        </p:nvPicPr>
        <p:blipFill rotWithShape="1">
          <a:blip r:embed="rId2">
            <a:alphaModFix/>
          </a:blip>
          <a:srcRect l="61891" r="20057"/>
          <a:stretch/>
        </p:blipFill>
        <p:spPr>
          <a:xfrm>
            <a:off x="8364473" y="690325"/>
            <a:ext cx="779525" cy="165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75" name="Google Shape;67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2">
  <p:cSld name="TITLE_AND_BODY_1_2"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6"/>
          <p:cNvSpPr txBox="1">
            <a:spLocks noGrp="1"/>
          </p:cNvSpPr>
          <p:nvPr>
            <p:ph type="title"/>
          </p:nvPr>
        </p:nvSpPr>
        <p:spPr>
          <a:xfrm>
            <a:off x="73200" y="690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16"/>
          <p:cNvSpPr txBox="1">
            <a:spLocks noGrp="1"/>
          </p:cNvSpPr>
          <p:nvPr>
            <p:ph type="body" idx="1"/>
          </p:nvPr>
        </p:nvSpPr>
        <p:spPr>
          <a:xfrm>
            <a:off x="73200" y="1221875"/>
            <a:ext cx="8759100" cy="3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9" name="Google Shape;67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80" name="Google Shape;680;p16"/>
          <p:cNvPicPr preferRelativeResize="0"/>
          <p:nvPr/>
        </p:nvPicPr>
        <p:blipFill rotWithShape="1">
          <a:blip r:embed="rId2">
            <a:alphaModFix/>
          </a:blip>
          <a:srcRect l="81948"/>
          <a:stretch/>
        </p:blipFill>
        <p:spPr>
          <a:xfrm>
            <a:off x="8345725" y="701000"/>
            <a:ext cx="767549" cy="162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3"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83" name="Google Shape;6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4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86" name="Google Shape;68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_HEADER_5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89" name="Google Shape;68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C9DAF8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rgbClr val="000000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rgbClr val="000000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rgbClr val="000000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rgbClr val="000000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rgbClr val="000000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rgbClr val="000000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rgbClr val="000000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rgbClr val="000000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rgbClr val="000000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dvent Pro"/>
              <a:buChar char="●"/>
              <a:defRPr sz="1400" b="0" i="0" u="none" strike="noStrike" cap="none">
                <a:solidFill>
                  <a:srgbClr val="000000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dvent Pro"/>
              <a:buChar char="○"/>
              <a:defRPr sz="1400" b="0" i="0" u="none" strike="noStrike" cap="none">
                <a:solidFill>
                  <a:srgbClr val="000000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dvent Pro"/>
              <a:buChar char="■"/>
              <a:defRPr sz="1400" b="0" i="0" u="none" strike="noStrike" cap="none">
                <a:solidFill>
                  <a:srgbClr val="000000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dvent Pro"/>
              <a:buChar char="●"/>
              <a:defRPr sz="1400" b="0" i="0" u="none" strike="noStrike" cap="none">
                <a:solidFill>
                  <a:srgbClr val="000000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dvent Pro"/>
              <a:buChar char="○"/>
              <a:defRPr sz="1400" b="0" i="0" u="none" strike="noStrike" cap="none">
                <a:solidFill>
                  <a:srgbClr val="000000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dvent Pro"/>
              <a:buChar char="■"/>
              <a:defRPr sz="1400" b="0" i="0" u="none" strike="noStrike" cap="none">
                <a:solidFill>
                  <a:srgbClr val="000000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dvent Pro"/>
              <a:buChar char="●"/>
              <a:defRPr sz="1400" b="0" i="0" u="none" strike="noStrike" cap="none">
                <a:solidFill>
                  <a:srgbClr val="000000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dvent Pro"/>
              <a:buChar char="○"/>
              <a:defRPr sz="1400" b="0" i="0" u="none" strike="noStrike" cap="none">
                <a:solidFill>
                  <a:srgbClr val="000000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dvent Pro"/>
              <a:buChar char="■"/>
              <a:defRPr sz="1400" b="0" i="0" u="none" strike="noStrike" cap="none">
                <a:solidFill>
                  <a:srgbClr val="000000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0"/>
          <p:cNvSpPr txBox="1">
            <a:spLocks noGrp="1"/>
          </p:cNvSpPr>
          <p:nvPr>
            <p:ph type="ctrTitle"/>
          </p:nvPr>
        </p:nvSpPr>
        <p:spPr>
          <a:xfrm>
            <a:off x="2831175" y="882425"/>
            <a:ext cx="5739900" cy="1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3300" b="0">
                <a:latin typeface="Calibri"/>
                <a:ea typeface="Calibri"/>
                <a:cs typeface="Calibri"/>
                <a:sym typeface="Calibri"/>
              </a:rPr>
              <a:t>On your MWB:</a:t>
            </a:r>
            <a:endParaRPr sz="3300" b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 sz="2100" b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Calibri"/>
              <a:buAutoNum type="arabicPeriod"/>
            </a:pPr>
            <a:r>
              <a:rPr lang="en-GB" sz="2700" b="0">
                <a:latin typeface="Calibri"/>
                <a:ea typeface="Calibri"/>
                <a:cs typeface="Calibri"/>
                <a:sym typeface="Calibri"/>
              </a:rPr>
              <a:t>What do you remember about what happened to Maria?</a:t>
            </a:r>
            <a:endParaRPr sz="2700" b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Calibri"/>
              <a:buAutoNum type="arabicPeriod"/>
            </a:pPr>
            <a:r>
              <a:rPr lang="en-GB" sz="2700" b="0">
                <a:latin typeface="Calibri"/>
                <a:ea typeface="Calibri"/>
                <a:cs typeface="Calibri"/>
                <a:sym typeface="Calibri"/>
              </a:rPr>
              <a:t>If the police seized YOUR phone tonight, what could they find out about you? List 3 things.</a:t>
            </a:r>
            <a:endParaRPr sz="2700" b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5" name="Google Shape;69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88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412" y="4254600"/>
            <a:ext cx="5400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20" title="classroo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2000" y="3987294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1"/>
          <p:cNvSpPr txBox="1">
            <a:spLocks noGrp="1"/>
          </p:cNvSpPr>
          <p:nvPr>
            <p:ph type="title"/>
          </p:nvPr>
        </p:nvSpPr>
        <p:spPr>
          <a:xfrm>
            <a:off x="1255950" y="82550"/>
            <a:ext cx="66321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GB" sz="6000" b="0">
                <a:latin typeface="Calibri"/>
                <a:ea typeface="Calibri"/>
                <a:cs typeface="Calibri"/>
                <a:sym typeface="Calibri"/>
              </a:rPr>
              <a:t>Messages</a:t>
            </a:r>
            <a:endParaRPr sz="6000"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/>
          <p:nvPr/>
        </p:nvSpPr>
        <p:spPr>
          <a:xfrm>
            <a:off x="1342626" y="1806250"/>
            <a:ext cx="3206700" cy="18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can digital artefacts be explored and analysed to reveal information about a person?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1"/>
          <p:cNvSpPr/>
          <p:nvPr/>
        </p:nvSpPr>
        <p:spPr>
          <a:xfrm>
            <a:off x="4672850" y="1806250"/>
            <a:ext cx="3206700" cy="18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 brute force attack? What are VPNs, cookies, Internet search histories?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1"/>
          <p:cNvSpPr/>
          <p:nvPr/>
        </p:nvSpPr>
        <p:spPr>
          <a:xfrm>
            <a:off x="1342625" y="1414550"/>
            <a:ext cx="3206700" cy="358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 Question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1"/>
          <p:cNvSpPr/>
          <p:nvPr/>
        </p:nvSpPr>
        <p:spPr>
          <a:xfrm>
            <a:off x="4672863" y="1414550"/>
            <a:ext cx="3206700" cy="358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Question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7" name="Google Shape;70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988" y="20094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22"/>
          <p:cNvSpPr/>
          <p:nvPr/>
        </p:nvSpPr>
        <p:spPr>
          <a:xfrm>
            <a:off x="75000" y="67175"/>
            <a:ext cx="1322400" cy="1860600"/>
          </a:xfrm>
          <a:prstGeom prst="roundRect">
            <a:avLst>
              <a:gd name="adj" fmla="val 8605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4" name="Google Shape;714;p22"/>
          <p:cNvGrpSpPr/>
          <p:nvPr/>
        </p:nvGrpSpPr>
        <p:grpSpPr>
          <a:xfrm>
            <a:off x="1183585" y="521188"/>
            <a:ext cx="6892030" cy="4622413"/>
            <a:chOff x="1595350" y="1290207"/>
            <a:chExt cx="4874137" cy="3853295"/>
          </a:xfrm>
        </p:grpSpPr>
        <p:sp>
          <p:nvSpPr>
            <p:cNvPr id="715" name="Google Shape;715;p22"/>
            <p:cNvSpPr/>
            <p:nvPr/>
          </p:nvSpPr>
          <p:spPr>
            <a:xfrm>
              <a:off x="1595350" y="1290207"/>
              <a:ext cx="4874137" cy="3853295"/>
            </a:xfrm>
            <a:custGeom>
              <a:avLst/>
              <a:gdLst/>
              <a:ahLst/>
              <a:cxnLst/>
              <a:rect l="l" t="t" r="r" b="b"/>
              <a:pathLst>
                <a:path w="174904" h="138272" extrusionOk="0">
                  <a:moveTo>
                    <a:pt x="124203" y="0"/>
                  </a:moveTo>
                  <a:cubicBezTo>
                    <a:pt x="122858" y="0"/>
                    <a:pt x="121513" y="166"/>
                    <a:pt x="120206" y="504"/>
                  </a:cubicBezTo>
                  <a:cubicBezTo>
                    <a:pt x="116051" y="1552"/>
                    <a:pt x="112407" y="4302"/>
                    <a:pt x="110252" y="8005"/>
                  </a:cubicBezTo>
                  <a:cubicBezTo>
                    <a:pt x="108074" y="11696"/>
                    <a:pt x="107454" y="16221"/>
                    <a:pt x="108562" y="20352"/>
                  </a:cubicBezTo>
                  <a:cubicBezTo>
                    <a:pt x="109098" y="22424"/>
                    <a:pt x="110074" y="24376"/>
                    <a:pt x="111372" y="26055"/>
                  </a:cubicBezTo>
                  <a:lnTo>
                    <a:pt x="111479" y="26222"/>
                  </a:lnTo>
                  <a:lnTo>
                    <a:pt x="111538" y="26293"/>
                  </a:lnTo>
                  <a:lnTo>
                    <a:pt x="111586" y="26353"/>
                  </a:lnTo>
                  <a:lnTo>
                    <a:pt x="111776" y="26591"/>
                  </a:lnTo>
                  <a:lnTo>
                    <a:pt x="112146" y="27055"/>
                  </a:lnTo>
                  <a:lnTo>
                    <a:pt x="112896" y="27996"/>
                  </a:lnTo>
                  <a:lnTo>
                    <a:pt x="114384" y="29877"/>
                  </a:lnTo>
                  <a:lnTo>
                    <a:pt x="120361" y="37378"/>
                  </a:lnTo>
                  <a:lnTo>
                    <a:pt x="132303" y="52392"/>
                  </a:lnTo>
                  <a:lnTo>
                    <a:pt x="138280" y="59905"/>
                  </a:lnTo>
                  <a:lnTo>
                    <a:pt x="141268" y="63655"/>
                  </a:lnTo>
                  <a:cubicBezTo>
                    <a:pt x="141554" y="64012"/>
                    <a:pt x="141661" y="64179"/>
                    <a:pt x="141828" y="64417"/>
                  </a:cubicBezTo>
                  <a:cubicBezTo>
                    <a:pt x="141899" y="64524"/>
                    <a:pt x="141995" y="64631"/>
                    <a:pt x="142066" y="64750"/>
                  </a:cubicBezTo>
                  <a:lnTo>
                    <a:pt x="142256" y="65096"/>
                  </a:lnTo>
                  <a:cubicBezTo>
                    <a:pt x="142328" y="65215"/>
                    <a:pt x="142399" y="65334"/>
                    <a:pt x="142459" y="65453"/>
                  </a:cubicBezTo>
                  <a:lnTo>
                    <a:pt x="142626" y="65822"/>
                  </a:lnTo>
                  <a:lnTo>
                    <a:pt x="142792" y="66191"/>
                  </a:lnTo>
                  <a:lnTo>
                    <a:pt x="142911" y="66572"/>
                  </a:lnTo>
                  <a:cubicBezTo>
                    <a:pt x="143602" y="68608"/>
                    <a:pt x="143459" y="70942"/>
                    <a:pt x="142530" y="72882"/>
                  </a:cubicBezTo>
                  <a:cubicBezTo>
                    <a:pt x="142066" y="73859"/>
                    <a:pt x="141411" y="74740"/>
                    <a:pt x="140613" y="75466"/>
                  </a:cubicBezTo>
                  <a:lnTo>
                    <a:pt x="140316" y="75740"/>
                  </a:lnTo>
                  <a:lnTo>
                    <a:pt x="140161" y="75883"/>
                  </a:lnTo>
                  <a:lnTo>
                    <a:pt x="139923" y="76061"/>
                  </a:lnTo>
                  <a:lnTo>
                    <a:pt x="139458" y="76442"/>
                  </a:lnTo>
                  <a:lnTo>
                    <a:pt x="139399" y="76490"/>
                  </a:lnTo>
                  <a:lnTo>
                    <a:pt x="139363" y="76514"/>
                  </a:lnTo>
                  <a:lnTo>
                    <a:pt x="139280" y="76573"/>
                  </a:lnTo>
                  <a:lnTo>
                    <a:pt x="139113" y="76692"/>
                  </a:lnTo>
                  <a:cubicBezTo>
                    <a:pt x="138887" y="76847"/>
                    <a:pt x="138673" y="77026"/>
                    <a:pt x="138435" y="77133"/>
                  </a:cubicBezTo>
                  <a:cubicBezTo>
                    <a:pt x="138196" y="77264"/>
                    <a:pt x="137970" y="77431"/>
                    <a:pt x="137720" y="77514"/>
                  </a:cubicBezTo>
                  <a:cubicBezTo>
                    <a:pt x="136605" y="78048"/>
                    <a:pt x="135364" y="78318"/>
                    <a:pt x="134119" y="78318"/>
                  </a:cubicBezTo>
                  <a:cubicBezTo>
                    <a:pt x="133197" y="78318"/>
                    <a:pt x="132274" y="78170"/>
                    <a:pt x="131398" y="77871"/>
                  </a:cubicBezTo>
                  <a:cubicBezTo>
                    <a:pt x="130374" y="77526"/>
                    <a:pt x="129422" y="76990"/>
                    <a:pt x="128612" y="76288"/>
                  </a:cubicBezTo>
                  <a:cubicBezTo>
                    <a:pt x="128421" y="76097"/>
                    <a:pt x="128207" y="75918"/>
                    <a:pt x="128017" y="75728"/>
                  </a:cubicBezTo>
                  <a:cubicBezTo>
                    <a:pt x="127838" y="75514"/>
                    <a:pt x="127671" y="75323"/>
                    <a:pt x="127469" y="75109"/>
                  </a:cubicBezTo>
                  <a:lnTo>
                    <a:pt x="125981" y="73240"/>
                  </a:lnTo>
                  <a:lnTo>
                    <a:pt x="114039" y="58226"/>
                  </a:lnTo>
                  <a:lnTo>
                    <a:pt x="102085" y="43212"/>
                  </a:lnTo>
                  <a:lnTo>
                    <a:pt x="99108" y="39462"/>
                  </a:lnTo>
                  <a:lnTo>
                    <a:pt x="98358" y="38521"/>
                  </a:lnTo>
                  <a:lnTo>
                    <a:pt x="97989" y="38045"/>
                  </a:lnTo>
                  <a:lnTo>
                    <a:pt x="97799" y="37819"/>
                  </a:lnTo>
                  <a:lnTo>
                    <a:pt x="97751" y="37759"/>
                  </a:lnTo>
                  <a:lnTo>
                    <a:pt x="97691" y="37688"/>
                  </a:lnTo>
                  <a:lnTo>
                    <a:pt x="97560" y="37533"/>
                  </a:lnTo>
                  <a:cubicBezTo>
                    <a:pt x="97203" y="37140"/>
                    <a:pt x="96870" y="36735"/>
                    <a:pt x="96501" y="36354"/>
                  </a:cubicBezTo>
                  <a:cubicBezTo>
                    <a:pt x="96108" y="35997"/>
                    <a:pt x="95727" y="35628"/>
                    <a:pt x="95322" y="35282"/>
                  </a:cubicBezTo>
                  <a:cubicBezTo>
                    <a:pt x="93691" y="33937"/>
                    <a:pt x="91786" y="32901"/>
                    <a:pt x="89774" y="32270"/>
                  </a:cubicBezTo>
                  <a:cubicBezTo>
                    <a:pt x="88158" y="31754"/>
                    <a:pt x="86462" y="31493"/>
                    <a:pt x="84765" y="31493"/>
                  </a:cubicBezTo>
                  <a:cubicBezTo>
                    <a:pt x="84386" y="31493"/>
                    <a:pt x="84008" y="31506"/>
                    <a:pt x="83630" y="31532"/>
                  </a:cubicBezTo>
                  <a:cubicBezTo>
                    <a:pt x="83594" y="31520"/>
                    <a:pt x="83547" y="31520"/>
                    <a:pt x="83511" y="31520"/>
                  </a:cubicBezTo>
                  <a:cubicBezTo>
                    <a:pt x="83440" y="31520"/>
                    <a:pt x="83368" y="31532"/>
                    <a:pt x="83309" y="31568"/>
                  </a:cubicBezTo>
                  <a:cubicBezTo>
                    <a:pt x="81261" y="31734"/>
                    <a:pt x="79249" y="32294"/>
                    <a:pt x="77415" y="33211"/>
                  </a:cubicBezTo>
                  <a:cubicBezTo>
                    <a:pt x="75510" y="34163"/>
                    <a:pt x="73819" y="35461"/>
                    <a:pt x="72402" y="37033"/>
                  </a:cubicBezTo>
                  <a:cubicBezTo>
                    <a:pt x="70986" y="38616"/>
                    <a:pt x="69878" y="40474"/>
                    <a:pt x="69164" y="42462"/>
                  </a:cubicBezTo>
                  <a:cubicBezTo>
                    <a:pt x="68450" y="44450"/>
                    <a:pt x="68116" y="46570"/>
                    <a:pt x="68188" y="48689"/>
                  </a:cubicBezTo>
                  <a:cubicBezTo>
                    <a:pt x="68271" y="50796"/>
                    <a:pt x="68747" y="52904"/>
                    <a:pt x="69616" y="54833"/>
                  </a:cubicBezTo>
                  <a:lnTo>
                    <a:pt x="69938" y="55559"/>
                  </a:lnTo>
                  <a:lnTo>
                    <a:pt x="70331" y="56249"/>
                  </a:lnTo>
                  <a:lnTo>
                    <a:pt x="70724" y="56940"/>
                  </a:lnTo>
                  <a:cubicBezTo>
                    <a:pt x="70867" y="57166"/>
                    <a:pt x="71021" y="57380"/>
                    <a:pt x="71176" y="57595"/>
                  </a:cubicBezTo>
                  <a:lnTo>
                    <a:pt x="71640" y="58238"/>
                  </a:lnTo>
                  <a:lnTo>
                    <a:pt x="71760" y="58392"/>
                  </a:lnTo>
                  <a:lnTo>
                    <a:pt x="71855" y="58512"/>
                  </a:lnTo>
                  <a:lnTo>
                    <a:pt x="72033" y="58750"/>
                  </a:lnTo>
                  <a:lnTo>
                    <a:pt x="72783" y="59690"/>
                  </a:lnTo>
                  <a:lnTo>
                    <a:pt x="78737" y="67203"/>
                  </a:lnTo>
                  <a:lnTo>
                    <a:pt x="90667" y="82241"/>
                  </a:lnTo>
                  <a:lnTo>
                    <a:pt x="96620" y="89753"/>
                  </a:lnTo>
                  <a:lnTo>
                    <a:pt x="99596" y="93516"/>
                  </a:lnTo>
                  <a:lnTo>
                    <a:pt x="101097" y="95397"/>
                  </a:lnTo>
                  <a:lnTo>
                    <a:pt x="101466" y="95861"/>
                  </a:lnTo>
                  <a:lnTo>
                    <a:pt x="101692" y="96195"/>
                  </a:lnTo>
                  <a:lnTo>
                    <a:pt x="101930" y="96528"/>
                  </a:lnTo>
                  <a:cubicBezTo>
                    <a:pt x="102013" y="96635"/>
                    <a:pt x="102073" y="96766"/>
                    <a:pt x="102132" y="96873"/>
                  </a:cubicBezTo>
                  <a:cubicBezTo>
                    <a:pt x="103240" y="98731"/>
                    <a:pt x="103561" y="101017"/>
                    <a:pt x="103049" y="103136"/>
                  </a:cubicBezTo>
                  <a:cubicBezTo>
                    <a:pt x="102537" y="105243"/>
                    <a:pt x="101204" y="107101"/>
                    <a:pt x="99370" y="108280"/>
                  </a:cubicBezTo>
                  <a:cubicBezTo>
                    <a:pt x="98017" y="109146"/>
                    <a:pt x="96414" y="109599"/>
                    <a:pt x="94806" y="109599"/>
                  </a:cubicBezTo>
                  <a:cubicBezTo>
                    <a:pt x="94249" y="109599"/>
                    <a:pt x="93691" y="109545"/>
                    <a:pt x="93143" y="109434"/>
                  </a:cubicBezTo>
                  <a:cubicBezTo>
                    <a:pt x="92084" y="109220"/>
                    <a:pt x="91060" y="108803"/>
                    <a:pt x="90167" y="108208"/>
                  </a:cubicBezTo>
                  <a:cubicBezTo>
                    <a:pt x="90048" y="108149"/>
                    <a:pt x="89940" y="108053"/>
                    <a:pt x="89833" y="107970"/>
                  </a:cubicBezTo>
                  <a:lnTo>
                    <a:pt x="89512" y="107732"/>
                  </a:lnTo>
                  <a:cubicBezTo>
                    <a:pt x="89405" y="107660"/>
                    <a:pt x="89309" y="107553"/>
                    <a:pt x="89214" y="107470"/>
                  </a:cubicBezTo>
                  <a:lnTo>
                    <a:pt x="88916" y="107196"/>
                  </a:lnTo>
                  <a:lnTo>
                    <a:pt x="88762" y="107053"/>
                  </a:lnTo>
                  <a:lnTo>
                    <a:pt x="88631" y="106898"/>
                  </a:lnTo>
                  <a:lnTo>
                    <a:pt x="88357" y="106589"/>
                  </a:lnTo>
                  <a:lnTo>
                    <a:pt x="88226" y="106446"/>
                  </a:lnTo>
                  <a:lnTo>
                    <a:pt x="88190" y="106410"/>
                  </a:lnTo>
                  <a:lnTo>
                    <a:pt x="88143" y="106351"/>
                  </a:lnTo>
                  <a:lnTo>
                    <a:pt x="88047" y="106232"/>
                  </a:lnTo>
                  <a:lnTo>
                    <a:pt x="87678" y="105755"/>
                  </a:lnTo>
                  <a:lnTo>
                    <a:pt x="81701" y="98254"/>
                  </a:lnTo>
                  <a:lnTo>
                    <a:pt x="80213" y="96373"/>
                  </a:lnTo>
                  <a:lnTo>
                    <a:pt x="79832" y="95909"/>
                  </a:lnTo>
                  <a:lnTo>
                    <a:pt x="79653" y="95671"/>
                  </a:lnTo>
                  <a:lnTo>
                    <a:pt x="79391" y="95385"/>
                  </a:lnTo>
                  <a:lnTo>
                    <a:pt x="78868" y="94778"/>
                  </a:lnTo>
                  <a:cubicBezTo>
                    <a:pt x="78689" y="94587"/>
                    <a:pt x="78522" y="94385"/>
                    <a:pt x="78320" y="94206"/>
                  </a:cubicBezTo>
                  <a:cubicBezTo>
                    <a:pt x="76808" y="92706"/>
                    <a:pt x="74986" y="91504"/>
                    <a:pt x="72998" y="90706"/>
                  </a:cubicBezTo>
                  <a:cubicBezTo>
                    <a:pt x="71076" y="89942"/>
                    <a:pt x="69009" y="89538"/>
                    <a:pt x="66937" y="89538"/>
                  </a:cubicBezTo>
                  <a:cubicBezTo>
                    <a:pt x="66877" y="89538"/>
                    <a:pt x="66818" y="89538"/>
                    <a:pt x="66759" y="89539"/>
                  </a:cubicBezTo>
                  <a:cubicBezTo>
                    <a:pt x="64628" y="89563"/>
                    <a:pt x="62496" y="90003"/>
                    <a:pt x="60544" y="90849"/>
                  </a:cubicBezTo>
                  <a:cubicBezTo>
                    <a:pt x="60056" y="91075"/>
                    <a:pt x="59556" y="91277"/>
                    <a:pt x="59103" y="91563"/>
                  </a:cubicBezTo>
                  <a:cubicBezTo>
                    <a:pt x="58639" y="91825"/>
                    <a:pt x="58175" y="92075"/>
                    <a:pt x="57746" y="92397"/>
                  </a:cubicBezTo>
                  <a:lnTo>
                    <a:pt x="57103" y="92861"/>
                  </a:lnTo>
                  <a:lnTo>
                    <a:pt x="56936" y="92980"/>
                  </a:lnTo>
                  <a:cubicBezTo>
                    <a:pt x="56889" y="93028"/>
                    <a:pt x="56829" y="93063"/>
                    <a:pt x="56793" y="93087"/>
                  </a:cubicBezTo>
                  <a:lnTo>
                    <a:pt x="56555" y="93278"/>
                  </a:lnTo>
                  <a:lnTo>
                    <a:pt x="55615" y="94028"/>
                  </a:lnTo>
                  <a:lnTo>
                    <a:pt x="51864" y="97016"/>
                  </a:lnTo>
                  <a:lnTo>
                    <a:pt x="36850" y="108958"/>
                  </a:lnTo>
                  <a:lnTo>
                    <a:pt x="1" y="138271"/>
                  </a:lnTo>
                  <a:lnTo>
                    <a:pt x="13062" y="138271"/>
                  </a:lnTo>
                  <a:lnTo>
                    <a:pt x="41911" y="115304"/>
                  </a:lnTo>
                  <a:lnTo>
                    <a:pt x="56924" y="103362"/>
                  </a:lnTo>
                  <a:lnTo>
                    <a:pt x="60675" y="100374"/>
                  </a:lnTo>
                  <a:lnTo>
                    <a:pt x="61615" y="99636"/>
                  </a:lnTo>
                  <a:lnTo>
                    <a:pt x="61854" y="99445"/>
                  </a:lnTo>
                  <a:cubicBezTo>
                    <a:pt x="61889" y="99409"/>
                    <a:pt x="61913" y="99386"/>
                    <a:pt x="61949" y="99374"/>
                  </a:cubicBezTo>
                  <a:lnTo>
                    <a:pt x="62032" y="99314"/>
                  </a:lnTo>
                  <a:lnTo>
                    <a:pt x="62354" y="99088"/>
                  </a:lnTo>
                  <a:cubicBezTo>
                    <a:pt x="62568" y="98909"/>
                    <a:pt x="62806" y="98802"/>
                    <a:pt x="63032" y="98659"/>
                  </a:cubicBezTo>
                  <a:cubicBezTo>
                    <a:pt x="63258" y="98516"/>
                    <a:pt x="63509" y="98421"/>
                    <a:pt x="63747" y="98314"/>
                  </a:cubicBezTo>
                  <a:cubicBezTo>
                    <a:pt x="64745" y="97879"/>
                    <a:pt x="65841" y="97662"/>
                    <a:pt x="66940" y="97662"/>
                  </a:cubicBezTo>
                  <a:cubicBezTo>
                    <a:pt x="67976" y="97662"/>
                    <a:pt x="69014" y="97855"/>
                    <a:pt x="69974" y="98243"/>
                  </a:cubicBezTo>
                  <a:cubicBezTo>
                    <a:pt x="70962" y="98635"/>
                    <a:pt x="71855" y="99231"/>
                    <a:pt x="72617" y="99981"/>
                  </a:cubicBezTo>
                  <a:cubicBezTo>
                    <a:pt x="72724" y="100064"/>
                    <a:pt x="72795" y="100171"/>
                    <a:pt x="72891" y="100267"/>
                  </a:cubicBezTo>
                  <a:lnTo>
                    <a:pt x="73153" y="100576"/>
                  </a:lnTo>
                  <a:cubicBezTo>
                    <a:pt x="73200" y="100624"/>
                    <a:pt x="73236" y="100660"/>
                    <a:pt x="73295" y="100731"/>
                  </a:cubicBezTo>
                  <a:lnTo>
                    <a:pt x="73486" y="100969"/>
                  </a:lnTo>
                  <a:lnTo>
                    <a:pt x="73855" y="101433"/>
                  </a:lnTo>
                  <a:lnTo>
                    <a:pt x="75355" y="103315"/>
                  </a:lnTo>
                  <a:lnTo>
                    <a:pt x="81320" y="110816"/>
                  </a:lnTo>
                  <a:lnTo>
                    <a:pt x="81701" y="111280"/>
                  </a:lnTo>
                  <a:lnTo>
                    <a:pt x="81785" y="111399"/>
                  </a:lnTo>
                  <a:lnTo>
                    <a:pt x="81832" y="111459"/>
                  </a:lnTo>
                  <a:lnTo>
                    <a:pt x="81904" y="111542"/>
                  </a:lnTo>
                  <a:lnTo>
                    <a:pt x="82166" y="111840"/>
                  </a:lnTo>
                  <a:lnTo>
                    <a:pt x="82689" y="112423"/>
                  </a:lnTo>
                  <a:lnTo>
                    <a:pt x="82951" y="112721"/>
                  </a:lnTo>
                  <a:lnTo>
                    <a:pt x="83237" y="112994"/>
                  </a:lnTo>
                  <a:lnTo>
                    <a:pt x="83821" y="113530"/>
                  </a:lnTo>
                  <a:cubicBezTo>
                    <a:pt x="84011" y="113721"/>
                    <a:pt x="84202" y="113899"/>
                    <a:pt x="84428" y="114054"/>
                  </a:cubicBezTo>
                  <a:lnTo>
                    <a:pt x="85059" y="114530"/>
                  </a:lnTo>
                  <a:cubicBezTo>
                    <a:pt x="85273" y="114685"/>
                    <a:pt x="85476" y="114852"/>
                    <a:pt x="85702" y="114995"/>
                  </a:cubicBezTo>
                  <a:cubicBezTo>
                    <a:pt x="87476" y="116161"/>
                    <a:pt x="89476" y="116971"/>
                    <a:pt x="91548" y="117388"/>
                  </a:cubicBezTo>
                  <a:cubicBezTo>
                    <a:pt x="92629" y="117605"/>
                    <a:pt x="93730" y="117716"/>
                    <a:pt x="94832" y="117716"/>
                  </a:cubicBezTo>
                  <a:cubicBezTo>
                    <a:pt x="95841" y="117716"/>
                    <a:pt x="96850" y="117623"/>
                    <a:pt x="97846" y="117435"/>
                  </a:cubicBezTo>
                  <a:cubicBezTo>
                    <a:pt x="99930" y="117054"/>
                    <a:pt x="101954" y="116269"/>
                    <a:pt x="103728" y="115126"/>
                  </a:cubicBezTo>
                  <a:cubicBezTo>
                    <a:pt x="105502" y="113983"/>
                    <a:pt x="107073" y="112506"/>
                    <a:pt x="108300" y="110780"/>
                  </a:cubicBezTo>
                  <a:cubicBezTo>
                    <a:pt x="109538" y="109065"/>
                    <a:pt x="110431" y="107101"/>
                    <a:pt x="110931" y="105041"/>
                  </a:cubicBezTo>
                  <a:cubicBezTo>
                    <a:pt x="111431" y="102993"/>
                    <a:pt x="111538" y="100850"/>
                    <a:pt x="111229" y="98755"/>
                  </a:cubicBezTo>
                  <a:cubicBezTo>
                    <a:pt x="110931" y="96659"/>
                    <a:pt x="110217" y="94611"/>
                    <a:pt x="109157" y="92790"/>
                  </a:cubicBezTo>
                  <a:cubicBezTo>
                    <a:pt x="109014" y="92563"/>
                    <a:pt x="108895" y="92325"/>
                    <a:pt x="108752" y="92111"/>
                  </a:cubicBezTo>
                  <a:lnTo>
                    <a:pt x="108288" y="91456"/>
                  </a:lnTo>
                  <a:lnTo>
                    <a:pt x="107824" y="90825"/>
                  </a:lnTo>
                  <a:lnTo>
                    <a:pt x="107454" y="90349"/>
                  </a:lnTo>
                  <a:lnTo>
                    <a:pt x="105966" y="88468"/>
                  </a:lnTo>
                  <a:lnTo>
                    <a:pt x="102990" y="84705"/>
                  </a:lnTo>
                  <a:lnTo>
                    <a:pt x="97025" y="77192"/>
                  </a:lnTo>
                  <a:lnTo>
                    <a:pt x="85106" y="62155"/>
                  </a:lnTo>
                  <a:lnTo>
                    <a:pt x="79141" y="54642"/>
                  </a:lnTo>
                  <a:lnTo>
                    <a:pt x="78403" y="53701"/>
                  </a:lnTo>
                  <a:lnTo>
                    <a:pt x="78213" y="53475"/>
                  </a:lnTo>
                  <a:lnTo>
                    <a:pt x="78117" y="53356"/>
                  </a:lnTo>
                  <a:lnTo>
                    <a:pt x="78058" y="53273"/>
                  </a:lnTo>
                  <a:lnTo>
                    <a:pt x="77832" y="52939"/>
                  </a:lnTo>
                  <a:cubicBezTo>
                    <a:pt x="77748" y="52820"/>
                    <a:pt x="77665" y="52725"/>
                    <a:pt x="77594" y="52606"/>
                  </a:cubicBezTo>
                  <a:lnTo>
                    <a:pt x="77391" y="52249"/>
                  </a:lnTo>
                  <a:lnTo>
                    <a:pt x="77189" y="51904"/>
                  </a:lnTo>
                  <a:lnTo>
                    <a:pt x="77034" y="51534"/>
                  </a:lnTo>
                  <a:cubicBezTo>
                    <a:pt x="76593" y="50546"/>
                    <a:pt x="76343" y="49475"/>
                    <a:pt x="76308" y="48403"/>
                  </a:cubicBezTo>
                  <a:cubicBezTo>
                    <a:pt x="76224" y="46236"/>
                    <a:pt x="77010" y="44045"/>
                    <a:pt x="78451" y="42450"/>
                  </a:cubicBezTo>
                  <a:cubicBezTo>
                    <a:pt x="79165" y="41652"/>
                    <a:pt x="80058" y="40974"/>
                    <a:pt x="81011" y="40486"/>
                  </a:cubicBezTo>
                  <a:cubicBezTo>
                    <a:pt x="81975" y="40009"/>
                    <a:pt x="83035" y="39724"/>
                    <a:pt x="84118" y="39640"/>
                  </a:cubicBezTo>
                  <a:cubicBezTo>
                    <a:pt x="84331" y="39624"/>
                    <a:pt x="84544" y="39616"/>
                    <a:pt x="84757" y="39616"/>
                  </a:cubicBezTo>
                  <a:cubicBezTo>
                    <a:pt x="86715" y="39616"/>
                    <a:pt x="88662" y="40300"/>
                    <a:pt x="90155" y="41545"/>
                  </a:cubicBezTo>
                  <a:cubicBezTo>
                    <a:pt x="90357" y="41724"/>
                    <a:pt x="90548" y="41914"/>
                    <a:pt x="90750" y="42093"/>
                  </a:cubicBezTo>
                  <a:cubicBezTo>
                    <a:pt x="90941" y="42283"/>
                    <a:pt x="91107" y="42498"/>
                    <a:pt x="91298" y="42700"/>
                  </a:cubicBezTo>
                  <a:lnTo>
                    <a:pt x="91369" y="42771"/>
                  </a:lnTo>
                  <a:lnTo>
                    <a:pt x="91393" y="42807"/>
                  </a:lnTo>
                  <a:lnTo>
                    <a:pt x="91441" y="42867"/>
                  </a:lnTo>
                  <a:lnTo>
                    <a:pt x="91631" y="43105"/>
                  </a:lnTo>
                  <a:lnTo>
                    <a:pt x="92000" y="43569"/>
                  </a:lnTo>
                  <a:lnTo>
                    <a:pt x="92750" y="44510"/>
                  </a:lnTo>
                  <a:lnTo>
                    <a:pt x="95739" y="48260"/>
                  </a:lnTo>
                  <a:lnTo>
                    <a:pt x="107681" y="63274"/>
                  </a:lnTo>
                  <a:lnTo>
                    <a:pt x="119635" y="78288"/>
                  </a:lnTo>
                  <a:lnTo>
                    <a:pt x="121123" y="80169"/>
                  </a:lnTo>
                  <a:cubicBezTo>
                    <a:pt x="121456" y="80562"/>
                    <a:pt x="121813" y="80967"/>
                    <a:pt x="122159" y="81348"/>
                  </a:cubicBezTo>
                  <a:cubicBezTo>
                    <a:pt x="122528" y="81729"/>
                    <a:pt x="122933" y="82086"/>
                    <a:pt x="123314" y="82443"/>
                  </a:cubicBezTo>
                  <a:cubicBezTo>
                    <a:pt x="124921" y="83824"/>
                    <a:pt x="126802" y="84896"/>
                    <a:pt x="128802" y="85562"/>
                  </a:cubicBezTo>
                  <a:cubicBezTo>
                    <a:pt x="130518" y="86141"/>
                    <a:pt x="132320" y="86434"/>
                    <a:pt x="134120" y="86434"/>
                  </a:cubicBezTo>
                  <a:cubicBezTo>
                    <a:pt x="134431" y="86434"/>
                    <a:pt x="134743" y="86425"/>
                    <a:pt x="135053" y="86408"/>
                  </a:cubicBezTo>
                  <a:cubicBezTo>
                    <a:pt x="137161" y="86301"/>
                    <a:pt x="139256" y="85765"/>
                    <a:pt x="141173" y="84860"/>
                  </a:cubicBezTo>
                  <a:cubicBezTo>
                    <a:pt x="141661" y="84658"/>
                    <a:pt x="142114" y="84384"/>
                    <a:pt x="142578" y="84122"/>
                  </a:cubicBezTo>
                  <a:cubicBezTo>
                    <a:pt x="143042" y="83872"/>
                    <a:pt x="143471" y="83550"/>
                    <a:pt x="143900" y="83241"/>
                  </a:cubicBezTo>
                  <a:lnTo>
                    <a:pt x="144221" y="83015"/>
                  </a:lnTo>
                  <a:lnTo>
                    <a:pt x="144376" y="82895"/>
                  </a:lnTo>
                  <a:lnTo>
                    <a:pt x="144459" y="82836"/>
                  </a:lnTo>
                  <a:lnTo>
                    <a:pt x="144519" y="82788"/>
                  </a:lnTo>
                  <a:lnTo>
                    <a:pt x="144983" y="82419"/>
                  </a:lnTo>
                  <a:lnTo>
                    <a:pt x="145221" y="82229"/>
                  </a:lnTo>
                  <a:lnTo>
                    <a:pt x="145519" y="81967"/>
                  </a:lnTo>
                  <a:lnTo>
                    <a:pt x="146114" y="81455"/>
                  </a:lnTo>
                  <a:cubicBezTo>
                    <a:pt x="147674" y="80026"/>
                    <a:pt x="148960" y="78288"/>
                    <a:pt x="149865" y="76371"/>
                  </a:cubicBezTo>
                  <a:cubicBezTo>
                    <a:pt x="151686" y="72549"/>
                    <a:pt x="151972" y="68037"/>
                    <a:pt x="150615" y="64012"/>
                  </a:cubicBezTo>
                  <a:lnTo>
                    <a:pt x="150365" y="63250"/>
                  </a:lnTo>
                  <a:lnTo>
                    <a:pt x="150043" y="62524"/>
                  </a:lnTo>
                  <a:lnTo>
                    <a:pt x="149710" y="61798"/>
                  </a:lnTo>
                  <a:cubicBezTo>
                    <a:pt x="149591" y="61571"/>
                    <a:pt x="149460" y="61345"/>
                    <a:pt x="149329" y="61107"/>
                  </a:cubicBezTo>
                  <a:lnTo>
                    <a:pt x="148936" y="60417"/>
                  </a:lnTo>
                  <a:cubicBezTo>
                    <a:pt x="148805" y="60190"/>
                    <a:pt x="148638" y="59988"/>
                    <a:pt x="148483" y="59774"/>
                  </a:cubicBezTo>
                  <a:cubicBezTo>
                    <a:pt x="148186" y="59345"/>
                    <a:pt x="147840" y="58869"/>
                    <a:pt x="147614" y="58607"/>
                  </a:cubicBezTo>
                  <a:lnTo>
                    <a:pt x="144638" y="54844"/>
                  </a:lnTo>
                  <a:lnTo>
                    <a:pt x="138661" y="47343"/>
                  </a:lnTo>
                  <a:lnTo>
                    <a:pt x="126719" y="32330"/>
                  </a:lnTo>
                  <a:lnTo>
                    <a:pt x="120742" y="24817"/>
                  </a:lnTo>
                  <a:lnTo>
                    <a:pt x="119254" y="22948"/>
                  </a:lnTo>
                  <a:lnTo>
                    <a:pt x="118503" y="22007"/>
                  </a:lnTo>
                  <a:lnTo>
                    <a:pt x="118134" y="21543"/>
                  </a:lnTo>
                  <a:lnTo>
                    <a:pt x="117944" y="21305"/>
                  </a:lnTo>
                  <a:lnTo>
                    <a:pt x="117896" y="21245"/>
                  </a:lnTo>
                  <a:lnTo>
                    <a:pt x="117861" y="21197"/>
                  </a:lnTo>
                  <a:lnTo>
                    <a:pt x="117813" y="21114"/>
                  </a:lnTo>
                  <a:cubicBezTo>
                    <a:pt x="117158" y="20269"/>
                    <a:pt x="116682" y="19304"/>
                    <a:pt x="116408" y="18280"/>
                  </a:cubicBezTo>
                  <a:cubicBezTo>
                    <a:pt x="115860" y="16221"/>
                    <a:pt x="116170" y="13935"/>
                    <a:pt x="117253" y="12113"/>
                  </a:cubicBezTo>
                  <a:cubicBezTo>
                    <a:pt x="118313" y="10291"/>
                    <a:pt x="120170" y="8874"/>
                    <a:pt x="122218" y="8363"/>
                  </a:cubicBezTo>
                  <a:cubicBezTo>
                    <a:pt x="122859" y="8200"/>
                    <a:pt x="123521" y="8120"/>
                    <a:pt x="124184" y="8120"/>
                  </a:cubicBezTo>
                  <a:cubicBezTo>
                    <a:pt x="125654" y="8120"/>
                    <a:pt x="127127" y="8513"/>
                    <a:pt x="128374" y="9267"/>
                  </a:cubicBezTo>
                  <a:lnTo>
                    <a:pt x="128719" y="9470"/>
                  </a:lnTo>
                  <a:cubicBezTo>
                    <a:pt x="128826" y="9529"/>
                    <a:pt x="128921" y="9625"/>
                    <a:pt x="129029" y="9708"/>
                  </a:cubicBezTo>
                  <a:lnTo>
                    <a:pt x="129350" y="9946"/>
                  </a:lnTo>
                  <a:cubicBezTo>
                    <a:pt x="129457" y="10017"/>
                    <a:pt x="129552" y="10125"/>
                    <a:pt x="129648" y="10208"/>
                  </a:cubicBezTo>
                  <a:lnTo>
                    <a:pt x="129945" y="10482"/>
                  </a:lnTo>
                  <a:cubicBezTo>
                    <a:pt x="130053" y="10565"/>
                    <a:pt x="130124" y="10672"/>
                    <a:pt x="130207" y="10779"/>
                  </a:cubicBezTo>
                  <a:lnTo>
                    <a:pt x="130481" y="11077"/>
                  </a:lnTo>
                  <a:lnTo>
                    <a:pt x="130553" y="11149"/>
                  </a:lnTo>
                  <a:cubicBezTo>
                    <a:pt x="130565" y="11172"/>
                    <a:pt x="130612" y="11220"/>
                    <a:pt x="130636" y="11256"/>
                  </a:cubicBezTo>
                  <a:lnTo>
                    <a:pt x="130826" y="11494"/>
                  </a:lnTo>
                  <a:lnTo>
                    <a:pt x="133815" y="15244"/>
                  </a:lnTo>
                  <a:lnTo>
                    <a:pt x="139780" y="22757"/>
                  </a:lnTo>
                  <a:lnTo>
                    <a:pt x="141280" y="24626"/>
                  </a:lnTo>
                  <a:lnTo>
                    <a:pt x="142018" y="25567"/>
                  </a:lnTo>
                  <a:lnTo>
                    <a:pt x="142114" y="25686"/>
                  </a:lnTo>
                  <a:lnTo>
                    <a:pt x="142245" y="25841"/>
                  </a:lnTo>
                  <a:lnTo>
                    <a:pt x="142518" y="26150"/>
                  </a:lnTo>
                  <a:lnTo>
                    <a:pt x="143066" y="26758"/>
                  </a:lnTo>
                  <a:cubicBezTo>
                    <a:pt x="144590" y="28353"/>
                    <a:pt x="146495" y="29579"/>
                    <a:pt x="148555" y="30341"/>
                  </a:cubicBezTo>
                  <a:cubicBezTo>
                    <a:pt x="150210" y="30954"/>
                    <a:pt x="151974" y="31282"/>
                    <a:pt x="153746" y="31282"/>
                  </a:cubicBezTo>
                  <a:cubicBezTo>
                    <a:pt x="154178" y="31282"/>
                    <a:pt x="154611" y="31262"/>
                    <a:pt x="155044" y="31222"/>
                  </a:cubicBezTo>
                  <a:cubicBezTo>
                    <a:pt x="157235" y="31020"/>
                    <a:pt x="159390" y="30329"/>
                    <a:pt x="161271" y="29198"/>
                  </a:cubicBezTo>
                  <a:cubicBezTo>
                    <a:pt x="161759" y="28936"/>
                    <a:pt x="162199" y="28603"/>
                    <a:pt x="162640" y="28282"/>
                  </a:cubicBezTo>
                  <a:lnTo>
                    <a:pt x="162961" y="28043"/>
                  </a:lnTo>
                  <a:lnTo>
                    <a:pt x="163200" y="27865"/>
                  </a:lnTo>
                  <a:lnTo>
                    <a:pt x="163676" y="27484"/>
                  </a:lnTo>
                  <a:lnTo>
                    <a:pt x="165545" y="25996"/>
                  </a:lnTo>
                  <a:lnTo>
                    <a:pt x="169296" y="23007"/>
                  </a:lnTo>
                  <a:lnTo>
                    <a:pt x="170212" y="24162"/>
                  </a:lnTo>
                  <a:lnTo>
                    <a:pt x="171272" y="25496"/>
                  </a:lnTo>
                  <a:lnTo>
                    <a:pt x="174903" y="13363"/>
                  </a:lnTo>
                  <a:lnTo>
                    <a:pt x="174903" y="13363"/>
                  </a:lnTo>
                  <a:lnTo>
                    <a:pt x="162271" y="14173"/>
                  </a:lnTo>
                  <a:lnTo>
                    <a:pt x="162783" y="14816"/>
                  </a:lnTo>
                  <a:lnTo>
                    <a:pt x="163331" y="15506"/>
                  </a:lnTo>
                  <a:lnTo>
                    <a:pt x="163842" y="16149"/>
                  </a:lnTo>
                  <a:lnTo>
                    <a:pt x="164247" y="16649"/>
                  </a:lnTo>
                  <a:lnTo>
                    <a:pt x="160497" y="19638"/>
                  </a:lnTo>
                  <a:lnTo>
                    <a:pt x="158616" y="21138"/>
                  </a:lnTo>
                  <a:lnTo>
                    <a:pt x="158151" y="21507"/>
                  </a:lnTo>
                  <a:lnTo>
                    <a:pt x="157913" y="21697"/>
                  </a:lnTo>
                  <a:cubicBezTo>
                    <a:pt x="157842" y="21745"/>
                    <a:pt x="157806" y="21769"/>
                    <a:pt x="157746" y="21805"/>
                  </a:cubicBezTo>
                  <a:cubicBezTo>
                    <a:pt x="157544" y="21948"/>
                    <a:pt x="157354" y="22114"/>
                    <a:pt x="157127" y="22221"/>
                  </a:cubicBezTo>
                  <a:cubicBezTo>
                    <a:pt x="156270" y="22733"/>
                    <a:pt x="155318" y="23043"/>
                    <a:pt x="154317" y="23138"/>
                  </a:cubicBezTo>
                  <a:cubicBezTo>
                    <a:pt x="154125" y="23157"/>
                    <a:pt x="153931" y="23166"/>
                    <a:pt x="153737" y="23166"/>
                  </a:cubicBezTo>
                  <a:cubicBezTo>
                    <a:pt x="152937" y="23166"/>
                    <a:pt x="152134" y="23011"/>
                    <a:pt x="151377" y="22733"/>
                  </a:cubicBezTo>
                  <a:cubicBezTo>
                    <a:pt x="150448" y="22388"/>
                    <a:pt x="149591" y="21852"/>
                    <a:pt x="148912" y="21126"/>
                  </a:cubicBezTo>
                  <a:lnTo>
                    <a:pt x="148662" y="20840"/>
                  </a:lnTo>
                  <a:lnTo>
                    <a:pt x="148531" y="20697"/>
                  </a:lnTo>
                  <a:cubicBezTo>
                    <a:pt x="148507" y="20674"/>
                    <a:pt x="148495" y="20662"/>
                    <a:pt x="148472" y="20626"/>
                  </a:cubicBezTo>
                  <a:lnTo>
                    <a:pt x="148376" y="20507"/>
                  </a:lnTo>
                  <a:lnTo>
                    <a:pt x="147626" y="19566"/>
                  </a:lnTo>
                  <a:lnTo>
                    <a:pt x="146138" y="17697"/>
                  </a:lnTo>
                  <a:lnTo>
                    <a:pt x="140161" y="10184"/>
                  </a:lnTo>
                  <a:lnTo>
                    <a:pt x="137172" y="6434"/>
                  </a:lnTo>
                  <a:lnTo>
                    <a:pt x="136994" y="6196"/>
                  </a:lnTo>
                  <a:cubicBezTo>
                    <a:pt x="136958" y="6160"/>
                    <a:pt x="136934" y="6124"/>
                    <a:pt x="136887" y="6077"/>
                  </a:cubicBezTo>
                  <a:lnTo>
                    <a:pt x="136756" y="5922"/>
                  </a:lnTo>
                  <a:lnTo>
                    <a:pt x="136232" y="5326"/>
                  </a:lnTo>
                  <a:cubicBezTo>
                    <a:pt x="136053" y="5136"/>
                    <a:pt x="135887" y="4922"/>
                    <a:pt x="135684" y="4743"/>
                  </a:cubicBezTo>
                  <a:lnTo>
                    <a:pt x="135101" y="4195"/>
                  </a:lnTo>
                  <a:cubicBezTo>
                    <a:pt x="134910" y="4017"/>
                    <a:pt x="134720" y="3826"/>
                    <a:pt x="134505" y="3671"/>
                  </a:cubicBezTo>
                  <a:lnTo>
                    <a:pt x="133863" y="3183"/>
                  </a:lnTo>
                  <a:cubicBezTo>
                    <a:pt x="133648" y="3029"/>
                    <a:pt x="133446" y="2850"/>
                    <a:pt x="133220" y="2707"/>
                  </a:cubicBezTo>
                  <a:lnTo>
                    <a:pt x="132541" y="2290"/>
                  </a:lnTo>
                  <a:cubicBezTo>
                    <a:pt x="130031" y="783"/>
                    <a:pt x="127119" y="0"/>
                    <a:pt x="124203" y="0"/>
                  </a:cubicBezTo>
                  <a:close/>
                </a:path>
              </a:pathLst>
            </a:custGeom>
            <a:solidFill>
              <a:srgbClr val="03AF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6" name="Google Shape;716;p22"/>
            <p:cNvGrpSpPr/>
            <p:nvPr/>
          </p:nvGrpSpPr>
          <p:grpSpPr>
            <a:xfrm>
              <a:off x="1806690" y="1389189"/>
              <a:ext cx="4502713" cy="3725654"/>
              <a:chOff x="2346303" y="1389189"/>
              <a:chExt cx="4502713" cy="3725654"/>
            </a:xfrm>
          </p:grpSpPr>
          <p:sp>
            <p:nvSpPr>
              <p:cNvPr id="717" name="Google Shape;717;p22"/>
              <p:cNvSpPr/>
              <p:nvPr/>
            </p:nvSpPr>
            <p:spPr>
              <a:xfrm>
                <a:off x="5565644" y="2271083"/>
                <a:ext cx="46149" cy="58076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2084" extrusionOk="0">
                    <a:moveTo>
                      <a:pt x="0" y="0"/>
                    </a:moveTo>
                    <a:lnTo>
                      <a:pt x="1655" y="20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22"/>
              <p:cNvSpPr/>
              <p:nvPr/>
            </p:nvSpPr>
            <p:spPr>
              <a:xfrm>
                <a:off x="5518522" y="2212006"/>
                <a:ext cx="46483" cy="58104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2085" extrusionOk="0">
                    <a:moveTo>
                      <a:pt x="1" y="1"/>
                    </a:moveTo>
                    <a:lnTo>
                      <a:pt x="1667" y="2084"/>
                    </a:lnTo>
                    <a:lnTo>
                      <a:pt x="1667" y="20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22"/>
              <p:cNvSpPr/>
              <p:nvPr/>
            </p:nvSpPr>
            <p:spPr>
              <a:xfrm>
                <a:off x="2476718" y="4996685"/>
                <a:ext cx="0" cy="2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22"/>
              <p:cNvSpPr/>
              <p:nvPr/>
            </p:nvSpPr>
            <p:spPr>
              <a:xfrm>
                <a:off x="4051681" y="3888849"/>
                <a:ext cx="148367" cy="81317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2918" extrusionOk="0">
                    <a:moveTo>
                      <a:pt x="168" y="1"/>
                    </a:moveTo>
                    <a:lnTo>
                      <a:pt x="1" y="1025"/>
                    </a:lnTo>
                    <a:cubicBezTo>
                      <a:pt x="215" y="1061"/>
                      <a:pt x="430" y="1072"/>
                      <a:pt x="632" y="1132"/>
                    </a:cubicBezTo>
                    <a:lnTo>
                      <a:pt x="1251" y="1299"/>
                    </a:lnTo>
                    <a:cubicBezTo>
                      <a:pt x="1680" y="1382"/>
                      <a:pt x="2073" y="1561"/>
                      <a:pt x="2477" y="1703"/>
                    </a:cubicBezTo>
                    <a:cubicBezTo>
                      <a:pt x="2680" y="1775"/>
                      <a:pt x="2870" y="1870"/>
                      <a:pt x="3061" y="1965"/>
                    </a:cubicBezTo>
                    <a:lnTo>
                      <a:pt x="3632" y="2239"/>
                    </a:lnTo>
                    <a:cubicBezTo>
                      <a:pt x="4001" y="2465"/>
                      <a:pt x="4371" y="2680"/>
                      <a:pt x="4728" y="2918"/>
                    </a:cubicBezTo>
                    <a:lnTo>
                      <a:pt x="5323" y="2061"/>
                    </a:lnTo>
                    <a:cubicBezTo>
                      <a:pt x="4930" y="1811"/>
                      <a:pt x="4537" y="1573"/>
                      <a:pt x="4132" y="1334"/>
                    </a:cubicBezTo>
                    <a:lnTo>
                      <a:pt x="3501" y="1025"/>
                    </a:lnTo>
                    <a:cubicBezTo>
                      <a:pt x="3287" y="930"/>
                      <a:pt x="3085" y="811"/>
                      <a:pt x="2858" y="739"/>
                    </a:cubicBezTo>
                    <a:cubicBezTo>
                      <a:pt x="2418" y="584"/>
                      <a:pt x="1989" y="394"/>
                      <a:pt x="1537" y="299"/>
                    </a:cubicBezTo>
                    <a:lnTo>
                      <a:pt x="858" y="120"/>
                    </a:lnTo>
                    <a:cubicBezTo>
                      <a:pt x="632" y="60"/>
                      <a:pt x="394" y="37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22"/>
              <p:cNvSpPr/>
              <p:nvPr/>
            </p:nvSpPr>
            <p:spPr>
              <a:xfrm>
                <a:off x="6180436" y="3034516"/>
                <a:ext cx="73682" cy="149676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5371" extrusionOk="0">
                    <a:moveTo>
                      <a:pt x="882" y="0"/>
                    </a:moveTo>
                    <a:lnTo>
                      <a:pt x="0" y="524"/>
                    </a:lnTo>
                    <a:lnTo>
                      <a:pt x="322" y="1084"/>
                    </a:lnTo>
                    <a:cubicBezTo>
                      <a:pt x="429" y="1262"/>
                      <a:pt x="501" y="1477"/>
                      <a:pt x="596" y="1667"/>
                    </a:cubicBezTo>
                    <a:lnTo>
                      <a:pt x="858" y="2251"/>
                    </a:lnTo>
                    <a:cubicBezTo>
                      <a:pt x="929" y="2453"/>
                      <a:pt x="989" y="2655"/>
                      <a:pt x="1060" y="2858"/>
                    </a:cubicBezTo>
                    <a:cubicBezTo>
                      <a:pt x="1132" y="3060"/>
                      <a:pt x="1203" y="3263"/>
                      <a:pt x="1263" y="3477"/>
                    </a:cubicBezTo>
                    <a:lnTo>
                      <a:pt x="1405" y="4096"/>
                    </a:lnTo>
                    <a:cubicBezTo>
                      <a:pt x="1513" y="4513"/>
                      <a:pt x="1560" y="4941"/>
                      <a:pt x="1608" y="5370"/>
                    </a:cubicBezTo>
                    <a:lnTo>
                      <a:pt x="2644" y="5263"/>
                    </a:lnTo>
                    <a:cubicBezTo>
                      <a:pt x="2584" y="4799"/>
                      <a:pt x="2537" y="4334"/>
                      <a:pt x="2417" y="3882"/>
                    </a:cubicBezTo>
                    <a:lnTo>
                      <a:pt x="2263" y="3203"/>
                    </a:lnTo>
                    <a:cubicBezTo>
                      <a:pt x="2203" y="2977"/>
                      <a:pt x="2120" y="2751"/>
                      <a:pt x="2048" y="2536"/>
                    </a:cubicBezTo>
                    <a:cubicBezTo>
                      <a:pt x="1977" y="2310"/>
                      <a:pt x="1905" y="2084"/>
                      <a:pt x="1822" y="1870"/>
                    </a:cubicBezTo>
                    <a:lnTo>
                      <a:pt x="1536" y="1227"/>
                    </a:lnTo>
                    <a:cubicBezTo>
                      <a:pt x="1429" y="1024"/>
                      <a:pt x="1358" y="798"/>
                      <a:pt x="1239" y="596"/>
                    </a:cubicBezTo>
                    <a:lnTo>
                      <a:pt x="8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22"/>
              <p:cNvSpPr/>
              <p:nvPr/>
            </p:nvSpPr>
            <p:spPr>
              <a:xfrm>
                <a:off x="6157224" y="3295960"/>
                <a:ext cx="89260" cy="146360"/>
              </a:xfrm>
              <a:custGeom>
                <a:avLst/>
                <a:gdLst/>
                <a:ahLst/>
                <a:cxnLst/>
                <a:rect l="l" t="t" r="r" b="b"/>
                <a:pathLst>
                  <a:path w="3203" h="5252" extrusionOk="0">
                    <a:moveTo>
                      <a:pt x="2203" y="0"/>
                    </a:moveTo>
                    <a:cubicBezTo>
                      <a:pt x="1810" y="1679"/>
                      <a:pt x="1060" y="3263"/>
                      <a:pt x="0" y="4620"/>
                    </a:cubicBezTo>
                    <a:lnTo>
                      <a:pt x="822" y="5251"/>
                    </a:lnTo>
                    <a:cubicBezTo>
                      <a:pt x="1965" y="3775"/>
                      <a:pt x="2786" y="2048"/>
                      <a:pt x="3203" y="239"/>
                    </a:cubicBezTo>
                    <a:lnTo>
                      <a:pt x="22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22"/>
              <p:cNvSpPr/>
              <p:nvPr/>
            </p:nvSpPr>
            <p:spPr>
              <a:xfrm>
                <a:off x="5351963" y="1985060"/>
                <a:ext cx="115817" cy="135074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7" extrusionOk="0">
                    <a:moveTo>
                      <a:pt x="810" y="1"/>
                    </a:moveTo>
                    <a:lnTo>
                      <a:pt x="1" y="644"/>
                    </a:lnTo>
                    <a:lnTo>
                      <a:pt x="3346" y="4847"/>
                    </a:lnTo>
                    <a:lnTo>
                      <a:pt x="4156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22"/>
              <p:cNvSpPr/>
              <p:nvPr/>
            </p:nvSpPr>
            <p:spPr>
              <a:xfrm>
                <a:off x="5518522" y="2193753"/>
                <a:ext cx="115817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9" extrusionOk="0">
                    <a:moveTo>
                      <a:pt x="810" y="1"/>
                    </a:moveTo>
                    <a:lnTo>
                      <a:pt x="1" y="656"/>
                    </a:lnTo>
                    <a:lnTo>
                      <a:pt x="1667" y="2739"/>
                    </a:lnTo>
                    <a:cubicBezTo>
                      <a:pt x="1667" y="2751"/>
                      <a:pt x="1667" y="2751"/>
                      <a:pt x="1667" y="2751"/>
                    </a:cubicBezTo>
                    <a:cubicBezTo>
                      <a:pt x="1679" y="2763"/>
                      <a:pt x="1679" y="2763"/>
                      <a:pt x="1691" y="2775"/>
                    </a:cubicBezTo>
                    <a:lnTo>
                      <a:pt x="3346" y="4859"/>
                    </a:lnTo>
                    <a:lnTo>
                      <a:pt x="4156" y="4216"/>
                    </a:lnTo>
                    <a:lnTo>
                      <a:pt x="2489" y="2108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22"/>
              <p:cNvSpPr/>
              <p:nvPr/>
            </p:nvSpPr>
            <p:spPr>
              <a:xfrm>
                <a:off x="5684746" y="2403115"/>
                <a:ext cx="115817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9" extrusionOk="0">
                    <a:moveTo>
                      <a:pt x="810" y="1"/>
                    </a:moveTo>
                    <a:lnTo>
                      <a:pt x="1" y="656"/>
                    </a:lnTo>
                    <a:lnTo>
                      <a:pt x="3346" y="4859"/>
                    </a:lnTo>
                    <a:lnTo>
                      <a:pt x="4156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22"/>
              <p:cNvSpPr/>
              <p:nvPr/>
            </p:nvSpPr>
            <p:spPr>
              <a:xfrm>
                <a:off x="5851304" y="2612142"/>
                <a:ext cx="116152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859" extrusionOk="0">
                    <a:moveTo>
                      <a:pt x="822" y="1"/>
                    </a:moveTo>
                    <a:lnTo>
                      <a:pt x="0" y="656"/>
                    </a:lnTo>
                    <a:lnTo>
                      <a:pt x="1679" y="2751"/>
                    </a:lnTo>
                    <a:lnTo>
                      <a:pt x="3346" y="4858"/>
                    </a:lnTo>
                    <a:lnTo>
                      <a:pt x="4168" y="4204"/>
                    </a:lnTo>
                    <a:lnTo>
                      <a:pt x="2489" y="2108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22"/>
              <p:cNvSpPr/>
              <p:nvPr/>
            </p:nvSpPr>
            <p:spPr>
              <a:xfrm>
                <a:off x="6017528" y="2821504"/>
                <a:ext cx="115817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9" extrusionOk="0">
                    <a:moveTo>
                      <a:pt x="822" y="1"/>
                    </a:moveTo>
                    <a:lnTo>
                      <a:pt x="1" y="644"/>
                    </a:lnTo>
                    <a:lnTo>
                      <a:pt x="3346" y="4858"/>
                    </a:lnTo>
                    <a:lnTo>
                      <a:pt x="4156" y="4203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22"/>
              <p:cNvSpPr/>
              <p:nvPr/>
            </p:nvSpPr>
            <p:spPr>
              <a:xfrm>
                <a:off x="5945856" y="3502340"/>
                <a:ext cx="146695" cy="88619"/>
              </a:xfrm>
              <a:custGeom>
                <a:avLst/>
                <a:gdLst/>
                <a:ahLst/>
                <a:cxnLst/>
                <a:rect l="l" t="t" r="r" b="b"/>
                <a:pathLst>
                  <a:path w="5264" h="3180" extrusionOk="0">
                    <a:moveTo>
                      <a:pt x="4632" y="0"/>
                    </a:moveTo>
                    <a:cubicBezTo>
                      <a:pt x="3942" y="524"/>
                      <a:pt x="3215" y="976"/>
                      <a:pt x="2430" y="1334"/>
                    </a:cubicBezTo>
                    <a:cubicBezTo>
                      <a:pt x="2037" y="1512"/>
                      <a:pt x="1656" y="1703"/>
                      <a:pt x="1239" y="1822"/>
                    </a:cubicBezTo>
                    <a:lnTo>
                      <a:pt x="632" y="2024"/>
                    </a:lnTo>
                    <a:cubicBezTo>
                      <a:pt x="429" y="2084"/>
                      <a:pt x="215" y="2119"/>
                      <a:pt x="1" y="2179"/>
                    </a:cubicBezTo>
                    <a:lnTo>
                      <a:pt x="239" y="3179"/>
                    </a:lnTo>
                    <a:cubicBezTo>
                      <a:pt x="465" y="3131"/>
                      <a:pt x="691" y="3084"/>
                      <a:pt x="918" y="3024"/>
                    </a:cubicBezTo>
                    <a:lnTo>
                      <a:pt x="1584" y="2798"/>
                    </a:lnTo>
                    <a:cubicBezTo>
                      <a:pt x="2025" y="2667"/>
                      <a:pt x="2453" y="2465"/>
                      <a:pt x="2870" y="2274"/>
                    </a:cubicBezTo>
                    <a:cubicBezTo>
                      <a:pt x="3716" y="1881"/>
                      <a:pt x="4513" y="1393"/>
                      <a:pt x="5263" y="834"/>
                    </a:cubicBezTo>
                    <a:lnTo>
                      <a:pt x="46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22"/>
              <p:cNvSpPr/>
              <p:nvPr/>
            </p:nvSpPr>
            <p:spPr>
              <a:xfrm>
                <a:off x="5684411" y="3523574"/>
                <a:ext cx="149676" cy="74685"/>
              </a:xfrm>
              <a:custGeom>
                <a:avLst/>
                <a:gdLst/>
                <a:ahLst/>
                <a:cxnLst/>
                <a:rect l="l" t="t" r="r" b="b"/>
                <a:pathLst>
                  <a:path w="5371" h="2680" extrusionOk="0">
                    <a:moveTo>
                      <a:pt x="536" y="0"/>
                    </a:moveTo>
                    <a:lnTo>
                      <a:pt x="1" y="893"/>
                    </a:lnTo>
                    <a:cubicBezTo>
                      <a:pt x="1596" y="1846"/>
                      <a:pt x="3394" y="2465"/>
                      <a:pt x="5251" y="2679"/>
                    </a:cubicBezTo>
                    <a:lnTo>
                      <a:pt x="5370" y="1655"/>
                    </a:lnTo>
                    <a:cubicBezTo>
                      <a:pt x="3656" y="1453"/>
                      <a:pt x="2001" y="881"/>
                      <a:pt x="5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22"/>
              <p:cNvSpPr/>
              <p:nvPr/>
            </p:nvSpPr>
            <p:spPr>
              <a:xfrm>
                <a:off x="5498291" y="3333775"/>
                <a:ext cx="115817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9" extrusionOk="0">
                    <a:moveTo>
                      <a:pt x="810" y="1"/>
                    </a:moveTo>
                    <a:lnTo>
                      <a:pt x="0" y="656"/>
                    </a:lnTo>
                    <a:lnTo>
                      <a:pt x="1667" y="2751"/>
                    </a:lnTo>
                    <a:cubicBezTo>
                      <a:pt x="2239" y="3454"/>
                      <a:pt x="2762" y="4156"/>
                      <a:pt x="3358" y="4859"/>
                    </a:cubicBezTo>
                    <a:lnTo>
                      <a:pt x="4156" y="4192"/>
                    </a:lnTo>
                    <a:cubicBezTo>
                      <a:pt x="3596" y="3525"/>
                      <a:pt x="3036" y="2799"/>
                      <a:pt x="2477" y="2108"/>
                    </a:cubicBez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2"/>
              <p:cNvSpPr/>
              <p:nvPr/>
            </p:nvSpPr>
            <p:spPr>
              <a:xfrm>
                <a:off x="5332066" y="3124748"/>
                <a:ext cx="115817" cy="135074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7" extrusionOk="0">
                    <a:moveTo>
                      <a:pt x="810" y="1"/>
                    </a:moveTo>
                    <a:lnTo>
                      <a:pt x="0" y="644"/>
                    </a:lnTo>
                    <a:lnTo>
                      <a:pt x="3346" y="4847"/>
                    </a:lnTo>
                    <a:lnTo>
                      <a:pt x="4155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22"/>
              <p:cNvSpPr/>
              <p:nvPr/>
            </p:nvSpPr>
            <p:spPr>
              <a:xfrm>
                <a:off x="5165174" y="2915414"/>
                <a:ext cx="115817" cy="135380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8" extrusionOk="0">
                    <a:moveTo>
                      <a:pt x="810" y="0"/>
                    </a:moveTo>
                    <a:lnTo>
                      <a:pt x="0" y="655"/>
                    </a:lnTo>
                    <a:lnTo>
                      <a:pt x="1679" y="2750"/>
                    </a:lnTo>
                    <a:lnTo>
                      <a:pt x="3346" y="4858"/>
                    </a:lnTo>
                    <a:lnTo>
                      <a:pt x="4156" y="4215"/>
                    </a:lnTo>
                    <a:lnTo>
                      <a:pt x="2489" y="2107"/>
                    </a:lnTo>
                    <a:cubicBezTo>
                      <a:pt x="2489" y="2107"/>
                      <a:pt x="2489" y="2107"/>
                      <a:pt x="2477" y="2096"/>
                    </a:cubicBez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2"/>
              <p:cNvSpPr/>
              <p:nvPr/>
            </p:nvSpPr>
            <p:spPr>
              <a:xfrm>
                <a:off x="4998949" y="2706387"/>
                <a:ext cx="115817" cy="135046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6" extrusionOk="0">
                    <a:moveTo>
                      <a:pt x="810" y="0"/>
                    </a:moveTo>
                    <a:lnTo>
                      <a:pt x="0" y="643"/>
                    </a:lnTo>
                    <a:lnTo>
                      <a:pt x="3346" y="4846"/>
                    </a:lnTo>
                    <a:lnTo>
                      <a:pt x="4156" y="4203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2"/>
              <p:cNvSpPr/>
              <p:nvPr/>
            </p:nvSpPr>
            <p:spPr>
              <a:xfrm>
                <a:off x="4832391" y="2497360"/>
                <a:ext cx="115817" cy="135074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7" extrusionOk="0">
                    <a:moveTo>
                      <a:pt x="810" y="0"/>
                    </a:moveTo>
                    <a:lnTo>
                      <a:pt x="0" y="643"/>
                    </a:lnTo>
                    <a:lnTo>
                      <a:pt x="1643" y="2703"/>
                    </a:lnTo>
                    <a:cubicBezTo>
                      <a:pt x="1643" y="2727"/>
                      <a:pt x="1655" y="2739"/>
                      <a:pt x="1667" y="2751"/>
                    </a:cubicBezTo>
                    <a:cubicBezTo>
                      <a:pt x="1679" y="2762"/>
                      <a:pt x="1691" y="2774"/>
                      <a:pt x="1703" y="2774"/>
                    </a:cubicBezTo>
                    <a:lnTo>
                      <a:pt x="3346" y="4846"/>
                    </a:lnTo>
                    <a:lnTo>
                      <a:pt x="4156" y="4203"/>
                    </a:lnTo>
                    <a:lnTo>
                      <a:pt x="2489" y="2096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2"/>
              <p:cNvSpPr/>
              <p:nvPr/>
            </p:nvSpPr>
            <p:spPr>
              <a:xfrm>
                <a:off x="4649252" y="2306919"/>
                <a:ext cx="132398" cy="116152"/>
              </a:xfrm>
              <a:custGeom>
                <a:avLst/>
                <a:gdLst/>
                <a:ahLst/>
                <a:cxnLst/>
                <a:rect l="l" t="t" r="r" b="b"/>
                <a:pathLst>
                  <a:path w="4751" h="4168" extrusionOk="0">
                    <a:moveTo>
                      <a:pt x="464" y="0"/>
                    </a:moveTo>
                    <a:lnTo>
                      <a:pt x="0" y="929"/>
                    </a:lnTo>
                    <a:cubicBezTo>
                      <a:pt x="1524" y="1703"/>
                      <a:pt x="2881" y="2810"/>
                      <a:pt x="3941" y="4167"/>
                    </a:cubicBezTo>
                    <a:lnTo>
                      <a:pt x="4751" y="3524"/>
                    </a:lnTo>
                    <a:cubicBezTo>
                      <a:pt x="3608" y="2060"/>
                      <a:pt x="2131" y="845"/>
                      <a:pt x="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2"/>
              <p:cNvSpPr/>
              <p:nvPr/>
            </p:nvSpPr>
            <p:spPr>
              <a:xfrm>
                <a:off x="4391765" y="2266680"/>
                <a:ext cx="154330" cy="42916"/>
              </a:xfrm>
              <a:custGeom>
                <a:avLst/>
                <a:gdLst/>
                <a:ahLst/>
                <a:cxnLst/>
                <a:rect l="l" t="t" r="r" b="b"/>
                <a:pathLst>
                  <a:path w="5538" h="1540" extrusionOk="0">
                    <a:moveTo>
                      <a:pt x="3945" y="1"/>
                    </a:moveTo>
                    <a:cubicBezTo>
                      <a:pt x="3547" y="1"/>
                      <a:pt x="3149" y="27"/>
                      <a:pt x="2751" y="27"/>
                    </a:cubicBezTo>
                    <a:cubicBezTo>
                      <a:pt x="2287" y="87"/>
                      <a:pt x="1823" y="134"/>
                      <a:pt x="1358" y="218"/>
                    </a:cubicBezTo>
                    <a:lnTo>
                      <a:pt x="680" y="372"/>
                    </a:lnTo>
                    <a:cubicBezTo>
                      <a:pt x="453" y="420"/>
                      <a:pt x="227" y="468"/>
                      <a:pt x="1" y="551"/>
                    </a:cubicBezTo>
                    <a:lnTo>
                      <a:pt x="299" y="1539"/>
                    </a:lnTo>
                    <a:cubicBezTo>
                      <a:pt x="501" y="1468"/>
                      <a:pt x="715" y="1432"/>
                      <a:pt x="930" y="1373"/>
                    </a:cubicBezTo>
                    <a:lnTo>
                      <a:pt x="1549" y="1230"/>
                    </a:lnTo>
                    <a:cubicBezTo>
                      <a:pt x="1977" y="1158"/>
                      <a:pt x="2406" y="1123"/>
                      <a:pt x="2823" y="1063"/>
                    </a:cubicBezTo>
                    <a:cubicBezTo>
                      <a:pt x="3190" y="1063"/>
                      <a:pt x="3557" y="1037"/>
                      <a:pt x="3925" y="1037"/>
                    </a:cubicBezTo>
                    <a:cubicBezTo>
                      <a:pt x="3986" y="1037"/>
                      <a:pt x="4047" y="1037"/>
                      <a:pt x="4109" y="1039"/>
                    </a:cubicBezTo>
                    <a:lnTo>
                      <a:pt x="4751" y="1087"/>
                    </a:lnTo>
                    <a:lnTo>
                      <a:pt x="5073" y="1111"/>
                    </a:lnTo>
                    <a:cubicBezTo>
                      <a:pt x="5180" y="1123"/>
                      <a:pt x="5287" y="1134"/>
                      <a:pt x="5394" y="1158"/>
                    </a:cubicBezTo>
                    <a:lnTo>
                      <a:pt x="5537" y="134"/>
                    </a:lnTo>
                    <a:cubicBezTo>
                      <a:pt x="5418" y="111"/>
                      <a:pt x="5311" y="87"/>
                      <a:pt x="5192" y="75"/>
                    </a:cubicBezTo>
                    <a:lnTo>
                      <a:pt x="4847" y="51"/>
                    </a:lnTo>
                    <a:lnTo>
                      <a:pt x="4144" y="3"/>
                    </a:lnTo>
                    <a:cubicBezTo>
                      <a:pt x="4078" y="2"/>
                      <a:pt x="4012" y="1"/>
                      <a:pt x="39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2"/>
              <p:cNvSpPr/>
              <p:nvPr/>
            </p:nvSpPr>
            <p:spPr>
              <a:xfrm>
                <a:off x="4132327" y="2565688"/>
                <a:ext cx="39516" cy="154665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5550" extrusionOk="0">
                    <a:moveTo>
                      <a:pt x="215" y="1"/>
                    </a:moveTo>
                    <a:lnTo>
                      <a:pt x="107" y="691"/>
                    </a:lnTo>
                    <a:cubicBezTo>
                      <a:pt x="60" y="930"/>
                      <a:pt x="60" y="1156"/>
                      <a:pt x="48" y="1394"/>
                    </a:cubicBezTo>
                    <a:lnTo>
                      <a:pt x="0" y="2084"/>
                    </a:lnTo>
                    <a:lnTo>
                      <a:pt x="24" y="2787"/>
                    </a:lnTo>
                    <a:cubicBezTo>
                      <a:pt x="36" y="3025"/>
                      <a:pt x="24" y="3251"/>
                      <a:pt x="60" y="3489"/>
                    </a:cubicBezTo>
                    <a:lnTo>
                      <a:pt x="143" y="4180"/>
                    </a:lnTo>
                    <a:cubicBezTo>
                      <a:pt x="179" y="4644"/>
                      <a:pt x="322" y="5097"/>
                      <a:pt x="405" y="5549"/>
                    </a:cubicBezTo>
                    <a:lnTo>
                      <a:pt x="1417" y="5299"/>
                    </a:lnTo>
                    <a:cubicBezTo>
                      <a:pt x="1334" y="4871"/>
                      <a:pt x="1203" y="4466"/>
                      <a:pt x="1167" y="4037"/>
                    </a:cubicBezTo>
                    <a:lnTo>
                      <a:pt x="1084" y="3394"/>
                    </a:lnTo>
                    <a:cubicBezTo>
                      <a:pt x="1048" y="3180"/>
                      <a:pt x="1072" y="2966"/>
                      <a:pt x="1060" y="2751"/>
                    </a:cubicBezTo>
                    <a:lnTo>
                      <a:pt x="1036" y="2108"/>
                    </a:lnTo>
                    <a:lnTo>
                      <a:pt x="1084" y="1465"/>
                    </a:lnTo>
                    <a:cubicBezTo>
                      <a:pt x="1096" y="1251"/>
                      <a:pt x="1096" y="1037"/>
                      <a:pt x="1131" y="822"/>
                    </a:cubicBezTo>
                    <a:lnTo>
                      <a:pt x="1238" y="191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2"/>
              <p:cNvSpPr/>
              <p:nvPr/>
            </p:nvSpPr>
            <p:spPr>
              <a:xfrm>
                <a:off x="4179421" y="2336096"/>
                <a:ext cx="120471" cy="129445"/>
              </a:xfrm>
              <a:custGeom>
                <a:avLst/>
                <a:gdLst/>
                <a:ahLst/>
                <a:cxnLst/>
                <a:rect l="l" t="t" r="r" b="b"/>
                <a:pathLst>
                  <a:path w="4323" h="4645" extrusionOk="0">
                    <a:moveTo>
                      <a:pt x="3716" y="1"/>
                    </a:moveTo>
                    <a:cubicBezTo>
                      <a:pt x="2204" y="1096"/>
                      <a:pt x="930" y="2513"/>
                      <a:pt x="1" y="4132"/>
                    </a:cubicBezTo>
                    <a:lnTo>
                      <a:pt x="906" y="4644"/>
                    </a:lnTo>
                    <a:cubicBezTo>
                      <a:pt x="1751" y="3144"/>
                      <a:pt x="2930" y="1846"/>
                      <a:pt x="4323" y="834"/>
                    </a:cubicBezTo>
                    <a:lnTo>
                      <a:pt x="371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2"/>
              <p:cNvSpPr/>
              <p:nvPr/>
            </p:nvSpPr>
            <p:spPr>
              <a:xfrm>
                <a:off x="4193355" y="2815540"/>
                <a:ext cx="115176" cy="135380"/>
              </a:xfrm>
              <a:custGeom>
                <a:avLst/>
                <a:gdLst/>
                <a:ahLst/>
                <a:cxnLst/>
                <a:rect l="l" t="t" r="r" b="b"/>
                <a:pathLst>
                  <a:path w="4133" h="4858" extrusionOk="0">
                    <a:moveTo>
                      <a:pt x="858" y="0"/>
                    </a:moveTo>
                    <a:lnTo>
                      <a:pt x="1" y="584"/>
                    </a:lnTo>
                    <a:lnTo>
                      <a:pt x="406" y="1143"/>
                    </a:lnTo>
                    <a:cubicBezTo>
                      <a:pt x="537" y="1346"/>
                      <a:pt x="680" y="1524"/>
                      <a:pt x="822" y="1703"/>
                    </a:cubicBezTo>
                    <a:lnTo>
                      <a:pt x="1656" y="2751"/>
                    </a:lnTo>
                    <a:lnTo>
                      <a:pt x="3323" y="4858"/>
                    </a:lnTo>
                    <a:lnTo>
                      <a:pt x="4132" y="4215"/>
                    </a:lnTo>
                    <a:lnTo>
                      <a:pt x="2466" y="2108"/>
                    </a:lnTo>
                    <a:lnTo>
                      <a:pt x="1632" y="1060"/>
                    </a:lnTo>
                    <a:cubicBezTo>
                      <a:pt x="1489" y="881"/>
                      <a:pt x="1358" y="703"/>
                      <a:pt x="1239" y="524"/>
                    </a:cubicBezTo>
                    <a:lnTo>
                      <a:pt x="85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2"/>
              <p:cNvSpPr/>
              <p:nvPr/>
            </p:nvSpPr>
            <p:spPr>
              <a:xfrm>
                <a:off x="4358938" y="3024902"/>
                <a:ext cx="115817" cy="135380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8" extrusionOk="0">
                    <a:moveTo>
                      <a:pt x="810" y="0"/>
                    </a:moveTo>
                    <a:lnTo>
                      <a:pt x="0" y="655"/>
                    </a:lnTo>
                    <a:lnTo>
                      <a:pt x="1667" y="2750"/>
                    </a:lnTo>
                    <a:lnTo>
                      <a:pt x="3334" y="4858"/>
                    </a:lnTo>
                    <a:lnTo>
                      <a:pt x="4155" y="4215"/>
                    </a:lnTo>
                    <a:lnTo>
                      <a:pt x="2489" y="2107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2"/>
              <p:cNvSpPr/>
              <p:nvPr/>
            </p:nvSpPr>
            <p:spPr>
              <a:xfrm>
                <a:off x="4525162" y="3234570"/>
                <a:ext cx="115817" cy="135074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7" extrusionOk="0">
                    <a:moveTo>
                      <a:pt x="810" y="1"/>
                    </a:moveTo>
                    <a:lnTo>
                      <a:pt x="0" y="644"/>
                    </a:lnTo>
                    <a:lnTo>
                      <a:pt x="3334" y="4847"/>
                    </a:lnTo>
                    <a:lnTo>
                      <a:pt x="4155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22"/>
              <p:cNvSpPr/>
              <p:nvPr/>
            </p:nvSpPr>
            <p:spPr>
              <a:xfrm>
                <a:off x="4691052" y="3443932"/>
                <a:ext cx="115817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9" extrusionOk="0">
                    <a:moveTo>
                      <a:pt x="822" y="1"/>
                    </a:moveTo>
                    <a:lnTo>
                      <a:pt x="0" y="644"/>
                    </a:lnTo>
                    <a:lnTo>
                      <a:pt x="1667" y="2751"/>
                    </a:lnTo>
                    <a:lnTo>
                      <a:pt x="3346" y="4858"/>
                    </a:lnTo>
                    <a:lnTo>
                      <a:pt x="4156" y="4215"/>
                    </a:lnTo>
                    <a:lnTo>
                      <a:pt x="2489" y="2108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22"/>
              <p:cNvSpPr/>
              <p:nvPr/>
            </p:nvSpPr>
            <p:spPr>
              <a:xfrm>
                <a:off x="4857276" y="3653628"/>
                <a:ext cx="115817" cy="135074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7" extrusionOk="0">
                    <a:moveTo>
                      <a:pt x="810" y="0"/>
                    </a:moveTo>
                    <a:lnTo>
                      <a:pt x="0" y="643"/>
                    </a:lnTo>
                    <a:lnTo>
                      <a:pt x="3346" y="4846"/>
                    </a:lnTo>
                    <a:lnTo>
                      <a:pt x="4156" y="4203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2"/>
              <p:cNvSpPr/>
              <p:nvPr/>
            </p:nvSpPr>
            <p:spPr>
              <a:xfrm>
                <a:off x="5076920" y="4116464"/>
                <a:ext cx="63064" cy="150986"/>
              </a:xfrm>
              <a:custGeom>
                <a:avLst/>
                <a:gdLst/>
                <a:ahLst/>
                <a:cxnLst/>
                <a:rect l="l" t="t" r="r" b="b"/>
                <a:pathLst>
                  <a:path w="2263" h="5418" extrusionOk="0">
                    <a:moveTo>
                      <a:pt x="1215" y="1"/>
                    </a:moveTo>
                    <a:cubicBezTo>
                      <a:pt x="1167" y="1715"/>
                      <a:pt x="750" y="3418"/>
                      <a:pt x="0" y="4965"/>
                    </a:cubicBezTo>
                    <a:lnTo>
                      <a:pt x="941" y="5418"/>
                    </a:lnTo>
                    <a:cubicBezTo>
                      <a:pt x="1751" y="3739"/>
                      <a:pt x="2203" y="1894"/>
                      <a:pt x="2262" y="24"/>
                    </a:cubicBezTo>
                    <a:lnTo>
                      <a:pt x="121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2"/>
              <p:cNvSpPr/>
              <p:nvPr/>
            </p:nvSpPr>
            <p:spPr>
              <a:xfrm>
                <a:off x="4891775" y="4346056"/>
                <a:ext cx="140369" cy="103556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3716" extrusionOk="0">
                    <a:moveTo>
                      <a:pt x="4311" y="1"/>
                    </a:moveTo>
                    <a:cubicBezTo>
                      <a:pt x="4001" y="298"/>
                      <a:pt x="3668" y="572"/>
                      <a:pt x="3346" y="858"/>
                    </a:cubicBezTo>
                    <a:cubicBezTo>
                      <a:pt x="3001" y="1108"/>
                      <a:pt x="2656" y="1358"/>
                      <a:pt x="2299" y="1608"/>
                    </a:cubicBezTo>
                    <a:cubicBezTo>
                      <a:pt x="1929" y="1810"/>
                      <a:pt x="1560" y="2049"/>
                      <a:pt x="1179" y="2239"/>
                    </a:cubicBezTo>
                    <a:lnTo>
                      <a:pt x="596" y="2501"/>
                    </a:lnTo>
                    <a:cubicBezTo>
                      <a:pt x="394" y="2584"/>
                      <a:pt x="203" y="2680"/>
                      <a:pt x="1" y="2739"/>
                    </a:cubicBezTo>
                    <a:lnTo>
                      <a:pt x="358" y="3715"/>
                    </a:lnTo>
                    <a:cubicBezTo>
                      <a:pt x="584" y="3644"/>
                      <a:pt x="786" y="3549"/>
                      <a:pt x="1001" y="3453"/>
                    </a:cubicBezTo>
                    <a:lnTo>
                      <a:pt x="1644" y="3168"/>
                    </a:lnTo>
                    <a:cubicBezTo>
                      <a:pt x="2060" y="2953"/>
                      <a:pt x="2453" y="2703"/>
                      <a:pt x="2858" y="2477"/>
                    </a:cubicBezTo>
                    <a:cubicBezTo>
                      <a:pt x="3239" y="2215"/>
                      <a:pt x="3620" y="1941"/>
                      <a:pt x="4001" y="1668"/>
                    </a:cubicBezTo>
                    <a:cubicBezTo>
                      <a:pt x="4346" y="1358"/>
                      <a:pt x="4704" y="1060"/>
                      <a:pt x="5037" y="739"/>
                    </a:cubicBezTo>
                    <a:lnTo>
                      <a:pt x="43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22"/>
              <p:cNvSpPr/>
              <p:nvPr/>
            </p:nvSpPr>
            <p:spPr>
              <a:xfrm>
                <a:off x="4630330" y="4414748"/>
                <a:ext cx="151655" cy="56822"/>
              </a:xfrm>
              <a:custGeom>
                <a:avLst/>
                <a:gdLst/>
                <a:ahLst/>
                <a:cxnLst/>
                <a:rect l="l" t="t" r="r" b="b"/>
                <a:pathLst>
                  <a:path w="5442" h="2039" extrusionOk="0">
                    <a:moveTo>
                      <a:pt x="405" y="0"/>
                    </a:moveTo>
                    <a:lnTo>
                      <a:pt x="0" y="953"/>
                    </a:lnTo>
                    <a:cubicBezTo>
                      <a:pt x="1626" y="1680"/>
                      <a:pt x="3403" y="2039"/>
                      <a:pt x="5187" y="2039"/>
                    </a:cubicBezTo>
                    <a:cubicBezTo>
                      <a:pt x="5272" y="2039"/>
                      <a:pt x="5357" y="2038"/>
                      <a:pt x="5442" y="2036"/>
                    </a:cubicBezTo>
                    <a:lnTo>
                      <a:pt x="5418" y="1000"/>
                    </a:lnTo>
                    <a:cubicBezTo>
                      <a:pt x="5359" y="1001"/>
                      <a:pt x="5300" y="1002"/>
                      <a:pt x="5241" y="1002"/>
                    </a:cubicBezTo>
                    <a:cubicBezTo>
                      <a:pt x="3585" y="1002"/>
                      <a:pt x="1923" y="679"/>
                      <a:pt x="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2"/>
              <p:cNvSpPr/>
              <p:nvPr/>
            </p:nvSpPr>
            <p:spPr>
              <a:xfrm>
                <a:off x="4430583" y="4240219"/>
                <a:ext cx="117824" cy="134071"/>
              </a:xfrm>
              <a:custGeom>
                <a:avLst/>
                <a:gdLst/>
                <a:ahLst/>
                <a:cxnLst/>
                <a:rect l="l" t="t" r="r" b="b"/>
                <a:pathLst>
                  <a:path w="4228" h="4811" extrusionOk="0">
                    <a:moveTo>
                      <a:pt x="811" y="1"/>
                    </a:moveTo>
                    <a:lnTo>
                      <a:pt x="1" y="644"/>
                    </a:lnTo>
                    <a:lnTo>
                      <a:pt x="1668" y="2739"/>
                    </a:lnTo>
                    <a:cubicBezTo>
                      <a:pt x="1668" y="2739"/>
                      <a:pt x="1680" y="2751"/>
                      <a:pt x="1680" y="2751"/>
                    </a:cubicBezTo>
                    <a:cubicBezTo>
                      <a:pt x="1954" y="3096"/>
                      <a:pt x="2227" y="3453"/>
                      <a:pt x="2549" y="3799"/>
                    </a:cubicBezTo>
                    <a:lnTo>
                      <a:pt x="3013" y="4323"/>
                    </a:lnTo>
                    <a:cubicBezTo>
                      <a:pt x="3168" y="4489"/>
                      <a:pt x="3347" y="4644"/>
                      <a:pt x="3513" y="4811"/>
                    </a:cubicBezTo>
                    <a:lnTo>
                      <a:pt x="4228" y="4049"/>
                    </a:lnTo>
                    <a:cubicBezTo>
                      <a:pt x="4073" y="3894"/>
                      <a:pt x="3906" y="3763"/>
                      <a:pt x="3751" y="3608"/>
                    </a:cubicBezTo>
                    <a:lnTo>
                      <a:pt x="3335" y="3120"/>
                    </a:lnTo>
                    <a:cubicBezTo>
                      <a:pt x="3049" y="2810"/>
                      <a:pt x="2763" y="2453"/>
                      <a:pt x="2489" y="2108"/>
                    </a:cubicBezTo>
                    <a:lnTo>
                      <a:pt x="8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2"/>
              <p:cNvSpPr/>
              <p:nvPr/>
            </p:nvSpPr>
            <p:spPr>
              <a:xfrm>
                <a:off x="4264359" y="4030857"/>
                <a:ext cx="115845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57" h="4859" extrusionOk="0">
                    <a:moveTo>
                      <a:pt x="811" y="1"/>
                    </a:moveTo>
                    <a:lnTo>
                      <a:pt x="1" y="656"/>
                    </a:lnTo>
                    <a:lnTo>
                      <a:pt x="3347" y="4858"/>
                    </a:lnTo>
                    <a:lnTo>
                      <a:pt x="4156" y="4204"/>
                    </a:lnTo>
                    <a:lnTo>
                      <a:pt x="8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2"/>
              <p:cNvSpPr/>
              <p:nvPr/>
            </p:nvSpPr>
            <p:spPr>
              <a:xfrm>
                <a:off x="4051681" y="3888849"/>
                <a:ext cx="148367" cy="81317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2918" extrusionOk="0">
                    <a:moveTo>
                      <a:pt x="168" y="1"/>
                    </a:moveTo>
                    <a:lnTo>
                      <a:pt x="1" y="1013"/>
                    </a:lnTo>
                    <a:cubicBezTo>
                      <a:pt x="215" y="1061"/>
                      <a:pt x="430" y="1072"/>
                      <a:pt x="632" y="1132"/>
                    </a:cubicBezTo>
                    <a:lnTo>
                      <a:pt x="1251" y="1299"/>
                    </a:lnTo>
                    <a:cubicBezTo>
                      <a:pt x="1680" y="1382"/>
                      <a:pt x="2073" y="1561"/>
                      <a:pt x="2477" y="1703"/>
                    </a:cubicBezTo>
                    <a:cubicBezTo>
                      <a:pt x="2680" y="1763"/>
                      <a:pt x="2870" y="1870"/>
                      <a:pt x="3061" y="1965"/>
                    </a:cubicBezTo>
                    <a:lnTo>
                      <a:pt x="3632" y="2239"/>
                    </a:lnTo>
                    <a:cubicBezTo>
                      <a:pt x="4001" y="2465"/>
                      <a:pt x="4371" y="2680"/>
                      <a:pt x="4728" y="2918"/>
                    </a:cubicBezTo>
                    <a:lnTo>
                      <a:pt x="5323" y="2061"/>
                    </a:lnTo>
                    <a:cubicBezTo>
                      <a:pt x="4930" y="1811"/>
                      <a:pt x="4537" y="1561"/>
                      <a:pt x="4132" y="1334"/>
                    </a:cubicBezTo>
                    <a:lnTo>
                      <a:pt x="3501" y="1025"/>
                    </a:lnTo>
                    <a:cubicBezTo>
                      <a:pt x="3287" y="930"/>
                      <a:pt x="3085" y="811"/>
                      <a:pt x="2858" y="739"/>
                    </a:cubicBezTo>
                    <a:cubicBezTo>
                      <a:pt x="2418" y="584"/>
                      <a:pt x="1989" y="394"/>
                      <a:pt x="1537" y="299"/>
                    </a:cubicBezTo>
                    <a:lnTo>
                      <a:pt x="858" y="120"/>
                    </a:lnTo>
                    <a:cubicBezTo>
                      <a:pt x="632" y="60"/>
                      <a:pt x="394" y="37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2"/>
              <p:cNvSpPr/>
              <p:nvPr/>
            </p:nvSpPr>
            <p:spPr>
              <a:xfrm>
                <a:off x="3792243" y="3889853"/>
                <a:ext cx="147335" cy="84634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3037" extrusionOk="0">
                    <a:moveTo>
                      <a:pt x="5096" y="1"/>
                    </a:moveTo>
                    <a:cubicBezTo>
                      <a:pt x="3263" y="346"/>
                      <a:pt x="1512" y="1108"/>
                      <a:pt x="0" y="2203"/>
                    </a:cubicBezTo>
                    <a:lnTo>
                      <a:pt x="608" y="3037"/>
                    </a:lnTo>
                    <a:cubicBezTo>
                      <a:pt x="2001" y="2037"/>
                      <a:pt x="3608" y="1334"/>
                      <a:pt x="5287" y="1013"/>
                    </a:cubicBezTo>
                    <a:lnTo>
                      <a:pt x="509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2"/>
              <p:cNvSpPr/>
              <p:nvPr/>
            </p:nvSpPr>
            <p:spPr>
              <a:xfrm>
                <a:off x="3582213" y="4024225"/>
                <a:ext cx="135074" cy="115817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4156" extrusionOk="0">
                    <a:moveTo>
                      <a:pt x="4204" y="1"/>
                    </a:moveTo>
                    <a:lnTo>
                      <a:pt x="2096" y="1667"/>
                    </a:lnTo>
                    <a:lnTo>
                      <a:pt x="1" y="3346"/>
                    </a:lnTo>
                    <a:lnTo>
                      <a:pt x="644" y="4156"/>
                    </a:lnTo>
                    <a:lnTo>
                      <a:pt x="2751" y="2477"/>
                    </a:lnTo>
                    <a:lnTo>
                      <a:pt x="2763" y="2465"/>
                    </a:lnTo>
                    <a:cubicBezTo>
                      <a:pt x="2775" y="2465"/>
                      <a:pt x="2775" y="2465"/>
                      <a:pt x="2787" y="2453"/>
                    </a:cubicBezTo>
                    <a:lnTo>
                      <a:pt x="2799" y="2453"/>
                    </a:lnTo>
                    <a:cubicBezTo>
                      <a:pt x="2811" y="2441"/>
                      <a:pt x="2822" y="2418"/>
                      <a:pt x="2834" y="2406"/>
                    </a:cubicBezTo>
                    <a:lnTo>
                      <a:pt x="4846" y="810"/>
                    </a:lnTo>
                    <a:lnTo>
                      <a:pt x="42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2"/>
              <p:cNvSpPr/>
              <p:nvPr/>
            </p:nvSpPr>
            <p:spPr>
              <a:xfrm>
                <a:off x="3373186" y="4190449"/>
                <a:ext cx="135074" cy="115817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4156" extrusionOk="0">
                    <a:moveTo>
                      <a:pt x="4204" y="1"/>
                    </a:moveTo>
                    <a:lnTo>
                      <a:pt x="1" y="3346"/>
                    </a:lnTo>
                    <a:lnTo>
                      <a:pt x="644" y="4156"/>
                    </a:lnTo>
                    <a:lnTo>
                      <a:pt x="4847" y="810"/>
                    </a:lnTo>
                    <a:lnTo>
                      <a:pt x="42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22"/>
              <p:cNvSpPr/>
              <p:nvPr/>
            </p:nvSpPr>
            <p:spPr>
              <a:xfrm>
                <a:off x="2954797" y="4523567"/>
                <a:ext cx="135074" cy="115817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4156" extrusionOk="0">
                    <a:moveTo>
                      <a:pt x="4204" y="0"/>
                    </a:moveTo>
                    <a:lnTo>
                      <a:pt x="1" y="3334"/>
                    </a:lnTo>
                    <a:lnTo>
                      <a:pt x="644" y="4156"/>
                    </a:lnTo>
                    <a:lnTo>
                      <a:pt x="4847" y="810"/>
                    </a:lnTo>
                    <a:lnTo>
                      <a:pt x="42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22"/>
              <p:cNvSpPr/>
              <p:nvPr/>
            </p:nvSpPr>
            <p:spPr>
              <a:xfrm>
                <a:off x="2954491" y="4523567"/>
                <a:ext cx="135046" cy="115817"/>
              </a:xfrm>
              <a:custGeom>
                <a:avLst/>
                <a:gdLst/>
                <a:ahLst/>
                <a:cxnLst/>
                <a:rect l="l" t="t" r="r" b="b"/>
                <a:pathLst>
                  <a:path w="4846" h="4156" extrusionOk="0">
                    <a:moveTo>
                      <a:pt x="4203" y="0"/>
                    </a:moveTo>
                    <a:lnTo>
                      <a:pt x="0" y="3346"/>
                    </a:lnTo>
                    <a:lnTo>
                      <a:pt x="643" y="4156"/>
                    </a:lnTo>
                    <a:lnTo>
                      <a:pt x="4846" y="810"/>
                    </a:lnTo>
                    <a:lnTo>
                      <a:pt x="42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2"/>
              <p:cNvSpPr/>
              <p:nvPr/>
            </p:nvSpPr>
            <p:spPr>
              <a:xfrm>
                <a:off x="3163824" y="4357008"/>
                <a:ext cx="135074" cy="115817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4156" extrusionOk="0">
                    <a:moveTo>
                      <a:pt x="4204" y="1"/>
                    </a:moveTo>
                    <a:lnTo>
                      <a:pt x="2096" y="1679"/>
                    </a:lnTo>
                    <a:lnTo>
                      <a:pt x="1" y="3346"/>
                    </a:lnTo>
                    <a:lnTo>
                      <a:pt x="644" y="4156"/>
                    </a:lnTo>
                    <a:lnTo>
                      <a:pt x="2751" y="2489"/>
                    </a:lnTo>
                    <a:lnTo>
                      <a:pt x="4847" y="810"/>
                    </a:lnTo>
                    <a:lnTo>
                      <a:pt x="42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22"/>
              <p:cNvSpPr/>
              <p:nvPr/>
            </p:nvSpPr>
            <p:spPr>
              <a:xfrm>
                <a:off x="3372851" y="4190784"/>
                <a:ext cx="135074" cy="115817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4156" extrusionOk="0">
                    <a:moveTo>
                      <a:pt x="4204" y="1"/>
                    </a:moveTo>
                    <a:lnTo>
                      <a:pt x="1" y="3346"/>
                    </a:lnTo>
                    <a:lnTo>
                      <a:pt x="644" y="4156"/>
                    </a:lnTo>
                    <a:lnTo>
                      <a:pt x="4847" y="810"/>
                    </a:lnTo>
                    <a:lnTo>
                      <a:pt x="42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22"/>
              <p:cNvSpPr/>
              <p:nvPr/>
            </p:nvSpPr>
            <p:spPr>
              <a:xfrm>
                <a:off x="2346303" y="4999026"/>
                <a:ext cx="135074" cy="115817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4156" extrusionOk="0">
                    <a:moveTo>
                      <a:pt x="4204" y="0"/>
                    </a:moveTo>
                    <a:lnTo>
                      <a:pt x="1" y="3346"/>
                    </a:lnTo>
                    <a:lnTo>
                      <a:pt x="644" y="4155"/>
                    </a:lnTo>
                    <a:lnTo>
                      <a:pt x="4847" y="810"/>
                    </a:lnTo>
                    <a:lnTo>
                      <a:pt x="42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22"/>
              <p:cNvSpPr/>
              <p:nvPr/>
            </p:nvSpPr>
            <p:spPr>
              <a:xfrm>
                <a:off x="2555664" y="4832468"/>
                <a:ext cx="135074" cy="115817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4156" extrusionOk="0">
                    <a:moveTo>
                      <a:pt x="4204" y="0"/>
                    </a:moveTo>
                    <a:lnTo>
                      <a:pt x="2096" y="1679"/>
                    </a:lnTo>
                    <a:lnTo>
                      <a:pt x="1" y="3346"/>
                    </a:lnTo>
                    <a:lnTo>
                      <a:pt x="644" y="4155"/>
                    </a:lnTo>
                    <a:lnTo>
                      <a:pt x="2739" y="2489"/>
                    </a:lnTo>
                    <a:lnTo>
                      <a:pt x="4847" y="822"/>
                    </a:lnTo>
                    <a:lnTo>
                      <a:pt x="42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22"/>
              <p:cNvSpPr/>
              <p:nvPr/>
            </p:nvSpPr>
            <p:spPr>
              <a:xfrm>
                <a:off x="2764691" y="4666243"/>
                <a:ext cx="135074" cy="115817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4156" extrusionOk="0">
                    <a:moveTo>
                      <a:pt x="4204" y="0"/>
                    </a:moveTo>
                    <a:lnTo>
                      <a:pt x="1" y="3346"/>
                    </a:lnTo>
                    <a:lnTo>
                      <a:pt x="644" y="4155"/>
                    </a:lnTo>
                    <a:lnTo>
                      <a:pt x="4846" y="810"/>
                    </a:lnTo>
                    <a:lnTo>
                      <a:pt x="42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22"/>
              <p:cNvSpPr/>
              <p:nvPr/>
            </p:nvSpPr>
            <p:spPr>
              <a:xfrm>
                <a:off x="3582213" y="4024225"/>
                <a:ext cx="135074" cy="115817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4156" extrusionOk="0">
                    <a:moveTo>
                      <a:pt x="4204" y="1"/>
                    </a:moveTo>
                    <a:lnTo>
                      <a:pt x="2096" y="1667"/>
                    </a:lnTo>
                    <a:lnTo>
                      <a:pt x="1" y="3346"/>
                    </a:lnTo>
                    <a:lnTo>
                      <a:pt x="644" y="4156"/>
                    </a:lnTo>
                    <a:lnTo>
                      <a:pt x="2751" y="2477"/>
                    </a:lnTo>
                    <a:lnTo>
                      <a:pt x="2763" y="2465"/>
                    </a:lnTo>
                    <a:cubicBezTo>
                      <a:pt x="2775" y="2465"/>
                      <a:pt x="2775" y="2465"/>
                      <a:pt x="2787" y="2453"/>
                    </a:cubicBezTo>
                    <a:lnTo>
                      <a:pt x="2799" y="2453"/>
                    </a:lnTo>
                    <a:cubicBezTo>
                      <a:pt x="2811" y="2441"/>
                      <a:pt x="2822" y="2418"/>
                      <a:pt x="2834" y="2406"/>
                    </a:cubicBezTo>
                    <a:lnTo>
                      <a:pt x="4846" y="810"/>
                    </a:lnTo>
                    <a:lnTo>
                      <a:pt x="42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22"/>
              <p:cNvSpPr/>
              <p:nvPr/>
            </p:nvSpPr>
            <p:spPr>
              <a:xfrm>
                <a:off x="3792243" y="3889853"/>
                <a:ext cx="147335" cy="84634"/>
              </a:xfrm>
              <a:custGeom>
                <a:avLst/>
                <a:gdLst/>
                <a:ahLst/>
                <a:cxnLst/>
                <a:rect l="l" t="t" r="r" b="b"/>
                <a:pathLst>
                  <a:path w="5287" h="3037" extrusionOk="0">
                    <a:moveTo>
                      <a:pt x="5096" y="1"/>
                    </a:moveTo>
                    <a:cubicBezTo>
                      <a:pt x="3263" y="346"/>
                      <a:pt x="1512" y="1108"/>
                      <a:pt x="0" y="2203"/>
                    </a:cubicBezTo>
                    <a:lnTo>
                      <a:pt x="608" y="3037"/>
                    </a:lnTo>
                    <a:cubicBezTo>
                      <a:pt x="2001" y="2037"/>
                      <a:pt x="3608" y="1334"/>
                      <a:pt x="5287" y="1013"/>
                    </a:cubicBezTo>
                    <a:lnTo>
                      <a:pt x="509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22"/>
              <p:cNvSpPr/>
              <p:nvPr/>
            </p:nvSpPr>
            <p:spPr>
              <a:xfrm>
                <a:off x="4264024" y="4031192"/>
                <a:ext cx="115845" cy="135074"/>
              </a:xfrm>
              <a:custGeom>
                <a:avLst/>
                <a:gdLst/>
                <a:ahLst/>
                <a:cxnLst/>
                <a:rect l="l" t="t" r="r" b="b"/>
                <a:pathLst>
                  <a:path w="4157" h="4847" extrusionOk="0">
                    <a:moveTo>
                      <a:pt x="811" y="1"/>
                    </a:moveTo>
                    <a:lnTo>
                      <a:pt x="1" y="644"/>
                    </a:lnTo>
                    <a:lnTo>
                      <a:pt x="3347" y="4846"/>
                    </a:lnTo>
                    <a:lnTo>
                      <a:pt x="4156" y="4204"/>
                    </a:lnTo>
                    <a:lnTo>
                      <a:pt x="8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22"/>
              <p:cNvSpPr/>
              <p:nvPr/>
            </p:nvSpPr>
            <p:spPr>
              <a:xfrm>
                <a:off x="4430583" y="4240219"/>
                <a:ext cx="117824" cy="134071"/>
              </a:xfrm>
              <a:custGeom>
                <a:avLst/>
                <a:gdLst/>
                <a:ahLst/>
                <a:cxnLst/>
                <a:rect l="l" t="t" r="r" b="b"/>
                <a:pathLst>
                  <a:path w="4228" h="4811" extrusionOk="0">
                    <a:moveTo>
                      <a:pt x="811" y="1"/>
                    </a:moveTo>
                    <a:lnTo>
                      <a:pt x="1" y="644"/>
                    </a:lnTo>
                    <a:lnTo>
                      <a:pt x="1668" y="2739"/>
                    </a:lnTo>
                    <a:cubicBezTo>
                      <a:pt x="1668" y="2739"/>
                      <a:pt x="1680" y="2751"/>
                      <a:pt x="1680" y="2751"/>
                    </a:cubicBezTo>
                    <a:cubicBezTo>
                      <a:pt x="1954" y="3096"/>
                      <a:pt x="2227" y="3453"/>
                      <a:pt x="2549" y="3799"/>
                    </a:cubicBezTo>
                    <a:lnTo>
                      <a:pt x="3013" y="4323"/>
                    </a:lnTo>
                    <a:cubicBezTo>
                      <a:pt x="3168" y="4489"/>
                      <a:pt x="3347" y="4644"/>
                      <a:pt x="3513" y="4811"/>
                    </a:cubicBezTo>
                    <a:lnTo>
                      <a:pt x="4228" y="4049"/>
                    </a:lnTo>
                    <a:cubicBezTo>
                      <a:pt x="4073" y="3894"/>
                      <a:pt x="3906" y="3763"/>
                      <a:pt x="3751" y="3608"/>
                    </a:cubicBezTo>
                    <a:lnTo>
                      <a:pt x="3335" y="3120"/>
                    </a:lnTo>
                    <a:cubicBezTo>
                      <a:pt x="3049" y="2810"/>
                      <a:pt x="2763" y="2453"/>
                      <a:pt x="2489" y="2108"/>
                    </a:cubicBezTo>
                    <a:lnTo>
                      <a:pt x="8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22"/>
              <p:cNvSpPr/>
              <p:nvPr/>
            </p:nvSpPr>
            <p:spPr>
              <a:xfrm>
                <a:off x="4630330" y="4414748"/>
                <a:ext cx="151655" cy="56822"/>
              </a:xfrm>
              <a:custGeom>
                <a:avLst/>
                <a:gdLst/>
                <a:ahLst/>
                <a:cxnLst/>
                <a:rect l="l" t="t" r="r" b="b"/>
                <a:pathLst>
                  <a:path w="5442" h="2039" extrusionOk="0">
                    <a:moveTo>
                      <a:pt x="405" y="0"/>
                    </a:moveTo>
                    <a:lnTo>
                      <a:pt x="0" y="953"/>
                    </a:lnTo>
                    <a:cubicBezTo>
                      <a:pt x="1626" y="1680"/>
                      <a:pt x="3403" y="2039"/>
                      <a:pt x="5187" y="2039"/>
                    </a:cubicBezTo>
                    <a:cubicBezTo>
                      <a:pt x="5272" y="2039"/>
                      <a:pt x="5357" y="2038"/>
                      <a:pt x="5442" y="2036"/>
                    </a:cubicBezTo>
                    <a:lnTo>
                      <a:pt x="5418" y="1000"/>
                    </a:lnTo>
                    <a:cubicBezTo>
                      <a:pt x="5359" y="1001"/>
                      <a:pt x="5300" y="1002"/>
                      <a:pt x="5241" y="1002"/>
                    </a:cubicBezTo>
                    <a:cubicBezTo>
                      <a:pt x="3585" y="1002"/>
                      <a:pt x="1923" y="679"/>
                      <a:pt x="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2"/>
              <p:cNvSpPr/>
              <p:nvPr/>
            </p:nvSpPr>
            <p:spPr>
              <a:xfrm>
                <a:off x="4891775" y="4346056"/>
                <a:ext cx="140369" cy="103556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3716" extrusionOk="0">
                    <a:moveTo>
                      <a:pt x="4311" y="1"/>
                    </a:moveTo>
                    <a:cubicBezTo>
                      <a:pt x="4001" y="298"/>
                      <a:pt x="3668" y="572"/>
                      <a:pt x="3346" y="858"/>
                    </a:cubicBezTo>
                    <a:cubicBezTo>
                      <a:pt x="3001" y="1108"/>
                      <a:pt x="2656" y="1358"/>
                      <a:pt x="2299" y="1608"/>
                    </a:cubicBezTo>
                    <a:cubicBezTo>
                      <a:pt x="1929" y="1810"/>
                      <a:pt x="1560" y="2049"/>
                      <a:pt x="1179" y="2239"/>
                    </a:cubicBezTo>
                    <a:lnTo>
                      <a:pt x="596" y="2501"/>
                    </a:lnTo>
                    <a:cubicBezTo>
                      <a:pt x="394" y="2584"/>
                      <a:pt x="203" y="2680"/>
                      <a:pt x="1" y="2739"/>
                    </a:cubicBezTo>
                    <a:lnTo>
                      <a:pt x="358" y="3715"/>
                    </a:lnTo>
                    <a:cubicBezTo>
                      <a:pt x="584" y="3644"/>
                      <a:pt x="786" y="3537"/>
                      <a:pt x="1001" y="3453"/>
                    </a:cubicBezTo>
                    <a:lnTo>
                      <a:pt x="1644" y="3168"/>
                    </a:lnTo>
                    <a:cubicBezTo>
                      <a:pt x="2060" y="2953"/>
                      <a:pt x="2453" y="2703"/>
                      <a:pt x="2858" y="2477"/>
                    </a:cubicBezTo>
                    <a:cubicBezTo>
                      <a:pt x="3239" y="2215"/>
                      <a:pt x="3620" y="1941"/>
                      <a:pt x="4001" y="1668"/>
                    </a:cubicBezTo>
                    <a:cubicBezTo>
                      <a:pt x="4346" y="1358"/>
                      <a:pt x="4704" y="1060"/>
                      <a:pt x="5037" y="739"/>
                    </a:cubicBezTo>
                    <a:lnTo>
                      <a:pt x="43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22"/>
              <p:cNvSpPr/>
              <p:nvPr/>
            </p:nvSpPr>
            <p:spPr>
              <a:xfrm>
                <a:off x="5076920" y="4116464"/>
                <a:ext cx="63064" cy="150986"/>
              </a:xfrm>
              <a:custGeom>
                <a:avLst/>
                <a:gdLst/>
                <a:ahLst/>
                <a:cxnLst/>
                <a:rect l="l" t="t" r="r" b="b"/>
                <a:pathLst>
                  <a:path w="2263" h="5418" extrusionOk="0">
                    <a:moveTo>
                      <a:pt x="1215" y="1"/>
                    </a:moveTo>
                    <a:cubicBezTo>
                      <a:pt x="1167" y="1715"/>
                      <a:pt x="750" y="3418"/>
                      <a:pt x="0" y="4965"/>
                    </a:cubicBezTo>
                    <a:lnTo>
                      <a:pt x="941" y="5418"/>
                    </a:lnTo>
                    <a:cubicBezTo>
                      <a:pt x="1751" y="3739"/>
                      <a:pt x="2203" y="1894"/>
                      <a:pt x="2262" y="24"/>
                    </a:cubicBezTo>
                    <a:lnTo>
                      <a:pt x="121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22"/>
              <p:cNvSpPr/>
              <p:nvPr/>
            </p:nvSpPr>
            <p:spPr>
              <a:xfrm>
                <a:off x="4857276" y="3653293"/>
                <a:ext cx="115483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44" h="4859" extrusionOk="0">
                    <a:moveTo>
                      <a:pt x="810" y="0"/>
                    </a:moveTo>
                    <a:lnTo>
                      <a:pt x="0" y="643"/>
                    </a:lnTo>
                    <a:lnTo>
                      <a:pt x="3334" y="4858"/>
                    </a:lnTo>
                    <a:lnTo>
                      <a:pt x="4144" y="4215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22"/>
              <p:cNvSpPr/>
              <p:nvPr/>
            </p:nvSpPr>
            <p:spPr>
              <a:xfrm>
                <a:off x="4691052" y="3443932"/>
                <a:ext cx="115817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9" extrusionOk="0">
                    <a:moveTo>
                      <a:pt x="822" y="1"/>
                    </a:moveTo>
                    <a:lnTo>
                      <a:pt x="0" y="644"/>
                    </a:lnTo>
                    <a:lnTo>
                      <a:pt x="1667" y="2751"/>
                    </a:lnTo>
                    <a:lnTo>
                      <a:pt x="3346" y="4858"/>
                    </a:lnTo>
                    <a:lnTo>
                      <a:pt x="4156" y="4215"/>
                    </a:lnTo>
                    <a:lnTo>
                      <a:pt x="2489" y="2108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22"/>
              <p:cNvSpPr/>
              <p:nvPr/>
            </p:nvSpPr>
            <p:spPr>
              <a:xfrm>
                <a:off x="4524828" y="3234570"/>
                <a:ext cx="115817" cy="135074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7" extrusionOk="0">
                    <a:moveTo>
                      <a:pt x="822" y="1"/>
                    </a:moveTo>
                    <a:lnTo>
                      <a:pt x="0" y="644"/>
                    </a:lnTo>
                    <a:lnTo>
                      <a:pt x="3346" y="4847"/>
                    </a:lnTo>
                    <a:lnTo>
                      <a:pt x="4156" y="4204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22"/>
              <p:cNvSpPr/>
              <p:nvPr/>
            </p:nvSpPr>
            <p:spPr>
              <a:xfrm>
                <a:off x="4358938" y="3024902"/>
                <a:ext cx="115817" cy="135380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8" extrusionOk="0">
                    <a:moveTo>
                      <a:pt x="810" y="0"/>
                    </a:moveTo>
                    <a:lnTo>
                      <a:pt x="0" y="655"/>
                    </a:lnTo>
                    <a:lnTo>
                      <a:pt x="1667" y="2750"/>
                    </a:lnTo>
                    <a:lnTo>
                      <a:pt x="3334" y="4858"/>
                    </a:lnTo>
                    <a:lnTo>
                      <a:pt x="4155" y="4215"/>
                    </a:lnTo>
                    <a:lnTo>
                      <a:pt x="2489" y="2107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22"/>
              <p:cNvSpPr/>
              <p:nvPr/>
            </p:nvSpPr>
            <p:spPr>
              <a:xfrm>
                <a:off x="4193355" y="2815540"/>
                <a:ext cx="115176" cy="135380"/>
              </a:xfrm>
              <a:custGeom>
                <a:avLst/>
                <a:gdLst/>
                <a:ahLst/>
                <a:cxnLst/>
                <a:rect l="l" t="t" r="r" b="b"/>
                <a:pathLst>
                  <a:path w="4133" h="4858" extrusionOk="0">
                    <a:moveTo>
                      <a:pt x="858" y="0"/>
                    </a:moveTo>
                    <a:lnTo>
                      <a:pt x="1" y="584"/>
                    </a:lnTo>
                    <a:lnTo>
                      <a:pt x="406" y="1143"/>
                    </a:lnTo>
                    <a:cubicBezTo>
                      <a:pt x="537" y="1346"/>
                      <a:pt x="680" y="1524"/>
                      <a:pt x="822" y="1703"/>
                    </a:cubicBezTo>
                    <a:lnTo>
                      <a:pt x="1656" y="2751"/>
                    </a:lnTo>
                    <a:lnTo>
                      <a:pt x="3323" y="4858"/>
                    </a:lnTo>
                    <a:lnTo>
                      <a:pt x="4132" y="4215"/>
                    </a:lnTo>
                    <a:lnTo>
                      <a:pt x="2466" y="2108"/>
                    </a:lnTo>
                    <a:lnTo>
                      <a:pt x="1632" y="1060"/>
                    </a:lnTo>
                    <a:cubicBezTo>
                      <a:pt x="1489" y="881"/>
                      <a:pt x="1358" y="703"/>
                      <a:pt x="1239" y="524"/>
                    </a:cubicBezTo>
                    <a:lnTo>
                      <a:pt x="85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22"/>
              <p:cNvSpPr/>
              <p:nvPr/>
            </p:nvSpPr>
            <p:spPr>
              <a:xfrm>
                <a:off x="4179421" y="2336096"/>
                <a:ext cx="120471" cy="129445"/>
              </a:xfrm>
              <a:custGeom>
                <a:avLst/>
                <a:gdLst/>
                <a:ahLst/>
                <a:cxnLst/>
                <a:rect l="l" t="t" r="r" b="b"/>
                <a:pathLst>
                  <a:path w="4323" h="4645" extrusionOk="0">
                    <a:moveTo>
                      <a:pt x="3716" y="1"/>
                    </a:moveTo>
                    <a:cubicBezTo>
                      <a:pt x="2204" y="1096"/>
                      <a:pt x="930" y="2513"/>
                      <a:pt x="1" y="4132"/>
                    </a:cubicBezTo>
                    <a:lnTo>
                      <a:pt x="906" y="4644"/>
                    </a:lnTo>
                    <a:cubicBezTo>
                      <a:pt x="1751" y="3144"/>
                      <a:pt x="2930" y="1846"/>
                      <a:pt x="4323" y="834"/>
                    </a:cubicBezTo>
                    <a:lnTo>
                      <a:pt x="371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22"/>
              <p:cNvSpPr/>
              <p:nvPr/>
            </p:nvSpPr>
            <p:spPr>
              <a:xfrm>
                <a:off x="4391765" y="2266680"/>
                <a:ext cx="154330" cy="42916"/>
              </a:xfrm>
              <a:custGeom>
                <a:avLst/>
                <a:gdLst/>
                <a:ahLst/>
                <a:cxnLst/>
                <a:rect l="l" t="t" r="r" b="b"/>
                <a:pathLst>
                  <a:path w="5538" h="1540" extrusionOk="0">
                    <a:moveTo>
                      <a:pt x="3945" y="1"/>
                    </a:moveTo>
                    <a:cubicBezTo>
                      <a:pt x="3547" y="1"/>
                      <a:pt x="3149" y="27"/>
                      <a:pt x="2751" y="27"/>
                    </a:cubicBezTo>
                    <a:cubicBezTo>
                      <a:pt x="2287" y="87"/>
                      <a:pt x="1823" y="134"/>
                      <a:pt x="1358" y="218"/>
                    </a:cubicBezTo>
                    <a:lnTo>
                      <a:pt x="680" y="372"/>
                    </a:lnTo>
                    <a:cubicBezTo>
                      <a:pt x="453" y="420"/>
                      <a:pt x="227" y="468"/>
                      <a:pt x="1" y="551"/>
                    </a:cubicBezTo>
                    <a:lnTo>
                      <a:pt x="299" y="1539"/>
                    </a:lnTo>
                    <a:cubicBezTo>
                      <a:pt x="501" y="1468"/>
                      <a:pt x="715" y="1432"/>
                      <a:pt x="930" y="1373"/>
                    </a:cubicBezTo>
                    <a:lnTo>
                      <a:pt x="1549" y="1230"/>
                    </a:lnTo>
                    <a:cubicBezTo>
                      <a:pt x="1977" y="1158"/>
                      <a:pt x="2406" y="1123"/>
                      <a:pt x="2823" y="1063"/>
                    </a:cubicBezTo>
                    <a:cubicBezTo>
                      <a:pt x="3190" y="1063"/>
                      <a:pt x="3566" y="1037"/>
                      <a:pt x="3929" y="1037"/>
                    </a:cubicBezTo>
                    <a:cubicBezTo>
                      <a:pt x="3989" y="1037"/>
                      <a:pt x="4049" y="1037"/>
                      <a:pt x="4109" y="1039"/>
                    </a:cubicBezTo>
                    <a:lnTo>
                      <a:pt x="4751" y="1087"/>
                    </a:lnTo>
                    <a:lnTo>
                      <a:pt x="5073" y="1111"/>
                    </a:lnTo>
                    <a:cubicBezTo>
                      <a:pt x="5180" y="1123"/>
                      <a:pt x="5287" y="1134"/>
                      <a:pt x="5394" y="1158"/>
                    </a:cubicBezTo>
                    <a:lnTo>
                      <a:pt x="5537" y="134"/>
                    </a:lnTo>
                    <a:cubicBezTo>
                      <a:pt x="5418" y="111"/>
                      <a:pt x="5311" y="87"/>
                      <a:pt x="5192" y="75"/>
                    </a:cubicBezTo>
                    <a:lnTo>
                      <a:pt x="4847" y="51"/>
                    </a:lnTo>
                    <a:lnTo>
                      <a:pt x="4144" y="3"/>
                    </a:lnTo>
                    <a:cubicBezTo>
                      <a:pt x="4078" y="2"/>
                      <a:pt x="4012" y="1"/>
                      <a:pt x="39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22"/>
              <p:cNvSpPr/>
              <p:nvPr/>
            </p:nvSpPr>
            <p:spPr>
              <a:xfrm>
                <a:off x="4132327" y="2565688"/>
                <a:ext cx="39516" cy="154665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5550" extrusionOk="0">
                    <a:moveTo>
                      <a:pt x="215" y="1"/>
                    </a:moveTo>
                    <a:lnTo>
                      <a:pt x="107" y="691"/>
                    </a:lnTo>
                    <a:cubicBezTo>
                      <a:pt x="60" y="930"/>
                      <a:pt x="60" y="1156"/>
                      <a:pt x="48" y="1394"/>
                    </a:cubicBezTo>
                    <a:lnTo>
                      <a:pt x="0" y="2084"/>
                    </a:lnTo>
                    <a:lnTo>
                      <a:pt x="24" y="2787"/>
                    </a:lnTo>
                    <a:cubicBezTo>
                      <a:pt x="36" y="3025"/>
                      <a:pt x="24" y="3251"/>
                      <a:pt x="60" y="3489"/>
                    </a:cubicBezTo>
                    <a:lnTo>
                      <a:pt x="143" y="4180"/>
                    </a:lnTo>
                    <a:cubicBezTo>
                      <a:pt x="179" y="4644"/>
                      <a:pt x="322" y="5097"/>
                      <a:pt x="405" y="5549"/>
                    </a:cubicBezTo>
                    <a:lnTo>
                      <a:pt x="1417" y="5299"/>
                    </a:lnTo>
                    <a:cubicBezTo>
                      <a:pt x="1334" y="4871"/>
                      <a:pt x="1203" y="4466"/>
                      <a:pt x="1167" y="4037"/>
                    </a:cubicBezTo>
                    <a:lnTo>
                      <a:pt x="1084" y="3394"/>
                    </a:lnTo>
                    <a:cubicBezTo>
                      <a:pt x="1048" y="3180"/>
                      <a:pt x="1072" y="2966"/>
                      <a:pt x="1060" y="2751"/>
                    </a:cubicBezTo>
                    <a:lnTo>
                      <a:pt x="1036" y="2108"/>
                    </a:lnTo>
                    <a:lnTo>
                      <a:pt x="1072" y="1465"/>
                    </a:lnTo>
                    <a:cubicBezTo>
                      <a:pt x="1096" y="1251"/>
                      <a:pt x="1096" y="1037"/>
                      <a:pt x="1131" y="822"/>
                    </a:cubicBezTo>
                    <a:lnTo>
                      <a:pt x="1238" y="191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22"/>
              <p:cNvSpPr/>
              <p:nvPr/>
            </p:nvSpPr>
            <p:spPr>
              <a:xfrm>
                <a:off x="4649252" y="2306919"/>
                <a:ext cx="132398" cy="116152"/>
              </a:xfrm>
              <a:custGeom>
                <a:avLst/>
                <a:gdLst/>
                <a:ahLst/>
                <a:cxnLst/>
                <a:rect l="l" t="t" r="r" b="b"/>
                <a:pathLst>
                  <a:path w="4751" h="4168" extrusionOk="0">
                    <a:moveTo>
                      <a:pt x="464" y="0"/>
                    </a:moveTo>
                    <a:lnTo>
                      <a:pt x="0" y="929"/>
                    </a:lnTo>
                    <a:cubicBezTo>
                      <a:pt x="1524" y="1703"/>
                      <a:pt x="2881" y="2810"/>
                      <a:pt x="3941" y="4167"/>
                    </a:cubicBezTo>
                    <a:lnTo>
                      <a:pt x="4751" y="3524"/>
                    </a:lnTo>
                    <a:cubicBezTo>
                      <a:pt x="3608" y="2060"/>
                      <a:pt x="2131" y="845"/>
                      <a:pt x="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2"/>
              <p:cNvSpPr/>
              <p:nvPr/>
            </p:nvSpPr>
            <p:spPr>
              <a:xfrm>
                <a:off x="4832391" y="2497360"/>
                <a:ext cx="115817" cy="135074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7" extrusionOk="0">
                    <a:moveTo>
                      <a:pt x="810" y="0"/>
                    </a:moveTo>
                    <a:lnTo>
                      <a:pt x="0" y="643"/>
                    </a:lnTo>
                    <a:lnTo>
                      <a:pt x="1643" y="2703"/>
                    </a:lnTo>
                    <a:cubicBezTo>
                      <a:pt x="1643" y="2727"/>
                      <a:pt x="1655" y="2739"/>
                      <a:pt x="1667" y="2751"/>
                    </a:cubicBezTo>
                    <a:cubicBezTo>
                      <a:pt x="1679" y="2762"/>
                      <a:pt x="1691" y="2774"/>
                      <a:pt x="1703" y="2774"/>
                    </a:cubicBezTo>
                    <a:lnTo>
                      <a:pt x="3346" y="4846"/>
                    </a:lnTo>
                    <a:lnTo>
                      <a:pt x="4156" y="4203"/>
                    </a:lnTo>
                    <a:lnTo>
                      <a:pt x="2489" y="2096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2"/>
              <p:cNvSpPr/>
              <p:nvPr/>
            </p:nvSpPr>
            <p:spPr>
              <a:xfrm>
                <a:off x="4998615" y="2706721"/>
                <a:ext cx="115817" cy="135046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6" extrusionOk="0">
                    <a:moveTo>
                      <a:pt x="810" y="0"/>
                    </a:moveTo>
                    <a:lnTo>
                      <a:pt x="0" y="643"/>
                    </a:lnTo>
                    <a:lnTo>
                      <a:pt x="3346" y="4846"/>
                    </a:lnTo>
                    <a:lnTo>
                      <a:pt x="4156" y="4203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2"/>
              <p:cNvSpPr/>
              <p:nvPr/>
            </p:nvSpPr>
            <p:spPr>
              <a:xfrm>
                <a:off x="5165174" y="2915414"/>
                <a:ext cx="115817" cy="135380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8" extrusionOk="0">
                    <a:moveTo>
                      <a:pt x="810" y="0"/>
                    </a:moveTo>
                    <a:lnTo>
                      <a:pt x="0" y="655"/>
                    </a:lnTo>
                    <a:lnTo>
                      <a:pt x="1679" y="2750"/>
                    </a:lnTo>
                    <a:lnTo>
                      <a:pt x="3346" y="4858"/>
                    </a:lnTo>
                    <a:lnTo>
                      <a:pt x="4156" y="4215"/>
                    </a:lnTo>
                    <a:lnTo>
                      <a:pt x="2489" y="2107"/>
                    </a:lnTo>
                    <a:cubicBezTo>
                      <a:pt x="2489" y="2107"/>
                      <a:pt x="2489" y="2107"/>
                      <a:pt x="2477" y="2096"/>
                    </a:cubicBez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2"/>
              <p:cNvSpPr/>
              <p:nvPr/>
            </p:nvSpPr>
            <p:spPr>
              <a:xfrm>
                <a:off x="4470404" y="2296302"/>
                <a:ext cx="28" cy="0"/>
              </a:xfrm>
              <a:custGeom>
                <a:avLst/>
                <a:gdLst/>
                <a:ahLst/>
                <a:cxnLst/>
                <a:rect l="l" t="t" r="r" b="b"/>
                <a:pathLst>
                  <a:path w="1" h="120000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2"/>
              <p:cNvSpPr/>
              <p:nvPr/>
            </p:nvSpPr>
            <p:spPr>
              <a:xfrm>
                <a:off x="4470404" y="2296302"/>
                <a:ext cx="28" cy="0"/>
              </a:xfrm>
              <a:custGeom>
                <a:avLst/>
                <a:gdLst/>
                <a:ahLst/>
                <a:cxnLst/>
                <a:rect l="l" t="t" r="r" b="b"/>
                <a:pathLst>
                  <a:path w="1" h="120000" fill="none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2"/>
              <p:cNvSpPr/>
              <p:nvPr/>
            </p:nvSpPr>
            <p:spPr>
              <a:xfrm>
                <a:off x="5331398" y="3124748"/>
                <a:ext cx="115817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9" extrusionOk="0">
                    <a:moveTo>
                      <a:pt x="810" y="1"/>
                    </a:moveTo>
                    <a:lnTo>
                      <a:pt x="0" y="656"/>
                    </a:lnTo>
                    <a:lnTo>
                      <a:pt x="3346" y="4859"/>
                    </a:lnTo>
                    <a:lnTo>
                      <a:pt x="4156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22"/>
              <p:cNvSpPr/>
              <p:nvPr/>
            </p:nvSpPr>
            <p:spPr>
              <a:xfrm>
                <a:off x="5684411" y="3523574"/>
                <a:ext cx="149676" cy="74685"/>
              </a:xfrm>
              <a:custGeom>
                <a:avLst/>
                <a:gdLst/>
                <a:ahLst/>
                <a:cxnLst/>
                <a:rect l="l" t="t" r="r" b="b"/>
                <a:pathLst>
                  <a:path w="5371" h="2680" extrusionOk="0">
                    <a:moveTo>
                      <a:pt x="536" y="0"/>
                    </a:moveTo>
                    <a:lnTo>
                      <a:pt x="1" y="893"/>
                    </a:lnTo>
                    <a:cubicBezTo>
                      <a:pt x="1596" y="1846"/>
                      <a:pt x="3394" y="2465"/>
                      <a:pt x="5251" y="2679"/>
                    </a:cubicBezTo>
                    <a:lnTo>
                      <a:pt x="5370" y="1655"/>
                    </a:lnTo>
                    <a:cubicBezTo>
                      <a:pt x="3656" y="1453"/>
                      <a:pt x="2001" y="881"/>
                      <a:pt x="5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2"/>
              <p:cNvSpPr/>
              <p:nvPr/>
            </p:nvSpPr>
            <p:spPr>
              <a:xfrm>
                <a:off x="6157224" y="3295960"/>
                <a:ext cx="89260" cy="146360"/>
              </a:xfrm>
              <a:custGeom>
                <a:avLst/>
                <a:gdLst/>
                <a:ahLst/>
                <a:cxnLst/>
                <a:rect l="l" t="t" r="r" b="b"/>
                <a:pathLst>
                  <a:path w="3203" h="5252" extrusionOk="0">
                    <a:moveTo>
                      <a:pt x="2203" y="0"/>
                    </a:moveTo>
                    <a:cubicBezTo>
                      <a:pt x="1810" y="1679"/>
                      <a:pt x="1060" y="3263"/>
                      <a:pt x="0" y="4620"/>
                    </a:cubicBezTo>
                    <a:lnTo>
                      <a:pt x="822" y="5251"/>
                    </a:lnTo>
                    <a:cubicBezTo>
                      <a:pt x="1965" y="3775"/>
                      <a:pt x="2786" y="2048"/>
                      <a:pt x="3203" y="239"/>
                    </a:cubicBezTo>
                    <a:lnTo>
                      <a:pt x="22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2"/>
              <p:cNvSpPr/>
              <p:nvPr/>
            </p:nvSpPr>
            <p:spPr>
              <a:xfrm>
                <a:off x="6180436" y="3034181"/>
                <a:ext cx="73682" cy="150011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5383" extrusionOk="0">
                    <a:moveTo>
                      <a:pt x="882" y="0"/>
                    </a:moveTo>
                    <a:lnTo>
                      <a:pt x="0" y="536"/>
                    </a:lnTo>
                    <a:lnTo>
                      <a:pt x="322" y="1096"/>
                    </a:lnTo>
                    <a:cubicBezTo>
                      <a:pt x="429" y="1274"/>
                      <a:pt x="501" y="1489"/>
                      <a:pt x="596" y="1679"/>
                    </a:cubicBezTo>
                    <a:lnTo>
                      <a:pt x="858" y="2263"/>
                    </a:lnTo>
                    <a:cubicBezTo>
                      <a:pt x="929" y="2465"/>
                      <a:pt x="989" y="2667"/>
                      <a:pt x="1060" y="2870"/>
                    </a:cubicBezTo>
                    <a:cubicBezTo>
                      <a:pt x="1132" y="3072"/>
                      <a:pt x="1203" y="3275"/>
                      <a:pt x="1263" y="3489"/>
                    </a:cubicBezTo>
                    <a:lnTo>
                      <a:pt x="1405" y="4108"/>
                    </a:lnTo>
                    <a:cubicBezTo>
                      <a:pt x="1513" y="4525"/>
                      <a:pt x="1560" y="4953"/>
                      <a:pt x="1608" y="5382"/>
                    </a:cubicBezTo>
                    <a:lnTo>
                      <a:pt x="2644" y="5275"/>
                    </a:lnTo>
                    <a:cubicBezTo>
                      <a:pt x="2584" y="4811"/>
                      <a:pt x="2537" y="4346"/>
                      <a:pt x="2417" y="3894"/>
                    </a:cubicBezTo>
                    <a:lnTo>
                      <a:pt x="2263" y="3215"/>
                    </a:lnTo>
                    <a:cubicBezTo>
                      <a:pt x="2203" y="2989"/>
                      <a:pt x="2120" y="2763"/>
                      <a:pt x="2048" y="2548"/>
                    </a:cubicBezTo>
                    <a:cubicBezTo>
                      <a:pt x="1977" y="2322"/>
                      <a:pt x="1905" y="2096"/>
                      <a:pt x="1822" y="1882"/>
                    </a:cubicBezTo>
                    <a:lnTo>
                      <a:pt x="1536" y="1239"/>
                    </a:lnTo>
                    <a:cubicBezTo>
                      <a:pt x="1429" y="1036"/>
                      <a:pt x="1358" y="810"/>
                      <a:pt x="1239" y="608"/>
                    </a:cubicBezTo>
                    <a:lnTo>
                      <a:pt x="8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2"/>
              <p:cNvSpPr/>
              <p:nvPr/>
            </p:nvSpPr>
            <p:spPr>
              <a:xfrm>
                <a:off x="6017863" y="2821169"/>
                <a:ext cx="115817" cy="135074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7" extrusionOk="0">
                    <a:moveTo>
                      <a:pt x="810" y="1"/>
                    </a:moveTo>
                    <a:lnTo>
                      <a:pt x="0" y="644"/>
                    </a:lnTo>
                    <a:lnTo>
                      <a:pt x="3346" y="4846"/>
                    </a:lnTo>
                    <a:lnTo>
                      <a:pt x="4156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2"/>
              <p:cNvSpPr/>
              <p:nvPr/>
            </p:nvSpPr>
            <p:spPr>
              <a:xfrm>
                <a:off x="5685415" y="2403115"/>
                <a:ext cx="115817" cy="135074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7" extrusionOk="0">
                    <a:moveTo>
                      <a:pt x="810" y="1"/>
                    </a:moveTo>
                    <a:lnTo>
                      <a:pt x="0" y="644"/>
                    </a:lnTo>
                    <a:lnTo>
                      <a:pt x="3334" y="4847"/>
                    </a:lnTo>
                    <a:lnTo>
                      <a:pt x="4156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2"/>
              <p:cNvSpPr/>
              <p:nvPr/>
            </p:nvSpPr>
            <p:spPr>
              <a:xfrm>
                <a:off x="5352298" y="1984419"/>
                <a:ext cx="115817" cy="135380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8" extrusionOk="0">
                    <a:moveTo>
                      <a:pt x="810" y="0"/>
                    </a:moveTo>
                    <a:lnTo>
                      <a:pt x="0" y="655"/>
                    </a:lnTo>
                    <a:lnTo>
                      <a:pt x="3346" y="4858"/>
                    </a:lnTo>
                    <a:lnTo>
                      <a:pt x="4156" y="4203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22"/>
              <p:cNvSpPr/>
              <p:nvPr/>
            </p:nvSpPr>
            <p:spPr>
              <a:xfrm>
                <a:off x="6013544" y="3539152"/>
                <a:ext cx="28" cy="362"/>
              </a:xfrm>
              <a:custGeom>
                <a:avLst/>
                <a:gdLst/>
                <a:ahLst/>
                <a:cxnLst/>
                <a:rect l="l" t="t" r="r" b="b"/>
                <a:pathLst>
                  <a:path w="1" h="13" extrusionOk="0">
                    <a:moveTo>
                      <a:pt x="1" y="1"/>
                    </a:moveTo>
                    <a:lnTo>
                      <a:pt x="1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2"/>
              <p:cNvSpPr/>
              <p:nvPr/>
            </p:nvSpPr>
            <p:spPr>
              <a:xfrm>
                <a:off x="5211962" y="2992047"/>
                <a:ext cx="28" cy="2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2"/>
              <p:cNvSpPr/>
              <p:nvPr/>
            </p:nvSpPr>
            <p:spPr>
              <a:xfrm>
                <a:off x="6025833" y="3565709"/>
                <a:ext cx="1003" cy="1672"/>
              </a:xfrm>
              <a:custGeom>
                <a:avLst/>
                <a:gdLst/>
                <a:ahLst/>
                <a:cxnLst/>
                <a:rect l="l" t="t" r="r" b="b"/>
                <a:pathLst>
                  <a:path w="36" h="60" extrusionOk="0">
                    <a:moveTo>
                      <a:pt x="36" y="6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2"/>
              <p:cNvSpPr/>
              <p:nvPr/>
            </p:nvSpPr>
            <p:spPr>
              <a:xfrm>
                <a:off x="5945856" y="3502340"/>
                <a:ext cx="146695" cy="88619"/>
              </a:xfrm>
              <a:custGeom>
                <a:avLst/>
                <a:gdLst/>
                <a:ahLst/>
                <a:cxnLst/>
                <a:rect l="l" t="t" r="r" b="b"/>
                <a:pathLst>
                  <a:path w="5264" h="3180" extrusionOk="0">
                    <a:moveTo>
                      <a:pt x="4632" y="0"/>
                    </a:moveTo>
                    <a:cubicBezTo>
                      <a:pt x="3942" y="524"/>
                      <a:pt x="3215" y="976"/>
                      <a:pt x="2430" y="1334"/>
                    </a:cubicBezTo>
                    <a:cubicBezTo>
                      <a:pt x="2037" y="1512"/>
                      <a:pt x="1656" y="1703"/>
                      <a:pt x="1239" y="1822"/>
                    </a:cubicBezTo>
                    <a:lnTo>
                      <a:pt x="632" y="2024"/>
                    </a:lnTo>
                    <a:cubicBezTo>
                      <a:pt x="429" y="2084"/>
                      <a:pt x="215" y="2119"/>
                      <a:pt x="1" y="2179"/>
                    </a:cubicBezTo>
                    <a:lnTo>
                      <a:pt x="239" y="3179"/>
                    </a:lnTo>
                    <a:cubicBezTo>
                      <a:pt x="465" y="3131"/>
                      <a:pt x="691" y="3084"/>
                      <a:pt x="918" y="3024"/>
                    </a:cubicBezTo>
                    <a:lnTo>
                      <a:pt x="1584" y="2798"/>
                    </a:lnTo>
                    <a:cubicBezTo>
                      <a:pt x="2025" y="2667"/>
                      <a:pt x="2453" y="2465"/>
                      <a:pt x="2870" y="2274"/>
                    </a:cubicBezTo>
                    <a:cubicBezTo>
                      <a:pt x="3716" y="1881"/>
                      <a:pt x="4513" y="1393"/>
                      <a:pt x="5263" y="834"/>
                    </a:cubicBezTo>
                    <a:lnTo>
                      <a:pt x="46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2"/>
              <p:cNvSpPr/>
              <p:nvPr/>
            </p:nvSpPr>
            <p:spPr>
              <a:xfrm>
                <a:off x="5851304" y="2612142"/>
                <a:ext cx="116152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859" extrusionOk="0">
                    <a:moveTo>
                      <a:pt x="822" y="1"/>
                    </a:moveTo>
                    <a:lnTo>
                      <a:pt x="0" y="656"/>
                    </a:lnTo>
                    <a:lnTo>
                      <a:pt x="1679" y="2751"/>
                    </a:lnTo>
                    <a:lnTo>
                      <a:pt x="3346" y="4858"/>
                    </a:lnTo>
                    <a:lnTo>
                      <a:pt x="4168" y="4204"/>
                    </a:lnTo>
                    <a:lnTo>
                      <a:pt x="2489" y="2108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2"/>
              <p:cNvSpPr/>
              <p:nvPr/>
            </p:nvSpPr>
            <p:spPr>
              <a:xfrm>
                <a:off x="5518522" y="2193753"/>
                <a:ext cx="115817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9" extrusionOk="0">
                    <a:moveTo>
                      <a:pt x="810" y="1"/>
                    </a:moveTo>
                    <a:lnTo>
                      <a:pt x="1" y="656"/>
                    </a:lnTo>
                    <a:lnTo>
                      <a:pt x="1667" y="2739"/>
                    </a:lnTo>
                    <a:cubicBezTo>
                      <a:pt x="1667" y="2751"/>
                      <a:pt x="1667" y="2751"/>
                      <a:pt x="1667" y="2751"/>
                    </a:cubicBezTo>
                    <a:cubicBezTo>
                      <a:pt x="1679" y="2763"/>
                      <a:pt x="1679" y="2763"/>
                      <a:pt x="1691" y="2775"/>
                    </a:cubicBezTo>
                    <a:lnTo>
                      <a:pt x="3346" y="4859"/>
                    </a:lnTo>
                    <a:lnTo>
                      <a:pt x="4156" y="4216"/>
                    </a:lnTo>
                    <a:lnTo>
                      <a:pt x="2489" y="2108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22"/>
              <p:cNvSpPr/>
              <p:nvPr/>
            </p:nvSpPr>
            <p:spPr>
              <a:xfrm>
                <a:off x="5498291" y="3333775"/>
                <a:ext cx="115817" cy="135408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59" extrusionOk="0">
                    <a:moveTo>
                      <a:pt x="810" y="1"/>
                    </a:moveTo>
                    <a:lnTo>
                      <a:pt x="0" y="656"/>
                    </a:lnTo>
                    <a:lnTo>
                      <a:pt x="1667" y="2751"/>
                    </a:lnTo>
                    <a:cubicBezTo>
                      <a:pt x="2239" y="3454"/>
                      <a:pt x="2762" y="4156"/>
                      <a:pt x="3358" y="4859"/>
                    </a:cubicBezTo>
                    <a:lnTo>
                      <a:pt x="4156" y="4192"/>
                    </a:lnTo>
                    <a:cubicBezTo>
                      <a:pt x="3596" y="3525"/>
                      <a:pt x="3036" y="2799"/>
                      <a:pt x="2477" y="2108"/>
                    </a:cubicBez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22"/>
              <p:cNvSpPr/>
              <p:nvPr/>
            </p:nvSpPr>
            <p:spPr>
              <a:xfrm>
                <a:off x="5567288" y="3391180"/>
                <a:ext cx="1700" cy="1366"/>
              </a:xfrm>
              <a:custGeom>
                <a:avLst/>
                <a:gdLst/>
                <a:ahLst/>
                <a:cxnLst/>
                <a:rect l="l" t="t" r="r" b="b"/>
                <a:pathLst>
                  <a:path w="61" h="49" extrusionOk="0">
                    <a:moveTo>
                      <a:pt x="60" y="1"/>
                    </a:moveTo>
                    <a:lnTo>
                      <a:pt x="1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22"/>
              <p:cNvSpPr/>
              <p:nvPr/>
            </p:nvSpPr>
            <p:spPr>
              <a:xfrm>
                <a:off x="6713608" y="1785006"/>
                <a:ext cx="135408" cy="115817"/>
              </a:xfrm>
              <a:custGeom>
                <a:avLst/>
                <a:gdLst/>
                <a:ahLst/>
                <a:cxnLst/>
                <a:rect l="l" t="t" r="r" b="b"/>
                <a:pathLst>
                  <a:path w="4859" h="4156" extrusionOk="0">
                    <a:moveTo>
                      <a:pt x="4204" y="1"/>
                    </a:moveTo>
                    <a:lnTo>
                      <a:pt x="2108" y="1667"/>
                    </a:lnTo>
                    <a:lnTo>
                      <a:pt x="1" y="3346"/>
                    </a:lnTo>
                    <a:lnTo>
                      <a:pt x="644" y="4156"/>
                    </a:lnTo>
                    <a:lnTo>
                      <a:pt x="2751" y="2477"/>
                    </a:lnTo>
                    <a:lnTo>
                      <a:pt x="4859" y="810"/>
                    </a:lnTo>
                    <a:lnTo>
                      <a:pt x="42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2"/>
              <p:cNvSpPr/>
              <p:nvPr/>
            </p:nvSpPr>
            <p:spPr>
              <a:xfrm>
                <a:off x="6238510" y="1983751"/>
                <a:ext cx="148673" cy="77667"/>
              </a:xfrm>
              <a:custGeom>
                <a:avLst/>
                <a:gdLst/>
                <a:ahLst/>
                <a:cxnLst/>
                <a:rect l="l" t="t" r="r" b="b"/>
                <a:pathLst>
                  <a:path w="5335" h="2787" extrusionOk="0">
                    <a:moveTo>
                      <a:pt x="595" y="0"/>
                    </a:moveTo>
                    <a:lnTo>
                      <a:pt x="0" y="846"/>
                    </a:lnTo>
                    <a:cubicBezTo>
                      <a:pt x="191" y="989"/>
                      <a:pt x="393" y="1096"/>
                      <a:pt x="595" y="1227"/>
                    </a:cubicBezTo>
                    <a:cubicBezTo>
                      <a:pt x="798" y="1334"/>
                      <a:pt x="988" y="1477"/>
                      <a:pt x="1203" y="1572"/>
                    </a:cubicBezTo>
                    <a:cubicBezTo>
                      <a:pt x="1631" y="1774"/>
                      <a:pt x="2048" y="1989"/>
                      <a:pt x="2488" y="2143"/>
                    </a:cubicBezTo>
                    <a:cubicBezTo>
                      <a:pt x="3370" y="2489"/>
                      <a:pt x="4298" y="2667"/>
                      <a:pt x="5227" y="2786"/>
                    </a:cubicBezTo>
                    <a:lnTo>
                      <a:pt x="5334" y="1762"/>
                    </a:lnTo>
                    <a:cubicBezTo>
                      <a:pt x="4489" y="1643"/>
                      <a:pt x="3643" y="1489"/>
                      <a:pt x="2858" y="1167"/>
                    </a:cubicBezTo>
                    <a:cubicBezTo>
                      <a:pt x="2441" y="1036"/>
                      <a:pt x="2072" y="834"/>
                      <a:pt x="1679" y="655"/>
                    </a:cubicBezTo>
                    <a:cubicBezTo>
                      <a:pt x="1488" y="572"/>
                      <a:pt x="1310" y="441"/>
                      <a:pt x="1131" y="334"/>
                    </a:cubicBezTo>
                    <a:cubicBezTo>
                      <a:pt x="953" y="215"/>
                      <a:pt x="762" y="119"/>
                      <a:pt x="5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2"/>
              <p:cNvSpPr/>
              <p:nvPr/>
            </p:nvSpPr>
            <p:spPr>
              <a:xfrm>
                <a:off x="5893439" y="1576982"/>
                <a:ext cx="115817" cy="135074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7" extrusionOk="0">
                    <a:moveTo>
                      <a:pt x="810" y="0"/>
                    </a:moveTo>
                    <a:lnTo>
                      <a:pt x="1" y="643"/>
                    </a:lnTo>
                    <a:lnTo>
                      <a:pt x="1667" y="2751"/>
                    </a:lnTo>
                    <a:lnTo>
                      <a:pt x="3346" y="4846"/>
                    </a:lnTo>
                    <a:lnTo>
                      <a:pt x="4156" y="4203"/>
                    </a:lnTo>
                    <a:lnTo>
                      <a:pt x="2477" y="2108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2"/>
              <p:cNvSpPr/>
              <p:nvPr/>
            </p:nvSpPr>
            <p:spPr>
              <a:xfrm>
                <a:off x="5259390" y="1500990"/>
                <a:ext cx="99571" cy="142041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5097" extrusionOk="0">
                    <a:moveTo>
                      <a:pt x="2823" y="1"/>
                    </a:moveTo>
                    <a:cubicBezTo>
                      <a:pt x="1537" y="1358"/>
                      <a:pt x="572" y="3001"/>
                      <a:pt x="1" y="4775"/>
                    </a:cubicBezTo>
                    <a:lnTo>
                      <a:pt x="989" y="5097"/>
                    </a:lnTo>
                    <a:cubicBezTo>
                      <a:pt x="1513" y="3466"/>
                      <a:pt x="2406" y="1953"/>
                      <a:pt x="3573" y="703"/>
                    </a:cubicBezTo>
                    <a:lnTo>
                      <a:pt x="2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2"/>
              <p:cNvSpPr/>
              <p:nvPr/>
            </p:nvSpPr>
            <p:spPr>
              <a:xfrm>
                <a:off x="5435256" y="1389189"/>
                <a:ext cx="150652" cy="63733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2287" extrusionOk="0">
                    <a:moveTo>
                      <a:pt x="5382" y="0"/>
                    </a:moveTo>
                    <a:cubicBezTo>
                      <a:pt x="5144" y="12"/>
                      <a:pt x="4917" y="0"/>
                      <a:pt x="4679" y="24"/>
                    </a:cubicBezTo>
                    <a:lnTo>
                      <a:pt x="3989" y="108"/>
                    </a:lnTo>
                    <a:cubicBezTo>
                      <a:pt x="3524" y="155"/>
                      <a:pt x="3072" y="286"/>
                      <a:pt x="2608" y="381"/>
                    </a:cubicBezTo>
                    <a:cubicBezTo>
                      <a:pt x="2381" y="429"/>
                      <a:pt x="2167" y="500"/>
                      <a:pt x="1941" y="572"/>
                    </a:cubicBezTo>
                    <a:lnTo>
                      <a:pt x="1274" y="798"/>
                    </a:lnTo>
                    <a:cubicBezTo>
                      <a:pt x="845" y="965"/>
                      <a:pt x="417" y="1167"/>
                      <a:pt x="0" y="1358"/>
                    </a:cubicBezTo>
                    <a:lnTo>
                      <a:pt x="464" y="2286"/>
                    </a:lnTo>
                    <a:cubicBezTo>
                      <a:pt x="857" y="2108"/>
                      <a:pt x="1250" y="1929"/>
                      <a:pt x="1643" y="1763"/>
                    </a:cubicBezTo>
                    <a:lnTo>
                      <a:pt x="2250" y="1560"/>
                    </a:lnTo>
                    <a:cubicBezTo>
                      <a:pt x="2453" y="1501"/>
                      <a:pt x="2655" y="1429"/>
                      <a:pt x="2869" y="1382"/>
                    </a:cubicBezTo>
                    <a:cubicBezTo>
                      <a:pt x="3286" y="1298"/>
                      <a:pt x="3703" y="1179"/>
                      <a:pt x="4132" y="1143"/>
                    </a:cubicBezTo>
                    <a:lnTo>
                      <a:pt x="4763" y="1060"/>
                    </a:lnTo>
                    <a:cubicBezTo>
                      <a:pt x="4977" y="1036"/>
                      <a:pt x="5191" y="1036"/>
                      <a:pt x="5405" y="1036"/>
                    </a:cubicBezTo>
                    <a:lnTo>
                      <a:pt x="53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22"/>
              <p:cNvSpPr/>
              <p:nvPr/>
            </p:nvSpPr>
            <p:spPr>
              <a:xfrm>
                <a:off x="5697035" y="1406439"/>
                <a:ext cx="141706" cy="100574"/>
              </a:xfrm>
              <a:custGeom>
                <a:avLst/>
                <a:gdLst/>
                <a:ahLst/>
                <a:cxnLst/>
                <a:rect l="l" t="t" r="r" b="b"/>
                <a:pathLst>
                  <a:path w="5085" h="3609" extrusionOk="0">
                    <a:moveTo>
                      <a:pt x="322" y="1"/>
                    </a:moveTo>
                    <a:lnTo>
                      <a:pt x="0" y="977"/>
                    </a:lnTo>
                    <a:cubicBezTo>
                      <a:pt x="1619" y="1525"/>
                      <a:pt x="3131" y="2417"/>
                      <a:pt x="4370" y="3608"/>
                    </a:cubicBezTo>
                    <a:lnTo>
                      <a:pt x="5084" y="2846"/>
                    </a:lnTo>
                    <a:cubicBezTo>
                      <a:pt x="3727" y="1560"/>
                      <a:pt x="2084" y="584"/>
                      <a:pt x="3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22"/>
              <p:cNvSpPr/>
              <p:nvPr/>
            </p:nvSpPr>
            <p:spPr>
              <a:xfrm>
                <a:off x="6059997" y="1786009"/>
                <a:ext cx="115817" cy="135074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7" extrusionOk="0">
                    <a:moveTo>
                      <a:pt x="810" y="0"/>
                    </a:moveTo>
                    <a:lnTo>
                      <a:pt x="1" y="643"/>
                    </a:lnTo>
                    <a:lnTo>
                      <a:pt x="3346" y="4846"/>
                    </a:lnTo>
                    <a:lnTo>
                      <a:pt x="4156" y="4203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22"/>
              <p:cNvSpPr/>
              <p:nvPr/>
            </p:nvSpPr>
            <p:spPr>
              <a:xfrm>
                <a:off x="6497948" y="1951230"/>
                <a:ext cx="141706" cy="99236"/>
              </a:xfrm>
              <a:custGeom>
                <a:avLst/>
                <a:gdLst/>
                <a:ahLst/>
                <a:cxnLst/>
                <a:rect l="l" t="t" r="r" b="b"/>
                <a:pathLst>
                  <a:path w="5085" h="3561" extrusionOk="0">
                    <a:moveTo>
                      <a:pt x="4442" y="1"/>
                    </a:moveTo>
                    <a:cubicBezTo>
                      <a:pt x="4085" y="274"/>
                      <a:pt x="3739" y="572"/>
                      <a:pt x="3394" y="834"/>
                    </a:cubicBezTo>
                    <a:lnTo>
                      <a:pt x="2870" y="1203"/>
                    </a:lnTo>
                    <a:cubicBezTo>
                      <a:pt x="2787" y="1263"/>
                      <a:pt x="2703" y="1334"/>
                      <a:pt x="2608" y="1382"/>
                    </a:cubicBezTo>
                    <a:lnTo>
                      <a:pt x="2334" y="1548"/>
                    </a:lnTo>
                    <a:lnTo>
                      <a:pt x="1775" y="1858"/>
                    </a:lnTo>
                    <a:cubicBezTo>
                      <a:pt x="1584" y="1953"/>
                      <a:pt x="1394" y="2037"/>
                      <a:pt x="1191" y="2132"/>
                    </a:cubicBezTo>
                    <a:cubicBezTo>
                      <a:pt x="810" y="2322"/>
                      <a:pt x="406" y="2429"/>
                      <a:pt x="1" y="2572"/>
                    </a:cubicBezTo>
                    <a:lnTo>
                      <a:pt x="287" y="3560"/>
                    </a:lnTo>
                    <a:cubicBezTo>
                      <a:pt x="739" y="3406"/>
                      <a:pt x="1191" y="3287"/>
                      <a:pt x="1608" y="3072"/>
                    </a:cubicBezTo>
                    <a:cubicBezTo>
                      <a:pt x="1822" y="2977"/>
                      <a:pt x="2037" y="2894"/>
                      <a:pt x="2251" y="2787"/>
                    </a:cubicBezTo>
                    <a:lnTo>
                      <a:pt x="2858" y="2441"/>
                    </a:lnTo>
                    <a:lnTo>
                      <a:pt x="3168" y="2263"/>
                    </a:lnTo>
                    <a:cubicBezTo>
                      <a:pt x="3263" y="2203"/>
                      <a:pt x="3358" y="2132"/>
                      <a:pt x="3454" y="2060"/>
                    </a:cubicBezTo>
                    <a:lnTo>
                      <a:pt x="4025" y="1644"/>
                    </a:lnTo>
                    <a:cubicBezTo>
                      <a:pt x="4394" y="1370"/>
                      <a:pt x="4728" y="1096"/>
                      <a:pt x="5085" y="810"/>
                    </a:cubicBezTo>
                    <a:lnTo>
                      <a:pt x="44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22"/>
              <p:cNvSpPr/>
              <p:nvPr/>
            </p:nvSpPr>
            <p:spPr>
              <a:xfrm>
                <a:off x="5211962" y="2992047"/>
                <a:ext cx="28" cy="2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2"/>
              <p:cNvSpPr/>
              <p:nvPr/>
            </p:nvSpPr>
            <p:spPr>
              <a:xfrm>
                <a:off x="5211962" y="2992047"/>
                <a:ext cx="28" cy="2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22"/>
              <p:cNvSpPr/>
              <p:nvPr/>
            </p:nvSpPr>
            <p:spPr>
              <a:xfrm>
                <a:off x="5211962" y="2992047"/>
                <a:ext cx="28" cy="2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22"/>
              <p:cNvSpPr/>
              <p:nvPr/>
            </p:nvSpPr>
            <p:spPr>
              <a:xfrm>
                <a:off x="3222233" y="4403796"/>
                <a:ext cx="697" cy="697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0" y="0"/>
                    </a:moveTo>
                    <a:lnTo>
                      <a:pt x="24" y="24"/>
                    </a:lnTo>
                    <a:lnTo>
                      <a:pt x="24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22"/>
              <p:cNvSpPr/>
              <p:nvPr/>
            </p:nvSpPr>
            <p:spPr>
              <a:xfrm>
                <a:off x="3240151" y="4426033"/>
                <a:ext cx="362" cy="334"/>
              </a:xfrm>
              <a:custGeom>
                <a:avLst/>
                <a:gdLst/>
                <a:ahLst/>
                <a:cxnLst/>
                <a:rect l="l" t="t" r="r" b="b"/>
                <a:pathLst>
                  <a:path w="13" h="12" extrusionOk="0">
                    <a:moveTo>
                      <a:pt x="0" y="0"/>
                    </a:moveTo>
                    <a:lnTo>
                      <a:pt x="12" y="12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22"/>
              <p:cNvSpPr/>
              <p:nvPr/>
            </p:nvSpPr>
            <p:spPr>
              <a:xfrm>
                <a:off x="3240151" y="4426033"/>
                <a:ext cx="362" cy="334"/>
              </a:xfrm>
              <a:custGeom>
                <a:avLst/>
                <a:gdLst/>
                <a:ahLst/>
                <a:cxnLst/>
                <a:rect l="l" t="t" r="r" b="b"/>
                <a:pathLst>
                  <a:path w="13" h="12" fill="none" extrusionOk="0">
                    <a:moveTo>
                      <a:pt x="0" y="0"/>
                    </a:moveTo>
                    <a:lnTo>
                      <a:pt x="12" y="1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22"/>
              <p:cNvSpPr/>
              <p:nvPr/>
            </p:nvSpPr>
            <p:spPr>
              <a:xfrm>
                <a:off x="4499274" y="4298934"/>
                <a:ext cx="697" cy="362"/>
              </a:xfrm>
              <a:custGeom>
                <a:avLst/>
                <a:gdLst/>
                <a:ahLst/>
                <a:cxnLst/>
                <a:rect l="l" t="t" r="r" b="b"/>
                <a:pathLst>
                  <a:path w="25" h="13" extrusionOk="0">
                    <a:moveTo>
                      <a:pt x="24" y="1"/>
                    </a:moveTo>
                    <a:lnTo>
                      <a:pt x="1" y="1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22"/>
              <p:cNvSpPr/>
              <p:nvPr/>
            </p:nvSpPr>
            <p:spPr>
              <a:xfrm>
                <a:off x="4499274" y="4298934"/>
                <a:ext cx="697" cy="362"/>
              </a:xfrm>
              <a:custGeom>
                <a:avLst/>
                <a:gdLst/>
                <a:ahLst/>
                <a:cxnLst/>
                <a:rect l="l" t="t" r="r" b="b"/>
                <a:pathLst>
                  <a:path w="25" h="13" fill="none" extrusionOk="0">
                    <a:moveTo>
                      <a:pt x="24" y="1"/>
                    </a:moveTo>
                    <a:lnTo>
                      <a:pt x="1" y="1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22"/>
              <p:cNvSpPr/>
              <p:nvPr/>
            </p:nvSpPr>
            <p:spPr>
              <a:xfrm>
                <a:off x="4468426" y="2267432"/>
                <a:ext cx="28" cy="362"/>
              </a:xfrm>
              <a:custGeom>
                <a:avLst/>
                <a:gdLst/>
                <a:ahLst/>
                <a:cxnLst/>
                <a:rect l="l" t="t" r="r" b="b"/>
                <a:pathLst>
                  <a:path w="1" h="13" extrusionOk="0">
                    <a:moveTo>
                      <a:pt x="0" y="1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22"/>
              <p:cNvSpPr/>
              <p:nvPr/>
            </p:nvSpPr>
            <p:spPr>
              <a:xfrm>
                <a:off x="4468426" y="2267432"/>
                <a:ext cx="28" cy="362"/>
              </a:xfrm>
              <a:custGeom>
                <a:avLst/>
                <a:gdLst/>
                <a:ahLst/>
                <a:cxnLst/>
                <a:rect l="l" t="t" r="r" b="b"/>
                <a:pathLst>
                  <a:path w="1" h="13" fill="none" extrusionOk="0">
                    <a:moveTo>
                      <a:pt x="0" y="12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22"/>
              <p:cNvSpPr/>
              <p:nvPr/>
            </p:nvSpPr>
            <p:spPr>
              <a:xfrm>
                <a:off x="4901054" y="2555740"/>
                <a:ext cx="697" cy="362"/>
              </a:xfrm>
              <a:custGeom>
                <a:avLst/>
                <a:gdLst/>
                <a:ahLst/>
                <a:cxnLst/>
                <a:rect l="l" t="t" r="r" b="b"/>
                <a:pathLst>
                  <a:path w="25" h="13" extrusionOk="0">
                    <a:moveTo>
                      <a:pt x="25" y="1"/>
                    </a:moveTo>
                    <a:lnTo>
                      <a:pt x="1" y="1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22"/>
              <p:cNvSpPr/>
              <p:nvPr/>
            </p:nvSpPr>
            <p:spPr>
              <a:xfrm>
                <a:off x="4901054" y="2555740"/>
                <a:ext cx="697" cy="362"/>
              </a:xfrm>
              <a:custGeom>
                <a:avLst/>
                <a:gdLst/>
                <a:ahLst/>
                <a:cxnLst/>
                <a:rect l="l" t="t" r="r" b="b"/>
                <a:pathLst>
                  <a:path w="25" h="13" fill="none" extrusionOk="0">
                    <a:moveTo>
                      <a:pt x="25" y="1"/>
                    </a:moveTo>
                    <a:lnTo>
                      <a:pt x="1" y="1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22"/>
              <p:cNvSpPr/>
              <p:nvPr/>
            </p:nvSpPr>
            <p:spPr>
              <a:xfrm>
                <a:off x="5259390" y="1500990"/>
                <a:ext cx="99571" cy="142041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5097" extrusionOk="0">
                    <a:moveTo>
                      <a:pt x="2823" y="1"/>
                    </a:moveTo>
                    <a:cubicBezTo>
                      <a:pt x="1537" y="1358"/>
                      <a:pt x="572" y="3001"/>
                      <a:pt x="1" y="4775"/>
                    </a:cubicBezTo>
                    <a:lnTo>
                      <a:pt x="989" y="5097"/>
                    </a:lnTo>
                    <a:cubicBezTo>
                      <a:pt x="1513" y="3466"/>
                      <a:pt x="2406" y="1953"/>
                      <a:pt x="3573" y="703"/>
                    </a:cubicBezTo>
                    <a:lnTo>
                      <a:pt x="2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22"/>
              <p:cNvSpPr/>
              <p:nvPr/>
            </p:nvSpPr>
            <p:spPr>
              <a:xfrm>
                <a:off x="5697035" y="1406439"/>
                <a:ext cx="141706" cy="100574"/>
              </a:xfrm>
              <a:custGeom>
                <a:avLst/>
                <a:gdLst/>
                <a:ahLst/>
                <a:cxnLst/>
                <a:rect l="l" t="t" r="r" b="b"/>
                <a:pathLst>
                  <a:path w="5085" h="3609" extrusionOk="0">
                    <a:moveTo>
                      <a:pt x="322" y="1"/>
                    </a:moveTo>
                    <a:lnTo>
                      <a:pt x="0" y="977"/>
                    </a:lnTo>
                    <a:cubicBezTo>
                      <a:pt x="1619" y="1525"/>
                      <a:pt x="3131" y="2417"/>
                      <a:pt x="4370" y="3608"/>
                    </a:cubicBezTo>
                    <a:lnTo>
                      <a:pt x="5084" y="2846"/>
                    </a:lnTo>
                    <a:cubicBezTo>
                      <a:pt x="3727" y="1560"/>
                      <a:pt x="2084" y="584"/>
                      <a:pt x="3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22"/>
              <p:cNvSpPr/>
              <p:nvPr/>
            </p:nvSpPr>
            <p:spPr>
              <a:xfrm>
                <a:off x="6059663" y="1786344"/>
                <a:ext cx="115817" cy="135046"/>
              </a:xfrm>
              <a:custGeom>
                <a:avLst/>
                <a:gdLst/>
                <a:ahLst/>
                <a:cxnLst/>
                <a:rect l="l" t="t" r="r" b="b"/>
                <a:pathLst>
                  <a:path w="4156" h="4846" extrusionOk="0">
                    <a:moveTo>
                      <a:pt x="810" y="0"/>
                    </a:moveTo>
                    <a:lnTo>
                      <a:pt x="1" y="643"/>
                    </a:lnTo>
                    <a:lnTo>
                      <a:pt x="3334" y="4846"/>
                    </a:lnTo>
                    <a:lnTo>
                      <a:pt x="4156" y="4203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22"/>
              <p:cNvSpPr/>
              <p:nvPr/>
            </p:nvSpPr>
            <p:spPr>
              <a:xfrm>
                <a:off x="6238510" y="1983416"/>
                <a:ext cx="148673" cy="78001"/>
              </a:xfrm>
              <a:custGeom>
                <a:avLst/>
                <a:gdLst/>
                <a:ahLst/>
                <a:cxnLst/>
                <a:rect l="l" t="t" r="r" b="b"/>
                <a:pathLst>
                  <a:path w="5335" h="2799" extrusionOk="0">
                    <a:moveTo>
                      <a:pt x="595" y="0"/>
                    </a:moveTo>
                    <a:lnTo>
                      <a:pt x="0" y="858"/>
                    </a:lnTo>
                    <a:cubicBezTo>
                      <a:pt x="191" y="1001"/>
                      <a:pt x="393" y="1108"/>
                      <a:pt x="595" y="1239"/>
                    </a:cubicBezTo>
                    <a:cubicBezTo>
                      <a:pt x="798" y="1346"/>
                      <a:pt x="988" y="1489"/>
                      <a:pt x="1203" y="1584"/>
                    </a:cubicBezTo>
                    <a:cubicBezTo>
                      <a:pt x="1631" y="1786"/>
                      <a:pt x="2048" y="2001"/>
                      <a:pt x="2488" y="2155"/>
                    </a:cubicBezTo>
                    <a:cubicBezTo>
                      <a:pt x="3370" y="2501"/>
                      <a:pt x="4298" y="2679"/>
                      <a:pt x="5227" y="2798"/>
                    </a:cubicBezTo>
                    <a:lnTo>
                      <a:pt x="5334" y="1774"/>
                    </a:lnTo>
                    <a:cubicBezTo>
                      <a:pt x="4489" y="1655"/>
                      <a:pt x="3643" y="1501"/>
                      <a:pt x="2858" y="1179"/>
                    </a:cubicBezTo>
                    <a:cubicBezTo>
                      <a:pt x="2441" y="1048"/>
                      <a:pt x="2072" y="846"/>
                      <a:pt x="1679" y="667"/>
                    </a:cubicBezTo>
                    <a:cubicBezTo>
                      <a:pt x="1488" y="584"/>
                      <a:pt x="1310" y="453"/>
                      <a:pt x="1131" y="346"/>
                    </a:cubicBezTo>
                    <a:cubicBezTo>
                      <a:pt x="953" y="227"/>
                      <a:pt x="762" y="131"/>
                      <a:pt x="5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22"/>
              <p:cNvSpPr/>
              <p:nvPr/>
            </p:nvSpPr>
            <p:spPr>
              <a:xfrm>
                <a:off x="6497948" y="1951230"/>
                <a:ext cx="141706" cy="99236"/>
              </a:xfrm>
              <a:custGeom>
                <a:avLst/>
                <a:gdLst/>
                <a:ahLst/>
                <a:cxnLst/>
                <a:rect l="l" t="t" r="r" b="b"/>
                <a:pathLst>
                  <a:path w="5085" h="3561" extrusionOk="0">
                    <a:moveTo>
                      <a:pt x="4442" y="1"/>
                    </a:moveTo>
                    <a:cubicBezTo>
                      <a:pt x="4085" y="274"/>
                      <a:pt x="3739" y="572"/>
                      <a:pt x="3394" y="834"/>
                    </a:cubicBezTo>
                    <a:lnTo>
                      <a:pt x="2870" y="1203"/>
                    </a:lnTo>
                    <a:cubicBezTo>
                      <a:pt x="2787" y="1263"/>
                      <a:pt x="2703" y="1334"/>
                      <a:pt x="2608" y="1382"/>
                    </a:cubicBezTo>
                    <a:lnTo>
                      <a:pt x="2334" y="1548"/>
                    </a:lnTo>
                    <a:lnTo>
                      <a:pt x="1775" y="1858"/>
                    </a:lnTo>
                    <a:cubicBezTo>
                      <a:pt x="1584" y="1953"/>
                      <a:pt x="1394" y="2037"/>
                      <a:pt x="1191" y="2132"/>
                    </a:cubicBezTo>
                    <a:cubicBezTo>
                      <a:pt x="810" y="2322"/>
                      <a:pt x="406" y="2429"/>
                      <a:pt x="1" y="2572"/>
                    </a:cubicBezTo>
                    <a:lnTo>
                      <a:pt x="287" y="3560"/>
                    </a:lnTo>
                    <a:cubicBezTo>
                      <a:pt x="739" y="3406"/>
                      <a:pt x="1191" y="3287"/>
                      <a:pt x="1608" y="3072"/>
                    </a:cubicBezTo>
                    <a:cubicBezTo>
                      <a:pt x="1822" y="2977"/>
                      <a:pt x="2037" y="2894"/>
                      <a:pt x="2251" y="2787"/>
                    </a:cubicBezTo>
                    <a:lnTo>
                      <a:pt x="2858" y="2441"/>
                    </a:lnTo>
                    <a:lnTo>
                      <a:pt x="3168" y="2263"/>
                    </a:lnTo>
                    <a:cubicBezTo>
                      <a:pt x="3263" y="2203"/>
                      <a:pt x="3358" y="2132"/>
                      <a:pt x="3454" y="2060"/>
                    </a:cubicBezTo>
                    <a:lnTo>
                      <a:pt x="4025" y="1644"/>
                    </a:lnTo>
                    <a:cubicBezTo>
                      <a:pt x="4394" y="1370"/>
                      <a:pt x="4728" y="1096"/>
                      <a:pt x="5085" y="810"/>
                    </a:cubicBezTo>
                    <a:lnTo>
                      <a:pt x="44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22"/>
              <p:cNvSpPr/>
              <p:nvPr/>
            </p:nvSpPr>
            <p:spPr>
              <a:xfrm>
                <a:off x="5507905" y="1399806"/>
                <a:ext cx="362" cy="362"/>
              </a:xfrm>
              <a:custGeom>
                <a:avLst/>
                <a:gdLst/>
                <a:ahLst/>
                <a:cxnLst/>
                <a:rect l="l" t="t" r="r" b="b"/>
                <a:pathLst>
                  <a:path w="13" h="13" extrusionOk="0">
                    <a:moveTo>
                      <a:pt x="12" y="12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22"/>
              <p:cNvSpPr/>
              <p:nvPr/>
            </p:nvSpPr>
            <p:spPr>
              <a:xfrm>
                <a:off x="5515206" y="1427339"/>
                <a:ext cx="28" cy="362"/>
              </a:xfrm>
              <a:custGeom>
                <a:avLst/>
                <a:gdLst/>
                <a:ahLst/>
                <a:cxnLst/>
                <a:rect l="l" t="t" r="r" b="b"/>
                <a:pathLst>
                  <a:path w="1" h="13" extrusionOk="0">
                    <a:moveTo>
                      <a:pt x="0" y="13"/>
                    </a:moveTo>
                    <a:lnTo>
                      <a:pt x="0" y="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22"/>
              <p:cNvSpPr/>
              <p:nvPr/>
            </p:nvSpPr>
            <p:spPr>
              <a:xfrm>
                <a:off x="5515206" y="1427339"/>
                <a:ext cx="28" cy="362"/>
              </a:xfrm>
              <a:custGeom>
                <a:avLst/>
                <a:gdLst/>
                <a:ahLst/>
                <a:cxnLst/>
                <a:rect l="l" t="t" r="r" b="b"/>
                <a:pathLst>
                  <a:path w="1" h="13" fill="none" extrusionOk="0">
                    <a:moveTo>
                      <a:pt x="0" y="13"/>
                    </a:move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22"/>
              <p:cNvSpPr/>
              <p:nvPr/>
            </p:nvSpPr>
            <p:spPr>
              <a:xfrm>
                <a:off x="5243144" y="1754158"/>
                <a:ext cx="65043" cy="150652"/>
              </a:xfrm>
              <a:custGeom>
                <a:avLst/>
                <a:gdLst/>
                <a:ahLst/>
                <a:cxnLst/>
                <a:rect l="l" t="t" r="r" b="b"/>
                <a:pathLst>
                  <a:path w="2334" h="5406" extrusionOk="0">
                    <a:moveTo>
                      <a:pt x="1036" y="0"/>
                    </a:moveTo>
                    <a:lnTo>
                      <a:pt x="0" y="36"/>
                    </a:lnTo>
                    <a:cubicBezTo>
                      <a:pt x="24" y="965"/>
                      <a:pt x="179" y="1893"/>
                      <a:pt x="405" y="2798"/>
                    </a:cubicBezTo>
                    <a:cubicBezTo>
                      <a:pt x="524" y="3251"/>
                      <a:pt x="691" y="3691"/>
                      <a:pt x="834" y="4132"/>
                    </a:cubicBezTo>
                    <a:cubicBezTo>
                      <a:pt x="1024" y="4560"/>
                      <a:pt x="1203" y="4989"/>
                      <a:pt x="1417" y="5406"/>
                    </a:cubicBezTo>
                    <a:lnTo>
                      <a:pt x="2334" y="4929"/>
                    </a:lnTo>
                    <a:cubicBezTo>
                      <a:pt x="2132" y="4548"/>
                      <a:pt x="1977" y="4144"/>
                      <a:pt x="1798" y="3763"/>
                    </a:cubicBezTo>
                    <a:cubicBezTo>
                      <a:pt x="1667" y="3346"/>
                      <a:pt x="1512" y="2953"/>
                      <a:pt x="1405" y="2536"/>
                    </a:cubicBezTo>
                    <a:cubicBezTo>
                      <a:pt x="1203" y="1703"/>
                      <a:pt x="1048" y="857"/>
                      <a:pt x="10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22"/>
              <p:cNvSpPr/>
              <p:nvPr/>
            </p:nvSpPr>
            <p:spPr>
              <a:xfrm>
                <a:off x="5023166" y="3862989"/>
                <a:ext cx="98902" cy="142347"/>
              </a:xfrm>
              <a:custGeom>
                <a:avLst/>
                <a:gdLst/>
                <a:ahLst/>
                <a:cxnLst/>
                <a:rect l="l" t="t" r="r" b="b"/>
                <a:pathLst>
                  <a:path w="3549" h="5108" extrusionOk="0">
                    <a:moveTo>
                      <a:pt x="822" y="0"/>
                    </a:moveTo>
                    <a:lnTo>
                      <a:pt x="0" y="643"/>
                    </a:lnTo>
                    <a:cubicBezTo>
                      <a:pt x="286" y="988"/>
                      <a:pt x="572" y="1346"/>
                      <a:pt x="810" y="1691"/>
                    </a:cubicBezTo>
                    <a:lnTo>
                      <a:pt x="1179" y="2215"/>
                    </a:lnTo>
                    <a:cubicBezTo>
                      <a:pt x="1310" y="2381"/>
                      <a:pt x="1394" y="2572"/>
                      <a:pt x="1501" y="2751"/>
                    </a:cubicBezTo>
                    <a:cubicBezTo>
                      <a:pt x="1513" y="2751"/>
                      <a:pt x="1513" y="2762"/>
                      <a:pt x="1513" y="2774"/>
                    </a:cubicBezTo>
                    <a:cubicBezTo>
                      <a:pt x="1524" y="2786"/>
                      <a:pt x="1524" y="2798"/>
                      <a:pt x="1536" y="2798"/>
                    </a:cubicBezTo>
                    <a:lnTo>
                      <a:pt x="1834" y="3322"/>
                    </a:lnTo>
                    <a:cubicBezTo>
                      <a:pt x="1929" y="3513"/>
                      <a:pt x="2013" y="3715"/>
                      <a:pt x="2108" y="3917"/>
                    </a:cubicBezTo>
                    <a:cubicBezTo>
                      <a:pt x="2191" y="4108"/>
                      <a:pt x="2286" y="4298"/>
                      <a:pt x="2358" y="4501"/>
                    </a:cubicBezTo>
                    <a:lnTo>
                      <a:pt x="2560" y="5108"/>
                    </a:lnTo>
                    <a:lnTo>
                      <a:pt x="3549" y="4798"/>
                    </a:lnTo>
                    <a:lnTo>
                      <a:pt x="3334" y="4132"/>
                    </a:lnTo>
                    <a:cubicBezTo>
                      <a:pt x="3239" y="3917"/>
                      <a:pt x="3144" y="3703"/>
                      <a:pt x="3048" y="3489"/>
                    </a:cubicBezTo>
                    <a:cubicBezTo>
                      <a:pt x="2953" y="3274"/>
                      <a:pt x="2870" y="3060"/>
                      <a:pt x="2763" y="2858"/>
                    </a:cubicBezTo>
                    <a:lnTo>
                      <a:pt x="2417" y="2250"/>
                    </a:lnTo>
                    <a:cubicBezTo>
                      <a:pt x="2286" y="2048"/>
                      <a:pt x="2191" y="1834"/>
                      <a:pt x="2048" y="1643"/>
                    </a:cubicBezTo>
                    <a:lnTo>
                      <a:pt x="1644" y="1084"/>
                    </a:lnTo>
                    <a:cubicBezTo>
                      <a:pt x="1382" y="691"/>
                      <a:pt x="1096" y="345"/>
                      <a:pt x="8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6" name="Google Shape;826;p22"/>
          <p:cNvSpPr/>
          <p:nvPr/>
        </p:nvSpPr>
        <p:spPr>
          <a:xfrm>
            <a:off x="1912368" y="4266104"/>
            <a:ext cx="358693" cy="429590"/>
          </a:xfrm>
          <a:custGeom>
            <a:avLst/>
            <a:gdLst/>
            <a:ahLst/>
            <a:cxnLst/>
            <a:rect l="l" t="t" r="r" b="b"/>
            <a:pathLst>
              <a:path w="8955" h="10725" extrusionOk="0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2"/>
          <p:cNvSpPr/>
          <p:nvPr/>
        </p:nvSpPr>
        <p:spPr>
          <a:xfrm>
            <a:off x="3661481" y="3212054"/>
            <a:ext cx="358693" cy="429590"/>
          </a:xfrm>
          <a:custGeom>
            <a:avLst/>
            <a:gdLst/>
            <a:ahLst/>
            <a:cxnLst/>
            <a:rect l="l" t="t" r="r" b="b"/>
            <a:pathLst>
              <a:path w="8955" h="10725" extrusionOk="0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2"/>
          <p:cNvSpPr/>
          <p:nvPr/>
        </p:nvSpPr>
        <p:spPr>
          <a:xfrm>
            <a:off x="4934018" y="3836517"/>
            <a:ext cx="358693" cy="429590"/>
          </a:xfrm>
          <a:custGeom>
            <a:avLst/>
            <a:gdLst/>
            <a:ahLst/>
            <a:cxnLst/>
            <a:rect l="l" t="t" r="r" b="b"/>
            <a:pathLst>
              <a:path w="8955" h="10725" extrusionOk="0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2"/>
          <p:cNvSpPr/>
          <p:nvPr/>
        </p:nvSpPr>
        <p:spPr>
          <a:xfrm>
            <a:off x="4516981" y="1273704"/>
            <a:ext cx="358693" cy="429590"/>
          </a:xfrm>
          <a:custGeom>
            <a:avLst/>
            <a:gdLst/>
            <a:ahLst/>
            <a:cxnLst/>
            <a:rect l="l" t="t" r="r" b="b"/>
            <a:pathLst>
              <a:path w="8955" h="10725" extrusionOk="0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2"/>
          <p:cNvSpPr/>
          <p:nvPr/>
        </p:nvSpPr>
        <p:spPr>
          <a:xfrm>
            <a:off x="6464268" y="2782454"/>
            <a:ext cx="358693" cy="429590"/>
          </a:xfrm>
          <a:custGeom>
            <a:avLst/>
            <a:gdLst/>
            <a:ahLst/>
            <a:cxnLst/>
            <a:rect l="l" t="t" r="r" b="b"/>
            <a:pathLst>
              <a:path w="8955" h="10725" extrusionOk="0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674E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2"/>
          <p:cNvSpPr txBox="1"/>
          <p:nvPr/>
        </p:nvSpPr>
        <p:spPr>
          <a:xfrm>
            <a:off x="949925" y="3621375"/>
            <a:ext cx="2127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Lesson 1</a:t>
            </a:r>
            <a:endParaRPr sz="1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data do digital devices store about their users?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2"/>
          <p:cNvSpPr txBox="1"/>
          <p:nvPr/>
        </p:nvSpPr>
        <p:spPr>
          <a:xfrm>
            <a:off x="5380375" y="4130950"/>
            <a:ext cx="1711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Lesson 3</a:t>
            </a:r>
            <a:endParaRPr sz="1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are the ethical issues of online adverts? What is metadata?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2"/>
          <p:cNvSpPr txBox="1"/>
          <p:nvPr/>
        </p:nvSpPr>
        <p:spPr>
          <a:xfrm>
            <a:off x="2846475" y="911775"/>
            <a:ext cx="1857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Lesson 5</a:t>
            </a:r>
            <a:endParaRPr sz="1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 we protect ourselves against unwanted attention online?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2"/>
          <p:cNvSpPr txBox="1"/>
          <p:nvPr/>
        </p:nvSpPr>
        <p:spPr>
          <a:xfrm>
            <a:off x="8430025" y="326200"/>
            <a:ext cx="1590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Aim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2"/>
          <p:cNvSpPr txBox="1"/>
          <p:nvPr/>
        </p:nvSpPr>
        <p:spPr>
          <a:xfrm>
            <a:off x="6773800" y="3268450"/>
            <a:ext cx="2200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Lesson 6</a:t>
            </a:r>
            <a:endParaRPr sz="1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 brute force attack? What are VPNs, cookies, Internet search histories?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2"/>
          <p:cNvSpPr txBox="1"/>
          <p:nvPr/>
        </p:nvSpPr>
        <p:spPr>
          <a:xfrm>
            <a:off x="2085300" y="170275"/>
            <a:ext cx="378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Forensics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2"/>
          <p:cNvSpPr txBox="1"/>
          <p:nvPr/>
        </p:nvSpPr>
        <p:spPr>
          <a:xfrm>
            <a:off x="541713" y="911763"/>
            <a:ext cx="7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Information Technology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4DAA1"/>
              </a:buClr>
              <a:buSzPts val="11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2"/>
          <p:cNvSpPr txBox="1"/>
          <p:nvPr/>
        </p:nvSpPr>
        <p:spPr>
          <a:xfrm>
            <a:off x="524013" y="388975"/>
            <a:ext cx="82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Science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4DAA1"/>
              </a:buClr>
              <a:buSzPts val="11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2"/>
          <p:cNvSpPr txBox="1"/>
          <p:nvPr/>
        </p:nvSpPr>
        <p:spPr>
          <a:xfrm>
            <a:off x="541700" y="1434563"/>
            <a:ext cx="7938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Online Safety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2"/>
          <p:cNvSpPr txBox="1"/>
          <p:nvPr/>
        </p:nvSpPr>
        <p:spPr>
          <a:xfrm>
            <a:off x="147900" y="67163"/>
            <a:ext cx="1176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Computing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1" name="Google Shape;84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62010" y="290467"/>
            <a:ext cx="674739" cy="954301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22"/>
          <p:cNvSpPr txBox="1"/>
          <p:nvPr/>
        </p:nvSpPr>
        <p:spPr>
          <a:xfrm>
            <a:off x="2241925" y="2548500"/>
            <a:ext cx="2004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Lesson 2</a:t>
            </a:r>
            <a:endParaRPr sz="1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we really have privacy? Is our location always being tracked by the apps on our phones?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2"/>
          <p:cNvSpPr/>
          <p:nvPr/>
        </p:nvSpPr>
        <p:spPr>
          <a:xfrm>
            <a:off x="5435393" y="632329"/>
            <a:ext cx="358693" cy="429590"/>
          </a:xfrm>
          <a:custGeom>
            <a:avLst/>
            <a:gdLst/>
            <a:ahLst/>
            <a:cxnLst/>
            <a:rect l="l" t="t" r="r" b="b"/>
            <a:pathLst>
              <a:path w="8955" h="10725" extrusionOk="0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2"/>
          <p:cNvSpPr txBox="1"/>
          <p:nvPr/>
        </p:nvSpPr>
        <p:spPr>
          <a:xfrm>
            <a:off x="4139560" y="211204"/>
            <a:ext cx="1942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Lesson  7</a:t>
            </a:r>
            <a:br>
              <a:rPr lang="en-GB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can instances of online grooming be avoided?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5" name="Google Shape;845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1150" y="67163"/>
            <a:ext cx="606425" cy="6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887" y="411463"/>
            <a:ext cx="429768" cy="429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887" y="904363"/>
            <a:ext cx="429768" cy="429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888" y="1397275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22"/>
          <p:cNvSpPr txBox="1"/>
          <p:nvPr/>
        </p:nvSpPr>
        <p:spPr>
          <a:xfrm>
            <a:off x="7063450" y="1551050"/>
            <a:ext cx="1898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Lesson  8</a:t>
            </a:r>
            <a:br>
              <a:rPr lang="en-GB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my understanding of the lesson questions throughout this topic? &amp; SRT 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2"/>
          <p:cNvSpPr/>
          <p:nvPr/>
        </p:nvSpPr>
        <p:spPr>
          <a:xfrm>
            <a:off x="7063543" y="1004979"/>
            <a:ext cx="358693" cy="429590"/>
          </a:xfrm>
          <a:custGeom>
            <a:avLst/>
            <a:gdLst/>
            <a:ahLst/>
            <a:cxnLst/>
            <a:rect l="l" t="t" r="r" b="b"/>
            <a:pathLst>
              <a:path w="8955" h="10725" extrusionOk="0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1" name="Google Shape;851;p2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49626" y="4420802"/>
            <a:ext cx="1818171" cy="6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22"/>
          <p:cNvSpPr txBox="1"/>
          <p:nvPr/>
        </p:nvSpPr>
        <p:spPr>
          <a:xfrm>
            <a:off x="2504393" y="1828250"/>
            <a:ext cx="1898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Lesson 4</a:t>
            </a:r>
            <a:endParaRPr sz="1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can a database be questioned?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2"/>
          <p:cNvSpPr/>
          <p:nvPr/>
        </p:nvSpPr>
        <p:spPr>
          <a:xfrm>
            <a:off x="3949081" y="1915542"/>
            <a:ext cx="358693" cy="429590"/>
          </a:xfrm>
          <a:custGeom>
            <a:avLst/>
            <a:gdLst/>
            <a:ahLst/>
            <a:cxnLst/>
            <a:rect l="l" t="t" r="r" b="b"/>
            <a:pathLst>
              <a:path w="8955" h="10725" extrusionOk="0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6"/>
          <p:cNvSpPr txBox="1">
            <a:spLocks noGrp="1"/>
          </p:cNvSpPr>
          <p:nvPr>
            <p:ph type="title"/>
          </p:nvPr>
        </p:nvSpPr>
        <p:spPr>
          <a:xfrm>
            <a:off x="713275" y="64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b="0">
                <a:latin typeface="Calibri"/>
                <a:ea typeface="Calibri"/>
                <a:cs typeface="Calibri"/>
                <a:sym typeface="Calibri"/>
              </a:rPr>
              <a:t>Recap &amp; briefing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6"/>
          <p:cNvSpPr txBox="1">
            <a:spLocks noGrp="1"/>
          </p:cNvSpPr>
          <p:nvPr>
            <p:ph type="body" idx="1"/>
          </p:nvPr>
        </p:nvSpPr>
        <p:spPr>
          <a:xfrm>
            <a:off x="713275" y="988600"/>
            <a:ext cx="43891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Last lesson you unlocked Ashley Williams's safe and computer.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Today you search his PC (Exhibit AW/02) and his phone (AW/03) for evidence.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Open "Searching the Computer" from Google Classroom.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0" name="Google Shape;90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398017">
            <a:off x="5234650" y="1824325"/>
            <a:ext cx="3604200" cy="201978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901" name="Google Shape;90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4800" y="3568050"/>
            <a:ext cx="2240676" cy="12971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902" name="Google Shape;902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94700" y="605550"/>
            <a:ext cx="1948976" cy="98427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903" name="Google Shape;903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891208">
            <a:off x="401512" y="2652209"/>
            <a:ext cx="2832198" cy="155500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904" name="Google Shape;904;p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459964">
            <a:off x="2280463" y="2789849"/>
            <a:ext cx="2903225" cy="166282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905" name="Google Shape;905;p2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1422239">
            <a:off x="6767827" y="3266635"/>
            <a:ext cx="2063673" cy="108605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  <p:pic>
        <p:nvPicPr>
          <p:cNvPr id="906" name="Google Shape;906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188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1"/>
          <p:cNvSpPr/>
          <p:nvPr/>
        </p:nvSpPr>
        <p:spPr>
          <a:xfrm>
            <a:off x="1196325" y="853525"/>
            <a:ext cx="7002300" cy="3469800"/>
          </a:xfrm>
          <a:prstGeom prst="rect">
            <a:avLst/>
          </a:prstGeom>
          <a:solidFill>
            <a:srgbClr val="F8EAD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0" name="Google Shape;950;p31"/>
          <p:cNvPicPr preferRelativeResize="0"/>
          <p:nvPr/>
        </p:nvPicPr>
        <p:blipFill rotWithShape="1">
          <a:blip r:embed="rId3">
            <a:alphaModFix/>
          </a:blip>
          <a:srcRect l="29076" r="28773"/>
          <a:stretch/>
        </p:blipFill>
        <p:spPr>
          <a:xfrm>
            <a:off x="7221325" y="853525"/>
            <a:ext cx="930375" cy="11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956169">
            <a:off x="1505766" y="709638"/>
            <a:ext cx="357192" cy="1125867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31"/>
          <p:cNvSpPr txBox="1">
            <a:spLocks noGrp="1"/>
          </p:cNvSpPr>
          <p:nvPr>
            <p:ph type="title"/>
          </p:nvPr>
        </p:nvSpPr>
        <p:spPr>
          <a:xfrm>
            <a:off x="713275" y="64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b="0">
                <a:latin typeface="Calibri"/>
                <a:ea typeface="Calibri"/>
                <a:cs typeface="Calibri"/>
                <a:sym typeface="Calibri"/>
              </a:rPr>
              <a:t>Get Digging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1"/>
          <p:cNvSpPr txBox="1">
            <a:spLocks noGrp="1"/>
          </p:cNvSpPr>
          <p:nvPr>
            <p:ph type="body" idx="1"/>
          </p:nvPr>
        </p:nvSpPr>
        <p:spPr>
          <a:xfrm>
            <a:off x="1901725" y="978575"/>
            <a:ext cx="51126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files on the computer and messages on the Samsung phone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1"/>
          <p:cNvSpPr txBox="1"/>
          <p:nvPr/>
        </p:nvSpPr>
        <p:spPr>
          <a:xfrm>
            <a:off x="1196325" y="1741350"/>
            <a:ext cx="70536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digital forensic team have found files that show that Ashley Williams was stalking Maria for a substantial amount of time (before he even contacted her on </a:t>
            </a:r>
            <a:r>
              <a:rPr lang="en-GB" sz="16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instagram</a:t>
            </a:r>
            <a:r>
              <a:rPr lang="en-GB" sz="1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 The files included photographs of Maria and her friends at the shops and walking home from school.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GB" sz="16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were taken using the Samsung phone found in the house. 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5" name="Google Shape;955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1"/>
          <p:cNvSpPr/>
          <p:nvPr/>
        </p:nvSpPr>
        <p:spPr>
          <a:xfrm>
            <a:off x="1196325" y="853525"/>
            <a:ext cx="7002300" cy="3469800"/>
          </a:xfrm>
          <a:prstGeom prst="rect">
            <a:avLst/>
          </a:prstGeom>
          <a:solidFill>
            <a:srgbClr val="F8EAD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0" name="Google Shape;950;p31"/>
          <p:cNvPicPr preferRelativeResize="0"/>
          <p:nvPr/>
        </p:nvPicPr>
        <p:blipFill rotWithShape="1">
          <a:blip r:embed="rId3">
            <a:alphaModFix/>
          </a:blip>
          <a:srcRect l="29076" r="28773"/>
          <a:stretch/>
        </p:blipFill>
        <p:spPr>
          <a:xfrm>
            <a:off x="7221325" y="853525"/>
            <a:ext cx="930375" cy="11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956169">
            <a:off x="1505766" y="709638"/>
            <a:ext cx="357192" cy="1125867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31"/>
          <p:cNvSpPr txBox="1">
            <a:spLocks noGrp="1"/>
          </p:cNvSpPr>
          <p:nvPr>
            <p:ph type="title"/>
          </p:nvPr>
        </p:nvSpPr>
        <p:spPr>
          <a:xfrm>
            <a:off x="713275" y="64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b="0">
                <a:latin typeface="Calibri"/>
                <a:ea typeface="Calibri"/>
                <a:cs typeface="Calibri"/>
                <a:sym typeface="Calibri"/>
              </a:rPr>
              <a:t>Red Flags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1"/>
          <p:cNvSpPr txBox="1">
            <a:spLocks noGrp="1"/>
          </p:cNvSpPr>
          <p:nvPr>
            <p:ph type="body" idx="1"/>
          </p:nvPr>
        </p:nvSpPr>
        <p:spPr>
          <a:xfrm>
            <a:off x="1901725" y="978575"/>
            <a:ext cx="51126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Obsessive behaviour: signs to look out for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1"/>
          <p:cNvSpPr txBox="1"/>
          <p:nvPr/>
        </p:nvSpPr>
        <p:spPr>
          <a:xfrm>
            <a:off x="1196325" y="1741350"/>
            <a:ext cx="70536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Ashley's behaviour shows clear warning signs. None of this is normal, romantic or OK: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1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Fixating on one person and wanting to know where they are and what they are doing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1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Taking photos of someone without their knowledge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1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Creating fake accounts to get close to someone or their friends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1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Pushing someone to keep chats secret, or getting angry when they do not reply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notice any of these towards you or a friend: do not reply, screenshot it, block, and tell a trusted adult. You can also report to CEOP (ceop.police.uk).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5" name="Google Shape;955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3"/>
          <p:cNvSpPr txBox="1">
            <a:spLocks noGrp="1"/>
          </p:cNvSpPr>
          <p:nvPr>
            <p:ph type="title"/>
          </p:nvPr>
        </p:nvSpPr>
        <p:spPr>
          <a:xfrm>
            <a:off x="713275" y="64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b="0">
                <a:latin typeface="Calibri"/>
                <a:ea typeface="Calibri"/>
                <a:cs typeface="Calibri"/>
                <a:sym typeface="Calibri"/>
              </a:rPr>
              <a:t>Pause point 1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3"/>
          <p:cNvSpPr txBox="1">
            <a:spLocks noGrp="1"/>
          </p:cNvSpPr>
          <p:nvPr>
            <p:ph type="body" idx="1"/>
          </p:nvPr>
        </p:nvSpPr>
        <p:spPr>
          <a:xfrm>
            <a:off x="713275" y="1000075"/>
            <a:ext cx="77175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2100">
                <a:latin typeface="Calibri"/>
                <a:ea typeface="Calibri"/>
                <a:cs typeface="Calibri"/>
                <a:sym typeface="Calibri"/>
              </a:rPr>
              <a:t>Station 1: Crack the Login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3"/>
          <p:cNvSpPr txBox="1"/>
          <p:nvPr/>
        </p:nvSpPr>
        <p:spPr>
          <a:xfrm>
            <a:off x="713275" y="1543125"/>
            <a:ext cx="73152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 with your partner: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did Ashley's password fall in just 2 guesses?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would 'kettle tiger purple moon' take millions of years to crack?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defence would have stopped the attack completely?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carry on with Station 2: Browser Forensics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5" name="Google Shape;97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88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412" y="4254600"/>
            <a:ext cx="5400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33" title="classroo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2000" y="3987294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3"/>
          <p:cNvSpPr txBox="1">
            <a:spLocks noGrp="1"/>
          </p:cNvSpPr>
          <p:nvPr>
            <p:ph type="title"/>
          </p:nvPr>
        </p:nvSpPr>
        <p:spPr>
          <a:xfrm>
            <a:off x="713275" y="64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b="0">
                <a:latin typeface="Calibri"/>
                <a:ea typeface="Calibri"/>
                <a:cs typeface="Calibri"/>
                <a:sym typeface="Calibri"/>
              </a:rPr>
              <a:t>Pause point 2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3"/>
          <p:cNvSpPr txBox="1">
            <a:spLocks noGrp="1"/>
          </p:cNvSpPr>
          <p:nvPr>
            <p:ph type="body" idx="1"/>
          </p:nvPr>
        </p:nvSpPr>
        <p:spPr>
          <a:xfrm>
            <a:off x="713275" y="1000075"/>
            <a:ext cx="77175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2100">
                <a:latin typeface="Calibri"/>
                <a:ea typeface="Calibri"/>
                <a:cs typeface="Calibri"/>
                <a:sym typeface="Calibri"/>
              </a:rPr>
              <a:t>Stations 2 &amp; 3: history, cookies and deleted files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3"/>
          <p:cNvSpPr txBox="1"/>
          <p:nvPr/>
        </p:nvSpPr>
        <p:spPr>
          <a:xfrm>
            <a:off x="713275" y="1543125"/>
            <a:ext cx="73152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Ashley cleared his history and emptied the Recycle Bin.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didn't that hide anything?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actually happens when you delete a file?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should you do before selling your old phone?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carry on with Station 4: The Unpatched Phone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5" name="Google Shape;97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88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412" y="4254600"/>
            <a:ext cx="5400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33" title="classroo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2000" y="3987294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32"/>
          <p:cNvSpPr/>
          <p:nvPr/>
        </p:nvSpPr>
        <p:spPr>
          <a:xfrm>
            <a:off x="1196325" y="853525"/>
            <a:ext cx="7002300" cy="3469800"/>
          </a:xfrm>
          <a:prstGeom prst="rect">
            <a:avLst/>
          </a:prstGeom>
          <a:solidFill>
            <a:srgbClr val="F8EAD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1" name="Google Shape;961;p32"/>
          <p:cNvPicPr preferRelativeResize="0"/>
          <p:nvPr/>
        </p:nvPicPr>
        <p:blipFill rotWithShape="1">
          <a:blip r:embed="rId3">
            <a:alphaModFix/>
          </a:blip>
          <a:srcRect l="29076" r="28773"/>
          <a:stretch/>
        </p:blipFill>
        <p:spPr>
          <a:xfrm>
            <a:off x="7221325" y="853525"/>
            <a:ext cx="930375" cy="11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956169">
            <a:off x="1505766" y="709638"/>
            <a:ext cx="357192" cy="1125867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32"/>
          <p:cNvSpPr txBox="1"/>
          <p:nvPr/>
        </p:nvSpPr>
        <p:spPr>
          <a:xfrm>
            <a:off x="1234125" y="1719875"/>
            <a:ext cx="69390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Samsung phone (Exhibit AW/03) was locked with a PIN. Its last security patch was 1 March 2023.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hole that lets someone get past the lock screen was fixed in June 2023, so it was still open on Ashley's phone. With a warrant, the police lab used it to get in.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Inside were the fake Instagram accounts, the messages to Maria and the original photos.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2"/>
          <p:cNvSpPr/>
          <p:nvPr/>
        </p:nvSpPr>
        <p:spPr>
          <a:xfrm>
            <a:off x="3181375" y="3765175"/>
            <a:ext cx="2859000" cy="1005300"/>
          </a:xfrm>
          <a:prstGeom prst="wedgeRectCallout">
            <a:avLst>
              <a:gd name="adj1" fmla="val 51765"/>
              <a:gd name="adj2" fmla="val 87879"/>
            </a:avLst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 security patch? Why should you install updates as soon as they arrive?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2"/>
          <p:cNvSpPr txBox="1">
            <a:spLocks noGrp="1"/>
          </p:cNvSpPr>
          <p:nvPr>
            <p:ph type="title"/>
          </p:nvPr>
        </p:nvSpPr>
        <p:spPr>
          <a:xfrm>
            <a:off x="713275" y="64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b="0">
                <a:latin typeface="Calibri"/>
                <a:ea typeface="Calibri"/>
                <a:cs typeface="Calibri"/>
                <a:sym typeface="Calibri"/>
              </a:rPr>
              <a:t>Get Digging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2"/>
          <p:cNvSpPr txBox="1">
            <a:spLocks noGrp="1"/>
          </p:cNvSpPr>
          <p:nvPr>
            <p:ph type="body" idx="1"/>
          </p:nvPr>
        </p:nvSpPr>
        <p:spPr>
          <a:xfrm>
            <a:off x="1901725" y="978575"/>
            <a:ext cx="49557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unpatched Samsung phone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7" name="Google Shape;967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3"/>
          <p:cNvSpPr txBox="1">
            <a:spLocks noGrp="1"/>
          </p:cNvSpPr>
          <p:nvPr>
            <p:ph type="title"/>
          </p:nvPr>
        </p:nvSpPr>
        <p:spPr>
          <a:xfrm>
            <a:off x="713275" y="64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b="0">
                <a:latin typeface="Calibri"/>
                <a:ea typeface="Calibri"/>
                <a:cs typeface="Calibri"/>
                <a:sym typeface="Calibri"/>
              </a:rPr>
              <a:t>Finished? Breach Defence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3"/>
          <p:cNvSpPr txBox="1">
            <a:spLocks noGrp="1"/>
          </p:cNvSpPr>
          <p:nvPr>
            <p:ph type="body" idx="1"/>
          </p:nvPr>
        </p:nvSpPr>
        <p:spPr>
          <a:xfrm>
            <a:off x="713275" y="1000075"/>
            <a:ext cx="77175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2100">
                <a:latin typeface="Calibri"/>
                <a:ea typeface="Calibri"/>
                <a:cs typeface="Calibri"/>
                <a:sym typeface="Calibri"/>
              </a:rPr>
              <a:t>Extension: class challenge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3"/>
          <p:cNvSpPr txBox="1"/>
          <p:nvPr/>
        </p:nvSpPr>
        <p:spPr>
          <a:xfrm>
            <a:off x="713275" y="1543125"/>
            <a:ext cx="73152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your case report is filed, open Breach Defence.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Choose Class challenge and type the code: CYBER6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Everyone with the code gets the same threats in the same order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Best defence + speed + streaks = big score. Three breaches and you are out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Highest score by the end of the lesson wins!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5" name="Google Shape;97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88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412" y="4254600"/>
            <a:ext cx="5400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33" title="classroo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2000" y="3987294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3"/>
          <p:cNvSpPr/>
          <p:nvPr/>
        </p:nvSpPr>
        <p:spPr>
          <a:xfrm>
            <a:off x="1196325" y="853525"/>
            <a:ext cx="7002300" cy="3469800"/>
          </a:xfrm>
          <a:prstGeom prst="rect">
            <a:avLst/>
          </a:prstGeom>
          <a:solidFill>
            <a:srgbClr val="F8EAD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7" name="Google Shape;105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956169">
            <a:off x="1505766" y="709638"/>
            <a:ext cx="357192" cy="1125867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43"/>
          <p:cNvSpPr txBox="1">
            <a:spLocks noGrp="1"/>
          </p:cNvSpPr>
          <p:nvPr>
            <p:ph type="body" idx="1"/>
          </p:nvPr>
        </p:nvSpPr>
        <p:spPr>
          <a:xfrm>
            <a:off x="1952200" y="903425"/>
            <a:ext cx="51786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They will examine a device very closely. They may analyse the following (not an exhaustive list):</a:t>
            </a:r>
            <a:endParaRPr sz="1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43"/>
          <p:cNvSpPr txBox="1">
            <a:spLocks noGrp="1"/>
          </p:cNvSpPr>
          <p:nvPr>
            <p:ph type="title"/>
          </p:nvPr>
        </p:nvSpPr>
        <p:spPr>
          <a:xfrm>
            <a:off x="713275" y="64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700" b="0">
                <a:latin typeface="Calibri"/>
                <a:ea typeface="Calibri"/>
                <a:cs typeface="Calibri"/>
                <a:sym typeface="Calibri"/>
              </a:rPr>
              <a:t>Digital Forensic Investigators-what do they search for?</a:t>
            </a:r>
            <a:endParaRPr sz="2700"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3"/>
          <p:cNvSpPr txBox="1"/>
          <p:nvPr/>
        </p:nvSpPr>
        <p:spPr>
          <a:xfrm>
            <a:off x="1189750" y="1678675"/>
            <a:ext cx="70023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001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●"/>
            </a:pPr>
            <a:r>
              <a:rPr lang="en-GB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hard drive - what files are on the hard drive but also what files </a:t>
            </a:r>
            <a:br>
              <a:rPr lang="en-GB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have been purposefully destroyed - they use specialist software for this.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001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●"/>
            </a:pPr>
            <a:r>
              <a:rPr lang="en-GB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search history, cookies and any temporary files. What the suspect has been searching can be very important in an investigation.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001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●"/>
            </a:pPr>
            <a:r>
              <a:rPr lang="en-GB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Location settings - Have any apps stored the location?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001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●"/>
            </a:pPr>
            <a:r>
              <a:rPr lang="en-GB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device's software - an out-of-date phone may have known security holes that let investigators past the lock screen.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001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●"/>
            </a:pPr>
            <a:r>
              <a:rPr lang="en-GB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data - there is loads more data that our devices collect about us i.e health data.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1" name="Google Shape;1061;p43"/>
          <p:cNvPicPr preferRelativeResize="0"/>
          <p:nvPr/>
        </p:nvPicPr>
        <p:blipFill rotWithShape="1">
          <a:blip r:embed="rId4">
            <a:alphaModFix/>
          </a:blip>
          <a:srcRect l="29076" r="28773"/>
          <a:stretch/>
        </p:blipFill>
        <p:spPr>
          <a:xfrm>
            <a:off x="7221325" y="853525"/>
            <a:ext cx="930375" cy="11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188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3"/>
          <p:cNvSpPr txBox="1">
            <a:spLocks noGrp="1"/>
          </p:cNvSpPr>
          <p:nvPr>
            <p:ph type="title"/>
          </p:nvPr>
        </p:nvSpPr>
        <p:spPr>
          <a:xfrm>
            <a:off x="713275" y="64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b="0">
                <a:latin typeface="Calibri"/>
                <a:ea typeface="Calibri"/>
                <a:cs typeface="Calibri"/>
                <a:sym typeface="Calibri"/>
              </a:rPr>
              <a:t>Plenary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3"/>
          <p:cNvSpPr txBox="1">
            <a:spLocks noGrp="1"/>
          </p:cNvSpPr>
          <p:nvPr>
            <p:ph type="body" idx="1"/>
          </p:nvPr>
        </p:nvSpPr>
        <p:spPr>
          <a:xfrm>
            <a:off x="713275" y="1000075"/>
            <a:ext cx="77175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2100">
                <a:latin typeface="Calibri"/>
                <a:ea typeface="Calibri"/>
                <a:cs typeface="Calibri"/>
                <a:sym typeface="Calibri"/>
              </a:rPr>
              <a:t>Look back at your Do Now list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3"/>
          <p:cNvSpPr txBox="1"/>
          <p:nvPr/>
        </p:nvSpPr>
        <p:spPr>
          <a:xfrm>
            <a:off x="713275" y="1543125"/>
            <a:ext cx="73152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police seized your phone tonight, what could they find?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of those could you protect, and how? Are any of your devices waiting for an update?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ONE action will you take this week?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red flags would make you tell a trusted adult?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answer the lesson question on your MWB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5" name="Google Shape;97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88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412" y="4254600"/>
            <a:ext cx="5400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33" title="classroo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2000" y="3987294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44"/>
          <p:cNvSpPr txBox="1">
            <a:spLocks noGrp="1"/>
          </p:cNvSpPr>
          <p:nvPr>
            <p:ph type="title"/>
          </p:nvPr>
        </p:nvSpPr>
        <p:spPr>
          <a:xfrm>
            <a:off x="713275" y="64025"/>
            <a:ext cx="7717500" cy="25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3600" b="0" dirty="0">
                <a:latin typeface="Calibri"/>
                <a:ea typeface="Calibri"/>
                <a:cs typeface="Calibri"/>
                <a:sym typeface="Calibri"/>
              </a:rPr>
              <a:t>What is a brute force attack? What are </a:t>
            </a:r>
            <a:r>
              <a:rPr lang="en-GB" sz="3600" b="0">
                <a:latin typeface="Calibri"/>
                <a:ea typeface="Calibri"/>
                <a:cs typeface="Calibri"/>
                <a:sym typeface="Calibri"/>
              </a:rPr>
              <a:t>software updates, </a:t>
            </a:r>
            <a:r>
              <a:rPr lang="en-GB" sz="3600" b="0" dirty="0">
                <a:latin typeface="Calibri"/>
                <a:ea typeface="Calibri"/>
                <a:cs typeface="Calibri"/>
                <a:sym typeface="Calibri"/>
              </a:rPr>
              <a:t>cookies and internet search histories?</a:t>
            </a:r>
            <a:endParaRPr sz="5300" b="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8" name="Google Shape;106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88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412" y="4254600"/>
            <a:ext cx="5400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44" title="miniwhiteboar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2025" y="3987300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gital Forensics">
  <a:themeElements>
    <a:clrScheme name="Simple Light">
      <a:dk1>
        <a:srgbClr val="FFFFFF"/>
      </a:dk1>
      <a:lt1>
        <a:srgbClr val="00394B"/>
      </a:lt1>
      <a:dk2>
        <a:srgbClr val="002530"/>
      </a:dk2>
      <a:lt2>
        <a:srgbClr val="006F80"/>
      </a:lt2>
      <a:accent1>
        <a:srgbClr val="10908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1339</Words>
  <Application>Microsoft Office PowerPoint</Application>
  <PresentationFormat>On-screen Show (16:9)</PresentationFormat>
  <Paragraphs>112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Amatic SC</vt:lpstr>
      <vt:lpstr>Alumni Sans Pinstripe</vt:lpstr>
      <vt:lpstr>Advent Pro</vt:lpstr>
      <vt:lpstr>Calibri</vt:lpstr>
      <vt:lpstr>Courier New</vt:lpstr>
      <vt:lpstr>Digital Forensics</vt:lpstr>
      <vt:lpstr>On your MWB:  What do you remember about what happened to Maria? If the police seized YOUR phone tonight, what could they find out about you? List 3 things.</vt:lpstr>
      <vt:lpstr>Messages</vt:lpstr>
      <vt:lpstr>PowerPoint Presentation</vt:lpstr>
      <vt:lpstr>Recap &amp; briefing</vt:lpstr>
      <vt:lpstr>Get Digging</vt:lpstr>
      <vt:lpstr>Red Flags</vt:lpstr>
      <vt:lpstr>Pause point 1</vt:lpstr>
      <vt:lpstr>Pause point 2</vt:lpstr>
      <vt:lpstr>Get Digging</vt:lpstr>
      <vt:lpstr>Finished? Breach Defence</vt:lpstr>
      <vt:lpstr>Digital Forensic Investigators-what do they search for?</vt:lpstr>
      <vt:lpstr>Plenary</vt:lpstr>
      <vt:lpstr>What is a brute force attack? What are software updates, cookies and internet search histories?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your MWB:  What do you remember about what happened to Maria? If the police seized YOUR phone tonight, what could they find out about you? List 3 things.</dc:title>
  <cp:lastModifiedBy>N P Houlton</cp:lastModifiedBy>
  <cp:revision>2</cp:revision>
  <dcterms:modified xsi:type="dcterms:W3CDTF">2026-10-03T13:03:25Z</dcterms:modified>
</cp:coreProperties>
</file>