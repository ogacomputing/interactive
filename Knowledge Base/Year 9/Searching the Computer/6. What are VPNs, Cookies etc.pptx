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7A3282-2428-47CD-854C-C9963A74D48C}">
  <a:tblStyle styleId="{957A3282-2428-47CD-854C-C9963A74D4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383416896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383416896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52400" y="4721275"/>
            <a:ext cx="709757" cy="2698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Google Shape;55;p13"/>
          <p:cNvGraphicFramePr/>
          <p:nvPr/>
        </p:nvGraphicFramePr>
        <p:xfrm>
          <a:off x="376825" y="17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{957A3282-2428-47CD-854C-C9963A74D48C}</a:tableStyleId>
              </a:tblPr>
              <a:tblGrid>
                <a:gridCol w="3097325"/>
              </a:tblGrid>
              <a:tr h="649525"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Calibri"/>
                        <a:buAutoNum type="arabicPeriod"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a Cookie and what type of data does it collect about a user?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161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900" y="461800"/>
            <a:ext cx="554250" cy="554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" name="Google Shape;57;p13"/>
          <p:cNvGraphicFramePr/>
          <p:nvPr/>
        </p:nvGraphicFramePr>
        <p:xfrm>
          <a:off x="37682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{957A3282-2428-47CD-854C-C9963A74D48C}</a:tableStyleId>
              </a:tblPr>
              <a:tblGrid>
                <a:gridCol w="3097325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 What is the difference between an IP address and a Mac address?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141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" name="Google Shape;58;p13"/>
          <p:cNvGraphicFramePr/>
          <p:nvPr/>
        </p:nvGraphicFramePr>
        <p:xfrm>
          <a:off x="3603575" y="17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{957A3282-2428-47CD-854C-C9963A74D48C}</a:tableStyleId>
              </a:tblPr>
              <a:tblGrid>
                <a:gridCol w="3097325"/>
              </a:tblGrid>
              <a:tr h="68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 What is a VPN? What do people use it for?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161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" name="Google Shape;59;p13"/>
          <p:cNvGraphicFramePr/>
          <p:nvPr/>
        </p:nvGraphicFramePr>
        <p:xfrm>
          <a:off x="36035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{957A3282-2428-47CD-854C-C9963A74D48C}</a:tableStyleId>
              </a:tblPr>
              <a:tblGrid>
                <a:gridCol w="3097325"/>
              </a:tblGrid>
              <a:tr h="77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What is a brute force attack?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140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E06666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" name="Google Shape;60;p13"/>
          <p:cNvGraphicFramePr/>
          <p:nvPr/>
        </p:nvGraphicFramePr>
        <p:xfrm>
          <a:off x="6830325" y="17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{957A3282-2428-47CD-854C-C9963A74D48C}</a:tableStyleId>
              </a:tblPr>
              <a:tblGrid>
                <a:gridCol w="2124750"/>
              </a:tblGrid>
              <a:tr h="81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When you delete a file on your computer, what actually happens to that file?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71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