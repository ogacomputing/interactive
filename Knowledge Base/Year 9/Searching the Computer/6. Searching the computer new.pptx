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Alumni Sans Pinstripe"/>
      <p:regular r:id="rId32"/>
      <p:italic r:id="rId33"/>
    </p:embeddedFont>
    <p:embeddedFont>
      <p:font typeface="Amatic SC"/>
      <p:regular r:id="rId34"/>
      <p:bold r:id="rId35"/>
    </p:embeddedFont>
    <p:embeddedFont>
      <p:font typeface="Advent Pr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F4AFC3-EAD0-4143-9F15-C550427DF202}">
  <a:tblStyle styleId="{91F4AFC3-EAD0-4143-9F15-C550427DF20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AlumniSansPinstripe-italic.fntdata"/><Relationship Id="rId10" Type="http://schemas.openxmlformats.org/officeDocument/2006/relationships/slide" Target="slides/slide4.xml"/><Relationship Id="rId32" Type="http://schemas.openxmlformats.org/officeDocument/2006/relationships/font" Target="fonts/AlumniSansPinstripe-regular.fntdata"/><Relationship Id="rId13" Type="http://schemas.openxmlformats.org/officeDocument/2006/relationships/slide" Target="slides/slide7.xml"/><Relationship Id="rId35" Type="http://schemas.openxmlformats.org/officeDocument/2006/relationships/font" Target="fonts/AmaticSC-bold.fntdata"/><Relationship Id="rId12" Type="http://schemas.openxmlformats.org/officeDocument/2006/relationships/slide" Target="slides/slide6.xml"/><Relationship Id="rId34" Type="http://schemas.openxmlformats.org/officeDocument/2006/relationships/font" Target="fonts/AmaticSC-regular.fntdata"/><Relationship Id="rId15" Type="http://schemas.openxmlformats.org/officeDocument/2006/relationships/slide" Target="slides/slide9.xml"/><Relationship Id="rId37" Type="http://schemas.openxmlformats.org/officeDocument/2006/relationships/font" Target="fonts/AdventPro-bold.fntdata"/><Relationship Id="rId14" Type="http://schemas.openxmlformats.org/officeDocument/2006/relationships/slide" Target="slides/slide8.xml"/><Relationship Id="rId36" Type="http://schemas.openxmlformats.org/officeDocument/2006/relationships/font" Target="fonts/AdventPro-regular.fntdata"/><Relationship Id="rId17" Type="http://schemas.openxmlformats.org/officeDocument/2006/relationships/slide" Target="slides/slide11.xml"/><Relationship Id="rId39" Type="http://schemas.openxmlformats.org/officeDocument/2006/relationships/font" Target="fonts/AdventPro-boldItalic.fntdata"/><Relationship Id="rId16" Type="http://schemas.openxmlformats.org/officeDocument/2006/relationships/slide" Target="slides/slide10.xml"/><Relationship Id="rId38" Type="http://schemas.openxmlformats.org/officeDocument/2006/relationships/font" Target="fonts/AdventPr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What is digital forensics?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0" name="Google Shape;8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6" name="Google Shape;8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9" name="Google Shape;9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8" name="Google Shape;9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6" name="Google Shape;92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7" name="Google Shape;93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7" name="Google Shape;9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8" name="Google Shape;9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0" name="Google Shape;9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0" name="Google Shape;9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8" name="Google Shape;9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6" name="Google Shape;99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3" name="Google Shape;10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0" name="Google Shape;10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0" name="Google Shape;102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7" name="Google Shape;102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4" name="Google Shape;105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5" name="Google Shape;10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6273577" y="4484743"/>
            <a:ext cx="1272310" cy="726501"/>
            <a:chOff x="6273577" y="4484743"/>
            <a:chExt cx="1272310" cy="726501"/>
          </a:xfrm>
        </p:grpSpPr>
        <p:sp>
          <p:nvSpPr>
            <p:cNvPr id="10" name="Google Shape;10;p2"/>
            <p:cNvSpPr/>
            <p:nvPr/>
          </p:nvSpPr>
          <p:spPr>
            <a:xfrm>
              <a:off x="7228835" y="448474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7228835"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7228835" y="508524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7419887" y="448474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7419887"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7037783" y="4684910"/>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7037783"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7037783" y="508524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6846732" y="4684910"/>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6464628" y="448474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6464628" y="4684910"/>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6464628"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6273577" y="448474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6273577"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6846732"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846732" y="508524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6273577" y="508524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655680" y="4684910"/>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6655680" y="4885077"/>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464628" y="508524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
          <p:cNvGrpSpPr/>
          <p:nvPr/>
        </p:nvGrpSpPr>
        <p:grpSpPr>
          <a:xfrm>
            <a:off x="146930" y="167266"/>
            <a:ext cx="2227589" cy="1527191"/>
            <a:chOff x="5519300" y="372750"/>
            <a:chExt cx="1039375" cy="712575"/>
          </a:xfrm>
        </p:grpSpPr>
        <p:sp>
          <p:nvSpPr>
            <p:cNvPr id="31" name="Google Shape;31;p2"/>
            <p:cNvSpPr/>
            <p:nvPr/>
          </p:nvSpPr>
          <p:spPr>
            <a:xfrm>
              <a:off x="641073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641073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41073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41073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49987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649987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49987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49987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6499875"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6321588"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632158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632158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632158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321588"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6321588"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14330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614330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6143302"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6143302"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6143302"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623244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6232445"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623244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623244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623244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623244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605415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605415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605415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605415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605415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605415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6054159"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587587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587587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587587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587587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596501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596501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596501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596501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596501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578672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578672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578672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578672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578672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5786729"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578672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560844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560844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560844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5608443"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5608443"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5608443"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569758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569758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5697586"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569758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569758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569758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5697586"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551930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5519300"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5519300"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5519300"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5519300"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2"/>
          <p:cNvSpPr/>
          <p:nvPr/>
        </p:nvSpPr>
        <p:spPr>
          <a:xfrm>
            <a:off x="3498074" y="-725725"/>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818424" y="3693001"/>
            <a:ext cx="3129600" cy="3129600"/>
          </a:xfrm>
          <a:prstGeom prst="blockArc">
            <a:avLst>
              <a:gd fmla="val 10800000" name="adj1"/>
              <a:gd fmla="val 78601" name="adj2"/>
              <a:gd fmla="val 1628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rot="8403633">
            <a:off x="-1694052" y="-1802996"/>
            <a:ext cx="4684741" cy="4684741"/>
          </a:xfrm>
          <a:prstGeom prst="blockArc">
            <a:avLst>
              <a:gd fmla="val 10800000" name="adj1"/>
              <a:gd fmla="val 21552055" name="adj2"/>
              <a:gd fmla="val 1222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1" name="Google Shape;101;p2"/>
          <p:cNvGrpSpPr/>
          <p:nvPr/>
        </p:nvGrpSpPr>
        <p:grpSpPr>
          <a:xfrm>
            <a:off x="7949855" y="310714"/>
            <a:ext cx="709249" cy="339196"/>
            <a:chOff x="5265975" y="1869575"/>
            <a:chExt cx="269400" cy="128825"/>
          </a:xfrm>
        </p:grpSpPr>
        <p:cxnSp>
          <p:nvCxnSpPr>
            <p:cNvPr id="102" name="Google Shape;102;p2"/>
            <p:cNvCxnSpPr/>
            <p:nvPr/>
          </p:nvCxnSpPr>
          <p:spPr>
            <a:xfrm>
              <a:off x="5265975" y="1869575"/>
              <a:ext cx="269400" cy="0"/>
            </a:xfrm>
            <a:prstGeom prst="straightConnector1">
              <a:avLst/>
            </a:prstGeom>
            <a:noFill/>
            <a:ln cap="flat" cmpd="sng" w="9525">
              <a:solidFill>
                <a:schemeClr val="dk1"/>
              </a:solidFill>
              <a:prstDash val="solid"/>
              <a:round/>
              <a:headEnd len="sm" w="sm" type="none"/>
              <a:tailEnd len="sm" w="sm" type="none"/>
            </a:ln>
          </p:spPr>
        </p:cxnSp>
        <p:cxnSp>
          <p:nvCxnSpPr>
            <p:cNvPr id="103" name="Google Shape;103;p2"/>
            <p:cNvCxnSpPr/>
            <p:nvPr/>
          </p:nvCxnSpPr>
          <p:spPr>
            <a:xfrm>
              <a:off x="5265975" y="1901781"/>
              <a:ext cx="269400" cy="0"/>
            </a:xfrm>
            <a:prstGeom prst="straightConnector1">
              <a:avLst/>
            </a:prstGeom>
            <a:noFill/>
            <a:ln cap="flat" cmpd="sng" w="9525">
              <a:solidFill>
                <a:schemeClr val="dk1"/>
              </a:solidFill>
              <a:prstDash val="solid"/>
              <a:round/>
              <a:headEnd len="sm" w="sm" type="none"/>
              <a:tailEnd len="sm" w="sm" type="none"/>
            </a:ln>
          </p:spPr>
        </p:cxnSp>
        <p:cxnSp>
          <p:nvCxnSpPr>
            <p:cNvPr id="104" name="Google Shape;104;p2"/>
            <p:cNvCxnSpPr/>
            <p:nvPr/>
          </p:nvCxnSpPr>
          <p:spPr>
            <a:xfrm>
              <a:off x="5265975" y="1933988"/>
              <a:ext cx="269400" cy="0"/>
            </a:xfrm>
            <a:prstGeom prst="straightConnector1">
              <a:avLst/>
            </a:prstGeom>
            <a:noFill/>
            <a:ln cap="flat" cmpd="sng" w="9525">
              <a:solidFill>
                <a:schemeClr val="dk1"/>
              </a:solidFill>
              <a:prstDash val="solid"/>
              <a:round/>
              <a:headEnd len="sm" w="sm" type="none"/>
              <a:tailEnd len="sm" w="sm" type="none"/>
            </a:ln>
          </p:spPr>
        </p:cxnSp>
        <p:cxnSp>
          <p:nvCxnSpPr>
            <p:cNvPr id="105" name="Google Shape;105;p2"/>
            <p:cNvCxnSpPr/>
            <p:nvPr/>
          </p:nvCxnSpPr>
          <p:spPr>
            <a:xfrm>
              <a:off x="5265975" y="1966194"/>
              <a:ext cx="269400" cy="0"/>
            </a:xfrm>
            <a:prstGeom prst="straightConnector1">
              <a:avLst/>
            </a:prstGeom>
            <a:noFill/>
            <a:ln cap="flat" cmpd="sng" w="9525">
              <a:solidFill>
                <a:schemeClr val="dk1"/>
              </a:solidFill>
              <a:prstDash val="solid"/>
              <a:round/>
              <a:headEnd len="sm" w="sm" type="none"/>
              <a:tailEnd len="sm" w="sm" type="none"/>
            </a:ln>
          </p:spPr>
        </p:cxnSp>
        <p:cxnSp>
          <p:nvCxnSpPr>
            <p:cNvPr id="106" name="Google Shape;106;p2"/>
            <p:cNvCxnSpPr/>
            <p:nvPr/>
          </p:nvCxnSpPr>
          <p:spPr>
            <a:xfrm>
              <a:off x="5265975" y="1998400"/>
              <a:ext cx="269400" cy="0"/>
            </a:xfrm>
            <a:prstGeom prst="straightConnector1">
              <a:avLst/>
            </a:prstGeom>
            <a:noFill/>
            <a:ln cap="flat" cmpd="sng" w="9525">
              <a:solidFill>
                <a:schemeClr val="dk1"/>
              </a:solidFill>
              <a:prstDash val="solid"/>
              <a:round/>
              <a:headEnd len="sm" w="sm" type="none"/>
              <a:tailEnd len="sm" w="sm" type="none"/>
            </a:ln>
          </p:spPr>
        </p:cxnSp>
      </p:grpSp>
      <p:sp>
        <p:nvSpPr>
          <p:cNvPr id="107" name="Google Shape;107;p2"/>
          <p:cNvSpPr/>
          <p:nvPr/>
        </p:nvSpPr>
        <p:spPr>
          <a:xfrm>
            <a:off x="1925875" y="4140975"/>
            <a:ext cx="2168100" cy="2168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rot="-1855996">
            <a:off x="8430736" y="1382619"/>
            <a:ext cx="1934093" cy="193409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8581300" y="1240975"/>
            <a:ext cx="1278000" cy="1278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txBox="1"/>
          <p:nvPr>
            <p:ph type="ctrTitle"/>
          </p:nvPr>
        </p:nvSpPr>
        <p:spPr>
          <a:xfrm>
            <a:off x="3817063" y="1228288"/>
            <a:ext cx="4499400" cy="1824000"/>
          </a:xfrm>
          <a:prstGeom prst="rect">
            <a:avLst/>
          </a:prstGeom>
          <a:noFill/>
          <a:ln>
            <a:noFill/>
          </a:ln>
        </p:spPr>
        <p:txBody>
          <a:bodyPr anchorCtr="0" anchor="t" bIns="91425" lIns="91425" spcFirstLastPara="1" rIns="91425" wrap="square" tIns="91425">
            <a:noAutofit/>
          </a:bodyPr>
          <a:lstStyle>
            <a:lvl1pPr lvl="0" algn="r">
              <a:lnSpc>
                <a:spcPct val="75000"/>
              </a:lnSpc>
              <a:spcBef>
                <a:spcPts val="0"/>
              </a:spcBef>
              <a:spcAft>
                <a:spcPts val="0"/>
              </a:spcAft>
              <a:buSzPts val="5200"/>
              <a:buNone/>
              <a:defRPr sz="71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1" name="Google Shape;111;p2"/>
          <p:cNvSpPr txBox="1"/>
          <p:nvPr>
            <p:ph idx="1" type="subTitle"/>
          </p:nvPr>
        </p:nvSpPr>
        <p:spPr>
          <a:xfrm>
            <a:off x="6343500" y="3052300"/>
            <a:ext cx="19728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12" name="Google Shape;112;p2" title="OGAT-CIT Logo White.png"/>
          <p:cNvPicPr preferRelativeResize="0"/>
          <p:nvPr/>
        </p:nvPicPr>
        <p:blipFill rotWithShape="1">
          <a:blip r:embed="rId2">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3" name="Shape 113"/>
        <p:cNvGrpSpPr/>
        <p:nvPr/>
      </p:nvGrpSpPr>
      <p:grpSpPr>
        <a:xfrm>
          <a:off x="0" y="0"/>
          <a:ext cx="0" cy="0"/>
          <a:chOff x="0" y="0"/>
          <a:chExt cx="0" cy="0"/>
        </a:xfrm>
      </p:grpSpPr>
      <p:sp>
        <p:nvSpPr>
          <p:cNvPr id="114" name="Google Shape;114;p3"/>
          <p:cNvSpPr txBox="1"/>
          <p:nvPr>
            <p:ph hasCustomPrompt="1" type="title"/>
          </p:nvPr>
        </p:nvSpPr>
        <p:spPr>
          <a:xfrm>
            <a:off x="1256050" y="1205625"/>
            <a:ext cx="6632100" cy="188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5" name="Google Shape;115;p3"/>
          <p:cNvSpPr txBox="1"/>
          <p:nvPr>
            <p:ph idx="1" type="subTitle"/>
          </p:nvPr>
        </p:nvSpPr>
        <p:spPr>
          <a:xfrm>
            <a:off x="1912038" y="3167400"/>
            <a:ext cx="5319900" cy="461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116" name="Google Shape;116;p3"/>
          <p:cNvPicPr preferRelativeResize="0"/>
          <p:nvPr/>
        </p:nvPicPr>
        <p:blipFill rotWithShape="1">
          <a:blip r:embed="rId2">
            <a:alphaModFix/>
          </a:blip>
          <a:srcRect b="0" l="0" r="0" t="0"/>
          <a:stretch/>
        </p:blipFill>
        <p:spPr>
          <a:xfrm flipH="1">
            <a:off x="-336671" y="358375"/>
            <a:ext cx="2038800" cy="1357842"/>
          </a:xfrm>
          <a:prstGeom prst="rect">
            <a:avLst/>
          </a:prstGeom>
          <a:noFill/>
          <a:ln>
            <a:noFill/>
          </a:ln>
        </p:spPr>
      </p:pic>
      <p:grpSp>
        <p:nvGrpSpPr>
          <p:cNvPr id="117" name="Google Shape;117;p3"/>
          <p:cNvGrpSpPr/>
          <p:nvPr/>
        </p:nvGrpSpPr>
        <p:grpSpPr>
          <a:xfrm flipH="1">
            <a:off x="6916420" y="380544"/>
            <a:ext cx="2227588" cy="726522"/>
            <a:chOff x="3799000" y="1820400"/>
            <a:chExt cx="1039375" cy="338989"/>
          </a:xfrm>
        </p:grpSpPr>
        <p:sp>
          <p:nvSpPr>
            <p:cNvPr id="118" name="Google Shape;118;p3"/>
            <p:cNvSpPr/>
            <p:nvPr/>
          </p:nvSpPr>
          <p:spPr>
            <a:xfrm>
              <a:off x="469043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469043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477957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4601288"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442300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442300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442300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451214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p:nvPr/>
          </p:nvSpPr>
          <p:spPr>
            <a:xfrm>
              <a:off x="4512145"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4512145"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433385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4333859"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433385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433385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415557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4155572"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415557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415557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424471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424471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424471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a:off x="424471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406642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406642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406642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p:nvPr/>
          </p:nvSpPr>
          <p:spPr>
            <a:xfrm>
              <a:off x="3888143"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p:nvPr/>
          </p:nvSpPr>
          <p:spPr>
            <a:xfrm>
              <a:off x="3888143"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
            <p:cNvSpPr/>
            <p:nvPr/>
          </p:nvSpPr>
          <p:spPr>
            <a:xfrm>
              <a:off x="3888143"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
            <p:cNvSpPr/>
            <p:nvPr/>
          </p:nvSpPr>
          <p:spPr>
            <a:xfrm>
              <a:off x="397728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p:nvPr/>
          </p:nvSpPr>
          <p:spPr>
            <a:xfrm>
              <a:off x="397728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
            <p:cNvSpPr/>
            <p:nvPr/>
          </p:nvSpPr>
          <p:spPr>
            <a:xfrm>
              <a:off x="397728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
            <p:cNvSpPr/>
            <p:nvPr/>
          </p:nvSpPr>
          <p:spPr>
            <a:xfrm>
              <a:off x="397728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p:nvPr/>
          </p:nvSpPr>
          <p:spPr>
            <a:xfrm>
              <a:off x="3799000"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
            <p:cNvSpPr/>
            <p:nvPr/>
          </p:nvSpPr>
          <p:spPr>
            <a:xfrm>
              <a:off x="3799000"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
            <p:cNvSpPr/>
            <p:nvPr/>
          </p:nvSpPr>
          <p:spPr>
            <a:xfrm>
              <a:off x="3799000"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
            <p:cNvSpPr/>
            <p:nvPr/>
          </p:nvSpPr>
          <p:spPr>
            <a:xfrm>
              <a:off x="3799000"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54" name="Google Shape;154;p3"/>
          <p:cNvPicPr preferRelativeResize="0"/>
          <p:nvPr/>
        </p:nvPicPr>
        <p:blipFill rotWithShape="1">
          <a:blip r:embed="rId3">
            <a:alphaModFix/>
          </a:blip>
          <a:srcRect b="0" l="0" r="0" t="0"/>
          <a:stretch/>
        </p:blipFill>
        <p:spPr>
          <a:xfrm>
            <a:off x="7309471" y="-171325"/>
            <a:ext cx="1602225" cy="1148801"/>
          </a:xfrm>
          <a:prstGeom prst="rect">
            <a:avLst/>
          </a:prstGeom>
          <a:noFill/>
          <a:ln>
            <a:noFill/>
          </a:ln>
        </p:spPr>
      </p:pic>
      <p:grpSp>
        <p:nvGrpSpPr>
          <p:cNvPr id="155" name="Google Shape;155;p3"/>
          <p:cNvGrpSpPr/>
          <p:nvPr/>
        </p:nvGrpSpPr>
        <p:grpSpPr>
          <a:xfrm flipH="1">
            <a:off x="-206996" y="-68959"/>
            <a:ext cx="2227588" cy="726522"/>
            <a:chOff x="3620725" y="372750"/>
            <a:chExt cx="1039375" cy="338989"/>
          </a:xfrm>
        </p:grpSpPr>
        <p:sp>
          <p:nvSpPr>
            <p:cNvPr id="156" name="Google Shape;156;p3"/>
            <p:cNvSpPr/>
            <p:nvPr/>
          </p:nvSpPr>
          <p:spPr>
            <a:xfrm>
              <a:off x="451215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
            <p:cNvSpPr/>
            <p:nvPr/>
          </p:nvSpPr>
          <p:spPr>
            <a:xfrm>
              <a:off x="451215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451215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
            <p:cNvSpPr/>
            <p:nvPr/>
          </p:nvSpPr>
          <p:spPr>
            <a:xfrm>
              <a:off x="460130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
            <p:cNvSpPr/>
            <p:nvPr/>
          </p:nvSpPr>
          <p:spPr>
            <a:xfrm>
              <a:off x="460130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
            <p:cNvSpPr/>
            <p:nvPr/>
          </p:nvSpPr>
          <p:spPr>
            <a:xfrm>
              <a:off x="4423013"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
            <p:cNvSpPr/>
            <p:nvPr/>
          </p:nvSpPr>
          <p:spPr>
            <a:xfrm>
              <a:off x="442301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
            <p:cNvSpPr/>
            <p:nvPr/>
          </p:nvSpPr>
          <p:spPr>
            <a:xfrm>
              <a:off x="442301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
            <p:cNvSpPr/>
            <p:nvPr/>
          </p:nvSpPr>
          <p:spPr>
            <a:xfrm>
              <a:off x="442301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
            <p:cNvSpPr/>
            <p:nvPr/>
          </p:nvSpPr>
          <p:spPr>
            <a:xfrm>
              <a:off x="424472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
            <p:cNvSpPr/>
            <p:nvPr/>
          </p:nvSpPr>
          <p:spPr>
            <a:xfrm>
              <a:off x="424472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p:nvPr/>
          </p:nvSpPr>
          <p:spPr>
            <a:xfrm>
              <a:off x="433387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
            <p:cNvSpPr/>
            <p:nvPr/>
          </p:nvSpPr>
          <p:spPr>
            <a:xfrm>
              <a:off x="4333870"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
            <p:cNvSpPr/>
            <p:nvPr/>
          </p:nvSpPr>
          <p:spPr>
            <a:xfrm>
              <a:off x="433387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p:nvPr/>
          </p:nvSpPr>
          <p:spPr>
            <a:xfrm>
              <a:off x="433387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
            <p:cNvSpPr/>
            <p:nvPr/>
          </p:nvSpPr>
          <p:spPr>
            <a:xfrm>
              <a:off x="415558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p:nvPr/>
          </p:nvSpPr>
          <p:spPr>
            <a:xfrm>
              <a:off x="415558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p:nvPr/>
          </p:nvSpPr>
          <p:spPr>
            <a:xfrm>
              <a:off x="415558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
            <p:cNvSpPr/>
            <p:nvPr/>
          </p:nvSpPr>
          <p:spPr>
            <a:xfrm>
              <a:off x="415558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
            <p:cNvSpPr/>
            <p:nvPr/>
          </p:nvSpPr>
          <p:spPr>
            <a:xfrm>
              <a:off x="397729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
            <p:cNvSpPr/>
            <p:nvPr/>
          </p:nvSpPr>
          <p:spPr>
            <a:xfrm>
              <a:off x="397729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
            <p:cNvSpPr/>
            <p:nvPr/>
          </p:nvSpPr>
          <p:spPr>
            <a:xfrm>
              <a:off x="397729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
            <p:cNvSpPr/>
            <p:nvPr/>
          </p:nvSpPr>
          <p:spPr>
            <a:xfrm>
              <a:off x="406644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
            <p:cNvSpPr/>
            <p:nvPr/>
          </p:nvSpPr>
          <p:spPr>
            <a:xfrm>
              <a:off x="406644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a:off x="406644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
            <p:cNvSpPr/>
            <p:nvPr/>
          </p:nvSpPr>
          <p:spPr>
            <a:xfrm>
              <a:off x="388815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
            <p:cNvSpPr/>
            <p:nvPr/>
          </p:nvSpPr>
          <p:spPr>
            <a:xfrm>
              <a:off x="388815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
            <p:cNvSpPr/>
            <p:nvPr/>
          </p:nvSpPr>
          <p:spPr>
            <a:xfrm>
              <a:off x="388815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p:nvPr/>
          </p:nvSpPr>
          <p:spPr>
            <a:xfrm>
              <a:off x="388815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
            <p:cNvSpPr/>
            <p:nvPr/>
          </p:nvSpPr>
          <p:spPr>
            <a:xfrm>
              <a:off x="370986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
            <p:cNvSpPr/>
            <p:nvPr/>
          </p:nvSpPr>
          <p:spPr>
            <a:xfrm>
              <a:off x="370986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
            <p:cNvSpPr/>
            <p:nvPr/>
          </p:nvSpPr>
          <p:spPr>
            <a:xfrm>
              <a:off x="370986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p:nvPr/>
          </p:nvSpPr>
          <p:spPr>
            <a:xfrm>
              <a:off x="379901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
            <p:cNvSpPr/>
            <p:nvPr/>
          </p:nvSpPr>
          <p:spPr>
            <a:xfrm>
              <a:off x="379901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
            <p:cNvSpPr/>
            <p:nvPr/>
          </p:nvSpPr>
          <p:spPr>
            <a:xfrm>
              <a:off x="3799011"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p:nvPr/>
          </p:nvSpPr>
          <p:spPr>
            <a:xfrm>
              <a:off x="379901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p:nvPr/>
          </p:nvSpPr>
          <p:spPr>
            <a:xfrm>
              <a:off x="362072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3" name="Google Shape;193;p3"/>
          <p:cNvSpPr/>
          <p:nvPr/>
        </p:nvSpPr>
        <p:spPr>
          <a:xfrm rot="10800000">
            <a:off x="39205" y="-757722"/>
            <a:ext cx="1735200" cy="1735200"/>
          </a:xfrm>
          <a:prstGeom prst="blockArc">
            <a:avLst>
              <a:gd fmla="val 5958233" name="adj1"/>
              <a:gd fmla="val 2313425" name="adj2"/>
              <a:gd fmla="val 2288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p:nvPr/>
        </p:nvSpPr>
        <p:spPr>
          <a:xfrm rot="10800000">
            <a:off x="255950" y="-712275"/>
            <a:ext cx="1643700" cy="164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 name="Google Shape;195;p3"/>
          <p:cNvPicPr preferRelativeResize="0"/>
          <p:nvPr/>
        </p:nvPicPr>
        <p:blipFill rotWithShape="1">
          <a:blip r:embed="rId3">
            <a:alphaModFix/>
          </a:blip>
          <a:srcRect b="0" l="0" r="0" t="0"/>
          <a:stretch/>
        </p:blipFill>
        <p:spPr>
          <a:xfrm>
            <a:off x="6118787" y="253415"/>
            <a:ext cx="797650" cy="571922"/>
          </a:xfrm>
          <a:prstGeom prst="rect">
            <a:avLst/>
          </a:prstGeom>
          <a:noFill/>
          <a:ln>
            <a:noFill/>
          </a:ln>
        </p:spPr>
      </p:pic>
      <p:pic>
        <p:nvPicPr>
          <p:cNvPr id="196" name="Google Shape;196;p3"/>
          <p:cNvPicPr preferRelativeResize="0"/>
          <p:nvPr/>
        </p:nvPicPr>
        <p:blipFill rotWithShape="1">
          <a:blip r:embed="rId3">
            <a:alphaModFix/>
          </a:blip>
          <a:srcRect b="0" l="0" r="0" t="0"/>
          <a:stretch/>
        </p:blipFill>
        <p:spPr>
          <a:xfrm>
            <a:off x="8374050" y="1410474"/>
            <a:ext cx="1052700" cy="754798"/>
          </a:xfrm>
          <a:prstGeom prst="rect">
            <a:avLst/>
          </a:prstGeom>
          <a:noFill/>
          <a:ln>
            <a:noFill/>
          </a:ln>
        </p:spPr>
      </p:pic>
      <p:pic>
        <p:nvPicPr>
          <p:cNvPr id="197" name="Google Shape;197;p3" title="OGAT-CIT Logo White.png"/>
          <p:cNvPicPr preferRelativeResize="0"/>
          <p:nvPr/>
        </p:nvPicPr>
        <p:blipFill rotWithShape="1">
          <a:blip r:embed="rId4">
            <a:alphaModFix/>
          </a:blip>
          <a:srcRect b="0" l="0" r="0" t="0"/>
          <a:stretch/>
        </p:blipFill>
        <p:spPr>
          <a:xfrm>
            <a:off x="7604150" y="4546848"/>
            <a:ext cx="1463649" cy="520450"/>
          </a:xfrm>
          <a:prstGeom prst="rect">
            <a:avLst/>
          </a:prstGeom>
          <a:noFill/>
          <a:ln>
            <a:noFill/>
          </a:ln>
        </p:spPr>
      </p:pic>
      <p:pic>
        <p:nvPicPr>
          <p:cNvPr id="198" name="Google Shape;198;p3"/>
          <p:cNvPicPr preferRelativeResize="0"/>
          <p:nvPr/>
        </p:nvPicPr>
        <p:blipFill rotWithShape="1">
          <a:blip r:embed="rId5">
            <a:alphaModFix/>
          </a:blip>
          <a:srcRect b="0" l="0" r="0" t="0"/>
          <a:stretch/>
        </p:blipFill>
        <p:spPr>
          <a:xfrm flipH="1">
            <a:off x="255938" y="114563"/>
            <a:ext cx="921650" cy="1215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9" name="Shape 19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0" name="Shape 200"/>
        <p:cNvGrpSpPr/>
        <p:nvPr/>
      </p:nvGrpSpPr>
      <p:grpSpPr>
        <a:xfrm>
          <a:off x="0" y="0"/>
          <a:ext cx="0" cy="0"/>
          <a:chOff x="0" y="0"/>
          <a:chExt cx="0" cy="0"/>
        </a:xfrm>
      </p:grpSpPr>
      <p:sp>
        <p:nvSpPr>
          <p:cNvPr id="201" name="Google Shape;201;p5"/>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02" name="Google Shape;202;p5"/>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0"/>
              </a:spcBef>
              <a:spcAft>
                <a:spcPts val="0"/>
              </a:spcAft>
              <a:buSzPts val="2000"/>
              <a:buChar char="●"/>
              <a:defRPr sz="2000"/>
            </a:lvl1pPr>
            <a:lvl2pPr indent="-342900" lvl="1" marL="914400" algn="l">
              <a:lnSpc>
                <a:spcPct val="100000"/>
              </a:lnSpc>
              <a:spcBef>
                <a:spcPts val="0"/>
              </a:spcBef>
              <a:spcAft>
                <a:spcPts val="0"/>
              </a:spcAft>
              <a:buSzPts val="1800"/>
              <a:buChar char="○"/>
              <a:defRPr sz="1800"/>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203" name="Google Shape;203;p5"/>
          <p:cNvGrpSpPr/>
          <p:nvPr/>
        </p:nvGrpSpPr>
        <p:grpSpPr>
          <a:xfrm flipH="1" rot="-5400000">
            <a:off x="7821325" y="679905"/>
            <a:ext cx="2227588" cy="726522"/>
            <a:chOff x="3799000" y="1820400"/>
            <a:chExt cx="1039375" cy="338989"/>
          </a:xfrm>
        </p:grpSpPr>
        <p:sp>
          <p:nvSpPr>
            <p:cNvPr id="204" name="Google Shape;204;p5"/>
            <p:cNvSpPr/>
            <p:nvPr/>
          </p:nvSpPr>
          <p:spPr>
            <a:xfrm>
              <a:off x="469043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5"/>
            <p:cNvSpPr/>
            <p:nvPr/>
          </p:nvSpPr>
          <p:spPr>
            <a:xfrm>
              <a:off x="469043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5"/>
            <p:cNvSpPr/>
            <p:nvPr/>
          </p:nvSpPr>
          <p:spPr>
            <a:xfrm>
              <a:off x="477957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
            <p:cNvSpPr/>
            <p:nvPr/>
          </p:nvSpPr>
          <p:spPr>
            <a:xfrm>
              <a:off x="4601288"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5"/>
            <p:cNvSpPr/>
            <p:nvPr/>
          </p:nvSpPr>
          <p:spPr>
            <a:xfrm>
              <a:off x="442300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5"/>
            <p:cNvSpPr/>
            <p:nvPr/>
          </p:nvSpPr>
          <p:spPr>
            <a:xfrm>
              <a:off x="442300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5"/>
            <p:cNvSpPr/>
            <p:nvPr/>
          </p:nvSpPr>
          <p:spPr>
            <a:xfrm>
              <a:off x="442300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5"/>
            <p:cNvSpPr/>
            <p:nvPr/>
          </p:nvSpPr>
          <p:spPr>
            <a:xfrm>
              <a:off x="451214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5"/>
            <p:cNvSpPr/>
            <p:nvPr/>
          </p:nvSpPr>
          <p:spPr>
            <a:xfrm>
              <a:off x="4512145"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5"/>
            <p:cNvSpPr/>
            <p:nvPr/>
          </p:nvSpPr>
          <p:spPr>
            <a:xfrm>
              <a:off x="4512145"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5"/>
            <p:cNvSpPr/>
            <p:nvPr/>
          </p:nvSpPr>
          <p:spPr>
            <a:xfrm>
              <a:off x="433385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5"/>
            <p:cNvSpPr/>
            <p:nvPr/>
          </p:nvSpPr>
          <p:spPr>
            <a:xfrm>
              <a:off x="4333859"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5"/>
            <p:cNvSpPr/>
            <p:nvPr/>
          </p:nvSpPr>
          <p:spPr>
            <a:xfrm>
              <a:off x="433385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
            <p:cNvSpPr/>
            <p:nvPr/>
          </p:nvSpPr>
          <p:spPr>
            <a:xfrm>
              <a:off x="433385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
            <p:cNvSpPr/>
            <p:nvPr/>
          </p:nvSpPr>
          <p:spPr>
            <a:xfrm>
              <a:off x="415557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
            <p:cNvSpPr/>
            <p:nvPr/>
          </p:nvSpPr>
          <p:spPr>
            <a:xfrm>
              <a:off x="4155572"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
            <p:cNvSpPr/>
            <p:nvPr/>
          </p:nvSpPr>
          <p:spPr>
            <a:xfrm>
              <a:off x="415557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5"/>
            <p:cNvSpPr/>
            <p:nvPr/>
          </p:nvSpPr>
          <p:spPr>
            <a:xfrm>
              <a:off x="415557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5"/>
            <p:cNvSpPr/>
            <p:nvPr/>
          </p:nvSpPr>
          <p:spPr>
            <a:xfrm>
              <a:off x="424471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
            <p:cNvSpPr/>
            <p:nvPr/>
          </p:nvSpPr>
          <p:spPr>
            <a:xfrm>
              <a:off x="424471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5"/>
            <p:cNvSpPr/>
            <p:nvPr/>
          </p:nvSpPr>
          <p:spPr>
            <a:xfrm>
              <a:off x="424471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
            <p:cNvSpPr/>
            <p:nvPr/>
          </p:nvSpPr>
          <p:spPr>
            <a:xfrm>
              <a:off x="424471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5"/>
            <p:cNvSpPr/>
            <p:nvPr/>
          </p:nvSpPr>
          <p:spPr>
            <a:xfrm>
              <a:off x="406642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5"/>
            <p:cNvSpPr/>
            <p:nvPr/>
          </p:nvSpPr>
          <p:spPr>
            <a:xfrm>
              <a:off x="406642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5"/>
            <p:cNvSpPr/>
            <p:nvPr/>
          </p:nvSpPr>
          <p:spPr>
            <a:xfrm>
              <a:off x="406642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5"/>
            <p:cNvSpPr/>
            <p:nvPr/>
          </p:nvSpPr>
          <p:spPr>
            <a:xfrm>
              <a:off x="3888143"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5"/>
            <p:cNvSpPr/>
            <p:nvPr/>
          </p:nvSpPr>
          <p:spPr>
            <a:xfrm>
              <a:off x="3888143"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5"/>
            <p:cNvSpPr/>
            <p:nvPr/>
          </p:nvSpPr>
          <p:spPr>
            <a:xfrm>
              <a:off x="3888143"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5"/>
            <p:cNvSpPr/>
            <p:nvPr/>
          </p:nvSpPr>
          <p:spPr>
            <a:xfrm>
              <a:off x="397728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5"/>
            <p:cNvSpPr/>
            <p:nvPr/>
          </p:nvSpPr>
          <p:spPr>
            <a:xfrm>
              <a:off x="397728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5"/>
            <p:cNvSpPr/>
            <p:nvPr/>
          </p:nvSpPr>
          <p:spPr>
            <a:xfrm>
              <a:off x="397728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
            <p:cNvSpPr/>
            <p:nvPr/>
          </p:nvSpPr>
          <p:spPr>
            <a:xfrm>
              <a:off x="397728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
            <p:cNvSpPr/>
            <p:nvPr/>
          </p:nvSpPr>
          <p:spPr>
            <a:xfrm>
              <a:off x="3799000"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5"/>
            <p:cNvSpPr/>
            <p:nvPr/>
          </p:nvSpPr>
          <p:spPr>
            <a:xfrm>
              <a:off x="3799000"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
            <p:cNvSpPr/>
            <p:nvPr/>
          </p:nvSpPr>
          <p:spPr>
            <a:xfrm>
              <a:off x="3799000"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 name="Google Shape;239;p5"/>
          <p:cNvGrpSpPr/>
          <p:nvPr/>
        </p:nvGrpSpPr>
        <p:grpSpPr>
          <a:xfrm flipH="1">
            <a:off x="-1654513" y="2869728"/>
            <a:ext cx="2227589" cy="1527191"/>
            <a:chOff x="5519300" y="372750"/>
            <a:chExt cx="1039375" cy="712575"/>
          </a:xfrm>
        </p:grpSpPr>
        <p:sp>
          <p:nvSpPr>
            <p:cNvPr id="240" name="Google Shape;240;p5"/>
            <p:cNvSpPr/>
            <p:nvPr/>
          </p:nvSpPr>
          <p:spPr>
            <a:xfrm>
              <a:off x="641073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5"/>
            <p:cNvSpPr/>
            <p:nvPr/>
          </p:nvSpPr>
          <p:spPr>
            <a:xfrm>
              <a:off x="641073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p:nvPr/>
          </p:nvSpPr>
          <p:spPr>
            <a:xfrm>
              <a:off x="641073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
            <p:cNvSpPr/>
            <p:nvPr/>
          </p:nvSpPr>
          <p:spPr>
            <a:xfrm>
              <a:off x="641073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5"/>
            <p:cNvSpPr/>
            <p:nvPr/>
          </p:nvSpPr>
          <p:spPr>
            <a:xfrm>
              <a:off x="649987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
            <p:cNvSpPr/>
            <p:nvPr/>
          </p:nvSpPr>
          <p:spPr>
            <a:xfrm>
              <a:off x="649987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5"/>
            <p:cNvSpPr/>
            <p:nvPr/>
          </p:nvSpPr>
          <p:spPr>
            <a:xfrm>
              <a:off x="649987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5"/>
            <p:cNvSpPr/>
            <p:nvPr/>
          </p:nvSpPr>
          <p:spPr>
            <a:xfrm>
              <a:off x="649987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5"/>
            <p:cNvSpPr/>
            <p:nvPr/>
          </p:nvSpPr>
          <p:spPr>
            <a:xfrm>
              <a:off x="6499875"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5"/>
            <p:cNvSpPr/>
            <p:nvPr/>
          </p:nvSpPr>
          <p:spPr>
            <a:xfrm>
              <a:off x="6321588"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5"/>
            <p:cNvSpPr/>
            <p:nvPr/>
          </p:nvSpPr>
          <p:spPr>
            <a:xfrm>
              <a:off x="632158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5"/>
            <p:cNvSpPr/>
            <p:nvPr/>
          </p:nvSpPr>
          <p:spPr>
            <a:xfrm>
              <a:off x="632158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
            <p:cNvSpPr/>
            <p:nvPr/>
          </p:nvSpPr>
          <p:spPr>
            <a:xfrm>
              <a:off x="632158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5"/>
            <p:cNvSpPr/>
            <p:nvPr/>
          </p:nvSpPr>
          <p:spPr>
            <a:xfrm>
              <a:off x="6321588"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5"/>
            <p:cNvSpPr/>
            <p:nvPr/>
          </p:nvSpPr>
          <p:spPr>
            <a:xfrm>
              <a:off x="6321588"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
            <p:cNvSpPr/>
            <p:nvPr/>
          </p:nvSpPr>
          <p:spPr>
            <a:xfrm>
              <a:off x="614330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5"/>
            <p:cNvSpPr/>
            <p:nvPr/>
          </p:nvSpPr>
          <p:spPr>
            <a:xfrm>
              <a:off x="614330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
            <p:cNvSpPr/>
            <p:nvPr/>
          </p:nvSpPr>
          <p:spPr>
            <a:xfrm>
              <a:off x="6143302"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5"/>
            <p:cNvSpPr/>
            <p:nvPr/>
          </p:nvSpPr>
          <p:spPr>
            <a:xfrm>
              <a:off x="6143302"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5"/>
            <p:cNvSpPr/>
            <p:nvPr/>
          </p:nvSpPr>
          <p:spPr>
            <a:xfrm>
              <a:off x="6143302"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
            <p:cNvSpPr/>
            <p:nvPr/>
          </p:nvSpPr>
          <p:spPr>
            <a:xfrm>
              <a:off x="623244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
            <p:cNvSpPr/>
            <p:nvPr/>
          </p:nvSpPr>
          <p:spPr>
            <a:xfrm>
              <a:off x="6232445"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5"/>
            <p:cNvSpPr/>
            <p:nvPr/>
          </p:nvSpPr>
          <p:spPr>
            <a:xfrm>
              <a:off x="623244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
            <p:cNvSpPr/>
            <p:nvPr/>
          </p:nvSpPr>
          <p:spPr>
            <a:xfrm>
              <a:off x="623244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
            <p:cNvSpPr/>
            <p:nvPr/>
          </p:nvSpPr>
          <p:spPr>
            <a:xfrm>
              <a:off x="623244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5"/>
            <p:cNvSpPr/>
            <p:nvPr/>
          </p:nvSpPr>
          <p:spPr>
            <a:xfrm>
              <a:off x="623244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
            <p:cNvSpPr/>
            <p:nvPr/>
          </p:nvSpPr>
          <p:spPr>
            <a:xfrm>
              <a:off x="605415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5"/>
            <p:cNvSpPr/>
            <p:nvPr/>
          </p:nvSpPr>
          <p:spPr>
            <a:xfrm>
              <a:off x="605415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
            <p:cNvSpPr/>
            <p:nvPr/>
          </p:nvSpPr>
          <p:spPr>
            <a:xfrm>
              <a:off x="605415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5"/>
            <p:cNvSpPr/>
            <p:nvPr/>
          </p:nvSpPr>
          <p:spPr>
            <a:xfrm>
              <a:off x="605415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5"/>
            <p:cNvSpPr/>
            <p:nvPr/>
          </p:nvSpPr>
          <p:spPr>
            <a:xfrm>
              <a:off x="605415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5"/>
            <p:cNvSpPr/>
            <p:nvPr/>
          </p:nvSpPr>
          <p:spPr>
            <a:xfrm>
              <a:off x="605415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
            <p:cNvSpPr/>
            <p:nvPr/>
          </p:nvSpPr>
          <p:spPr>
            <a:xfrm>
              <a:off x="6054159"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5"/>
            <p:cNvSpPr/>
            <p:nvPr/>
          </p:nvSpPr>
          <p:spPr>
            <a:xfrm>
              <a:off x="587587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
            <p:cNvSpPr/>
            <p:nvPr/>
          </p:nvSpPr>
          <p:spPr>
            <a:xfrm>
              <a:off x="587587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
            <p:cNvSpPr/>
            <p:nvPr/>
          </p:nvSpPr>
          <p:spPr>
            <a:xfrm>
              <a:off x="587587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5"/>
            <p:cNvSpPr/>
            <p:nvPr/>
          </p:nvSpPr>
          <p:spPr>
            <a:xfrm>
              <a:off x="587587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5"/>
            <p:cNvSpPr/>
            <p:nvPr/>
          </p:nvSpPr>
          <p:spPr>
            <a:xfrm>
              <a:off x="596501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
            <p:cNvSpPr/>
            <p:nvPr/>
          </p:nvSpPr>
          <p:spPr>
            <a:xfrm>
              <a:off x="596501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
            <p:cNvSpPr/>
            <p:nvPr/>
          </p:nvSpPr>
          <p:spPr>
            <a:xfrm>
              <a:off x="596501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
            <p:cNvSpPr/>
            <p:nvPr/>
          </p:nvSpPr>
          <p:spPr>
            <a:xfrm>
              <a:off x="596501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
            <p:cNvSpPr/>
            <p:nvPr/>
          </p:nvSpPr>
          <p:spPr>
            <a:xfrm>
              <a:off x="596501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
            <p:cNvSpPr/>
            <p:nvPr/>
          </p:nvSpPr>
          <p:spPr>
            <a:xfrm>
              <a:off x="578672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
            <p:cNvSpPr/>
            <p:nvPr/>
          </p:nvSpPr>
          <p:spPr>
            <a:xfrm>
              <a:off x="578672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5"/>
            <p:cNvSpPr/>
            <p:nvPr/>
          </p:nvSpPr>
          <p:spPr>
            <a:xfrm>
              <a:off x="578672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5"/>
            <p:cNvSpPr/>
            <p:nvPr/>
          </p:nvSpPr>
          <p:spPr>
            <a:xfrm>
              <a:off x="578672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5"/>
            <p:cNvSpPr/>
            <p:nvPr/>
          </p:nvSpPr>
          <p:spPr>
            <a:xfrm>
              <a:off x="578672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5"/>
            <p:cNvSpPr/>
            <p:nvPr/>
          </p:nvSpPr>
          <p:spPr>
            <a:xfrm>
              <a:off x="5786729"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5"/>
            <p:cNvSpPr/>
            <p:nvPr/>
          </p:nvSpPr>
          <p:spPr>
            <a:xfrm>
              <a:off x="578672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5"/>
            <p:cNvSpPr/>
            <p:nvPr/>
          </p:nvSpPr>
          <p:spPr>
            <a:xfrm>
              <a:off x="560844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
            <p:cNvSpPr/>
            <p:nvPr/>
          </p:nvSpPr>
          <p:spPr>
            <a:xfrm>
              <a:off x="560844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
            <p:cNvSpPr/>
            <p:nvPr/>
          </p:nvSpPr>
          <p:spPr>
            <a:xfrm>
              <a:off x="560844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
            <p:cNvSpPr/>
            <p:nvPr/>
          </p:nvSpPr>
          <p:spPr>
            <a:xfrm>
              <a:off x="5608443"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
            <p:cNvSpPr/>
            <p:nvPr/>
          </p:nvSpPr>
          <p:spPr>
            <a:xfrm>
              <a:off x="5608443"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
            <p:cNvSpPr/>
            <p:nvPr/>
          </p:nvSpPr>
          <p:spPr>
            <a:xfrm>
              <a:off x="5608443"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
            <p:cNvSpPr/>
            <p:nvPr/>
          </p:nvSpPr>
          <p:spPr>
            <a:xfrm>
              <a:off x="569758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
            <p:cNvSpPr/>
            <p:nvPr/>
          </p:nvSpPr>
          <p:spPr>
            <a:xfrm>
              <a:off x="569758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
            <p:cNvSpPr/>
            <p:nvPr/>
          </p:nvSpPr>
          <p:spPr>
            <a:xfrm>
              <a:off x="5697586"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5"/>
            <p:cNvSpPr/>
            <p:nvPr/>
          </p:nvSpPr>
          <p:spPr>
            <a:xfrm>
              <a:off x="569758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5"/>
            <p:cNvSpPr/>
            <p:nvPr/>
          </p:nvSpPr>
          <p:spPr>
            <a:xfrm>
              <a:off x="569758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
            <p:cNvSpPr/>
            <p:nvPr/>
          </p:nvSpPr>
          <p:spPr>
            <a:xfrm>
              <a:off x="569758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
            <p:cNvSpPr/>
            <p:nvPr/>
          </p:nvSpPr>
          <p:spPr>
            <a:xfrm>
              <a:off x="5697586"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5"/>
            <p:cNvSpPr/>
            <p:nvPr/>
          </p:nvSpPr>
          <p:spPr>
            <a:xfrm>
              <a:off x="551930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5"/>
            <p:cNvSpPr/>
            <p:nvPr/>
          </p:nvSpPr>
          <p:spPr>
            <a:xfrm>
              <a:off x="5519300"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5"/>
            <p:cNvSpPr/>
            <p:nvPr/>
          </p:nvSpPr>
          <p:spPr>
            <a:xfrm>
              <a:off x="5519300"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5"/>
            <p:cNvSpPr/>
            <p:nvPr/>
          </p:nvSpPr>
          <p:spPr>
            <a:xfrm>
              <a:off x="5519300"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5"/>
            <p:cNvSpPr/>
            <p:nvPr/>
          </p:nvSpPr>
          <p:spPr>
            <a:xfrm>
              <a:off x="5519300"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7" name="Google Shape;307;p5"/>
          <p:cNvSpPr/>
          <p:nvPr/>
        </p:nvSpPr>
        <p:spPr>
          <a:xfrm flipH="1" rot="899876">
            <a:off x="-1364959" y="4184160"/>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5"/>
          <p:cNvSpPr/>
          <p:nvPr/>
        </p:nvSpPr>
        <p:spPr>
          <a:xfrm flipH="1">
            <a:off x="-850779" y="4573892"/>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5"/>
          <p:cNvSpPr/>
          <p:nvPr/>
        </p:nvSpPr>
        <p:spPr>
          <a:xfrm>
            <a:off x="8681330" y="1443900"/>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
          <p:cNvSpPr/>
          <p:nvPr/>
        </p:nvSpPr>
        <p:spPr>
          <a:xfrm>
            <a:off x="8776832" y="1556676"/>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
          <p:cNvSpPr/>
          <p:nvPr/>
        </p:nvSpPr>
        <p:spPr>
          <a:xfrm flipH="1" rot="3508339">
            <a:off x="-1727887" y="-2075610"/>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2" name="Google Shape;312;p5" title="OGAT-CIT Logo White.png"/>
          <p:cNvPicPr preferRelativeResize="0"/>
          <p:nvPr/>
        </p:nvPicPr>
        <p:blipFill rotWithShape="1">
          <a:blip r:embed="rId2">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3" name="Shape 313"/>
        <p:cNvGrpSpPr/>
        <p:nvPr/>
      </p:nvGrpSpPr>
      <p:grpSpPr>
        <a:xfrm>
          <a:off x="0" y="0"/>
          <a:ext cx="0" cy="0"/>
          <a:chOff x="0" y="0"/>
          <a:chExt cx="0" cy="0"/>
        </a:xfrm>
      </p:grpSpPr>
      <p:sp>
        <p:nvSpPr>
          <p:cNvPr id="314" name="Google Shape;314;p6"/>
          <p:cNvSpPr txBox="1"/>
          <p:nvPr>
            <p:ph type="title"/>
          </p:nvPr>
        </p:nvSpPr>
        <p:spPr>
          <a:xfrm>
            <a:off x="4228090" y="2680725"/>
            <a:ext cx="2762100" cy="92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5" name="Google Shape;315;p6"/>
          <p:cNvSpPr txBox="1"/>
          <p:nvPr>
            <p:ph idx="2" type="title"/>
          </p:nvPr>
        </p:nvSpPr>
        <p:spPr>
          <a:xfrm>
            <a:off x="2356910" y="3011350"/>
            <a:ext cx="1437600" cy="9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2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16" name="Google Shape;316;p6"/>
          <p:cNvSpPr txBox="1"/>
          <p:nvPr>
            <p:ph idx="1" type="subTitle"/>
          </p:nvPr>
        </p:nvSpPr>
        <p:spPr>
          <a:xfrm>
            <a:off x="4228073" y="3530819"/>
            <a:ext cx="2762100" cy="71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 name="Google Shape;317;p6"/>
          <p:cNvSpPr/>
          <p:nvPr/>
        </p:nvSpPr>
        <p:spPr>
          <a:xfrm rot="7304698">
            <a:off x="-784688" y="3074934"/>
            <a:ext cx="2252826" cy="2252826"/>
          </a:xfrm>
          <a:prstGeom prst="blockArc">
            <a:avLst>
              <a:gd fmla="val 674761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6"/>
          <p:cNvSpPr/>
          <p:nvPr/>
        </p:nvSpPr>
        <p:spPr>
          <a:xfrm rot="-8399579">
            <a:off x="6604599" y="-1415011"/>
            <a:ext cx="3375739" cy="3375739"/>
          </a:xfrm>
          <a:prstGeom prst="blockArc">
            <a:avLst>
              <a:gd fmla="val 1080000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9" name="Google Shape;319;p6"/>
          <p:cNvGrpSpPr/>
          <p:nvPr/>
        </p:nvGrpSpPr>
        <p:grpSpPr>
          <a:xfrm>
            <a:off x="7261903" y="658823"/>
            <a:ext cx="2227589" cy="726958"/>
            <a:chOff x="6972150" y="711750"/>
            <a:chExt cx="1039375" cy="339193"/>
          </a:xfrm>
        </p:grpSpPr>
        <p:sp>
          <p:nvSpPr>
            <p:cNvPr id="320" name="Google Shape;320;p6"/>
            <p:cNvSpPr/>
            <p:nvPr/>
          </p:nvSpPr>
          <p:spPr>
            <a:xfrm>
              <a:off x="7952725"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6"/>
            <p:cNvSpPr/>
            <p:nvPr/>
          </p:nvSpPr>
          <p:spPr>
            <a:xfrm>
              <a:off x="7774438"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6"/>
            <p:cNvSpPr/>
            <p:nvPr/>
          </p:nvSpPr>
          <p:spPr>
            <a:xfrm>
              <a:off x="7596152"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6"/>
            <p:cNvSpPr/>
            <p:nvPr/>
          </p:nvSpPr>
          <p:spPr>
            <a:xfrm>
              <a:off x="7507009"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6"/>
            <p:cNvSpPr/>
            <p:nvPr/>
          </p:nvSpPr>
          <p:spPr>
            <a:xfrm>
              <a:off x="7061293"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
            <p:cNvSpPr/>
            <p:nvPr/>
          </p:nvSpPr>
          <p:spPr>
            <a:xfrm>
              <a:off x="7150436"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6"/>
            <p:cNvSpPr/>
            <p:nvPr/>
          </p:nvSpPr>
          <p:spPr>
            <a:xfrm>
              <a:off x="6972150" y="711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6"/>
            <p:cNvSpPr/>
            <p:nvPr/>
          </p:nvSpPr>
          <p:spPr>
            <a:xfrm>
              <a:off x="7863582"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
            <p:cNvSpPr/>
            <p:nvPr/>
          </p:nvSpPr>
          <p:spPr>
            <a:xfrm>
              <a:off x="7952725"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6"/>
            <p:cNvSpPr/>
            <p:nvPr/>
          </p:nvSpPr>
          <p:spPr>
            <a:xfrm>
              <a:off x="7596152"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6"/>
            <p:cNvSpPr/>
            <p:nvPr/>
          </p:nvSpPr>
          <p:spPr>
            <a:xfrm>
              <a:off x="7596152"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6"/>
            <p:cNvSpPr/>
            <p:nvPr/>
          </p:nvSpPr>
          <p:spPr>
            <a:xfrm>
              <a:off x="7685295"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6"/>
            <p:cNvSpPr/>
            <p:nvPr/>
          </p:nvSpPr>
          <p:spPr>
            <a:xfrm>
              <a:off x="7685295"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6"/>
            <p:cNvSpPr/>
            <p:nvPr/>
          </p:nvSpPr>
          <p:spPr>
            <a:xfrm>
              <a:off x="7507009"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6"/>
            <p:cNvSpPr/>
            <p:nvPr/>
          </p:nvSpPr>
          <p:spPr>
            <a:xfrm>
              <a:off x="7507009"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6"/>
            <p:cNvSpPr/>
            <p:nvPr/>
          </p:nvSpPr>
          <p:spPr>
            <a:xfrm>
              <a:off x="7507009"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
            <p:cNvSpPr/>
            <p:nvPr/>
          </p:nvSpPr>
          <p:spPr>
            <a:xfrm>
              <a:off x="7328722"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6"/>
            <p:cNvSpPr/>
            <p:nvPr/>
          </p:nvSpPr>
          <p:spPr>
            <a:xfrm>
              <a:off x="7328722"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6"/>
            <p:cNvSpPr/>
            <p:nvPr/>
          </p:nvSpPr>
          <p:spPr>
            <a:xfrm>
              <a:off x="7328722"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6"/>
            <p:cNvSpPr/>
            <p:nvPr/>
          </p:nvSpPr>
          <p:spPr>
            <a:xfrm>
              <a:off x="7417866"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6"/>
            <p:cNvSpPr/>
            <p:nvPr/>
          </p:nvSpPr>
          <p:spPr>
            <a:xfrm>
              <a:off x="7417866"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6"/>
            <p:cNvSpPr/>
            <p:nvPr/>
          </p:nvSpPr>
          <p:spPr>
            <a:xfrm>
              <a:off x="7417866"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6"/>
            <p:cNvSpPr/>
            <p:nvPr/>
          </p:nvSpPr>
          <p:spPr>
            <a:xfrm>
              <a:off x="7239579"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6"/>
            <p:cNvSpPr/>
            <p:nvPr/>
          </p:nvSpPr>
          <p:spPr>
            <a:xfrm>
              <a:off x="7239579"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6"/>
            <p:cNvSpPr/>
            <p:nvPr/>
          </p:nvSpPr>
          <p:spPr>
            <a:xfrm>
              <a:off x="7061293"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
            <p:cNvSpPr/>
            <p:nvPr/>
          </p:nvSpPr>
          <p:spPr>
            <a:xfrm>
              <a:off x="7061293"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6"/>
            <p:cNvSpPr/>
            <p:nvPr/>
          </p:nvSpPr>
          <p:spPr>
            <a:xfrm>
              <a:off x="7150436"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6"/>
            <p:cNvSpPr/>
            <p:nvPr/>
          </p:nvSpPr>
          <p:spPr>
            <a:xfrm>
              <a:off x="7150436"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6"/>
            <p:cNvSpPr/>
            <p:nvPr/>
          </p:nvSpPr>
          <p:spPr>
            <a:xfrm>
              <a:off x="7150436"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6"/>
            <p:cNvSpPr/>
            <p:nvPr/>
          </p:nvSpPr>
          <p:spPr>
            <a:xfrm>
              <a:off x="6972150" y="8053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6"/>
            <p:cNvSpPr/>
            <p:nvPr/>
          </p:nvSpPr>
          <p:spPr>
            <a:xfrm>
              <a:off x="6972150" y="8987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6"/>
            <p:cNvSpPr/>
            <p:nvPr/>
          </p:nvSpPr>
          <p:spPr>
            <a:xfrm>
              <a:off x="6972150" y="9921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2" name="Google Shape;352;p6"/>
          <p:cNvGrpSpPr/>
          <p:nvPr/>
        </p:nvGrpSpPr>
        <p:grpSpPr>
          <a:xfrm>
            <a:off x="-280170" y="-141409"/>
            <a:ext cx="2227589" cy="1527191"/>
            <a:chOff x="5519300" y="372750"/>
            <a:chExt cx="1039375" cy="712575"/>
          </a:xfrm>
        </p:grpSpPr>
        <p:sp>
          <p:nvSpPr>
            <p:cNvPr id="353" name="Google Shape;353;p6"/>
            <p:cNvSpPr/>
            <p:nvPr/>
          </p:nvSpPr>
          <p:spPr>
            <a:xfrm>
              <a:off x="641073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6"/>
            <p:cNvSpPr/>
            <p:nvPr/>
          </p:nvSpPr>
          <p:spPr>
            <a:xfrm>
              <a:off x="641073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6"/>
            <p:cNvSpPr/>
            <p:nvPr/>
          </p:nvSpPr>
          <p:spPr>
            <a:xfrm>
              <a:off x="641073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6"/>
            <p:cNvSpPr/>
            <p:nvPr/>
          </p:nvSpPr>
          <p:spPr>
            <a:xfrm>
              <a:off x="641073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6"/>
            <p:cNvSpPr/>
            <p:nvPr/>
          </p:nvSpPr>
          <p:spPr>
            <a:xfrm>
              <a:off x="649987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
            <p:cNvSpPr/>
            <p:nvPr/>
          </p:nvSpPr>
          <p:spPr>
            <a:xfrm>
              <a:off x="649987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6"/>
            <p:cNvSpPr/>
            <p:nvPr/>
          </p:nvSpPr>
          <p:spPr>
            <a:xfrm>
              <a:off x="649987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6"/>
            <p:cNvSpPr/>
            <p:nvPr/>
          </p:nvSpPr>
          <p:spPr>
            <a:xfrm>
              <a:off x="649987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6"/>
            <p:cNvSpPr/>
            <p:nvPr/>
          </p:nvSpPr>
          <p:spPr>
            <a:xfrm>
              <a:off x="6499875"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6"/>
            <p:cNvSpPr/>
            <p:nvPr/>
          </p:nvSpPr>
          <p:spPr>
            <a:xfrm>
              <a:off x="6321588"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6"/>
            <p:cNvSpPr/>
            <p:nvPr/>
          </p:nvSpPr>
          <p:spPr>
            <a:xfrm>
              <a:off x="632158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6"/>
            <p:cNvSpPr/>
            <p:nvPr/>
          </p:nvSpPr>
          <p:spPr>
            <a:xfrm>
              <a:off x="632158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6"/>
            <p:cNvSpPr/>
            <p:nvPr/>
          </p:nvSpPr>
          <p:spPr>
            <a:xfrm>
              <a:off x="632158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6"/>
            <p:cNvSpPr/>
            <p:nvPr/>
          </p:nvSpPr>
          <p:spPr>
            <a:xfrm>
              <a:off x="6321588"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6"/>
            <p:cNvSpPr/>
            <p:nvPr/>
          </p:nvSpPr>
          <p:spPr>
            <a:xfrm>
              <a:off x="6321588"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6"/>
            <p:cNvSpPr/>
            <p:nvPr/>
          </p:nvSpPr>
          <p:spPr>
            <a:xfrm>
              <a:off x="614330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6"/>
            <p:cNvSpPr/>
            <p:nvPr/>
          </p:nvSpPr>
          <p:spPr>
            <a:xfrm>
              <a:off x="614330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6"/>
            <p:cNvSpPr/>
            <p:nvPr/>
          </p:nvSpPr>
          <p:spPr>
            <a:xfrm>
              <a:off x="6143302"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6"/>
            <p:cNvSpPr/>
            <p:nvPr/>
          </p:nvSpPr>
          <p:spPr>
            <a:xfrm>
              <a:off x="6143302"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6"/>
            <p:cNvSpPr/>
            <p:nvPr/>
          </p:nvSpPr>
          <p:spPr>
            <a:xfrm>
              <a:off x="6143302"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6"/>
            <p:cNvSpPr/>
            <p:nvPr/>
          </p:nvSpPr>
          <p:spPr>
            <a:xfrm>
              <a:off x="623244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6"/>
            <p:cNvSpPr/>
            <p:nvPr/>
          </p:nvSpPr>
          <p:spPr>
            <a:xfrm>
              <a:off x="6232445"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
            <p:cNvSpPr/>
            <p:nvPr/>
          </p:nvSpPr>
          <p:spPr>
            <a:xfrm>
              <a:off x="623244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6"/>
            <p:cNvSpPr/>
            <p:nvPr/>
          </p:nvSpPr>
          <p:spPr>
            <a:xfrm>
              <a:off x="623244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6"/>
            <p:cNvSpPr/>
            <p:nvPr/>
          </p:nvSpPr>
          <p:spPr>
            <a:xfrm>
              <a:off x="623244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6"/>
            <p:cNvSpPr/>
            <p:nvPr/>
          </p:nvSpPr>
          <p:spPr>
            <a:xfrm>
              <a:off x="623244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6"/>
            <p:cNvSpPr/>
            <p:nvPr/>
          </p:nvSpPr>
          <p:spPr>
            <a:xfrm>
              <a:off x="605415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6"/>
            <p:cNvSpPr/>
            <p:nvPr/>
          </p:nvSpPr>
          <p:spPr>
            <a:xfrm>
              <a:off x="605415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6"/>
            <p:cNvSpPr/>
            <p:nvPr/>
          </p:nvSpPr>
          <p:spPr>
            <a:xfrm>
              <a:off x="605415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
            <p:cNvSpPr/>
            <p:nvPr/>
          </p:nvSpPr>
          <p:spPr>
            <a:xfrm>
              <a:off x="605415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6"/>
            <p:cNvSpPr/>
            <p:nvPr/>
          </p:nvSpPr>
          <p:spPr>
            <a:xfrm>
              <a:off x="605415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6"/>
            <p:cNvSpPr/>
            <p:nvPr/>
          </p:nvSpPr>
          <p:spPr>
            <a:xfrm>
              <a:off x="605415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6"/>
            <p:cNvSpPr/>
            <p:nvPr/>
          </p:nvSpPr>
          <p:spPr>
            <a:xfrm>
              <a:off x="6054159"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6"/>
            <p:cNvSpPr/>
            <p:nvPr/>
          </p:nvSpPr>
          <p:spPr>
            <a:xfrm>
              <a:off x="587587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
            <p:cNvSpPr/>
            <p:nvPr/>
          </p:nvSpPr>
          <p:spPr>
            <a:xfrm>
              <a:off x="587587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
            <p:cNvSpPr/>
            <p:nvPr/>
          </p:nvSpPr>
          <p:spPr>
            <a:xfrm>
              <a:off x="587587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6"/>
            <p:cNvSpPr/>
            <p:nvPr/>
          </p:nvSpPr>
          <p:spPr>
            <a:xfrm>
              <a:off x="587587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
            <p:cNvSpPr/>
            <p:nvPr/>
          </p:nvSpPr>
          <p:spPr>
            <a:xfrm>
              <a:off x="596501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6"/>
            <p:cNvSpPr/>
            <p:nvPr/>
          </p:nvSpPr>
          <p:spPr>
            <a:xfrm>
              <a:off x="596501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6"/>
            <p:cNvSpPr/>
            <p:nvPr/>
          </p:nvSpPr>
          <p:spPr>
            <a:xfrm>
              <a:off x="596501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6"/>
            <p:cNvSpPr/>
            <p:nvPr/>
          </p:nvSpPr>
          <p:spPr>
            <a:xfrm>
              <a:off x="596501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
            <p:cNvSpPr/>
            <p:nvPr/>
          </p:nvSpPr>
          <p:spPr>
            <a:xfrm>
              <a:off x="596501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6"/>
            <p:cNvSpPr/>
            <p:nvPr/>
          </p:nvSpPr>
          <p:spPr>
            <a:xfrm>
              <a:off x="578672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6"/>
            <p:cNvSpPr/>
            <p:nvPr/>
          </p:nvSpPr>
          <p:spPr>
            <a:xfrm>
              <a:off x="578672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6"/>
            <p:cNvSpPr/>
            <p:nvPr/>
          </p:nvSpPr>
          <p:spPr>
            <a:xfrm>
              <a:off x="578672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6"/>
            <p:cNvSpPr/>
            <p:nvPr/>
          </p:nvSpPr>
          <p:spPr>
            <a:xfrm>
              <a:off x="578672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6"/>
            <p:cNvSpPr/>
            <p:nvPr/>
          </p:nvSpPr>
          <p:spPr>
            <a:xfrm>
              <a:off x="578672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
            <p:cNvSpPr/>
            <p:nvPr/>
          </p:nvSpPr>
          <p:spPr>
            <a:xfrm>
              <a:off x="5786729"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
            <p:cNvSpPr/>
            <p:nvPr/>
          </p:nvSpPr>
          <p:spPr>
            <a:xfrm>
              <a:off x="578672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6"/>
            <p:cNvSpPr/>
            <p:nvPr/>
          </p:nvSpPr>
          <p:spPr>
            <a:xfrm>
              <a:off x="560844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
            <p:cNvSpPr/>
            <p:nvPr/>
          </p:nvSpPr>
          <p:spPr>
            <a:xfrm>
              <a:off x="560844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6"/>
            <p:cNvSpPr/>
            <p:nvPr/>
          </p:nvSpPr>
          <p:spPr>
            <a:xfrm>
              <a:off x="560844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6"/>
            <p:cNvSpPr/>
            <p:nvPr/>
          </p:nvSpPr>
          <p:spPr>
            <a:xfrm>
              <a:off x="5608443"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
            <p:cNvSpPr/>
            <p:nvPr/>
          </p:nvSpPr>
          <p:spPr>
            <a:xfrm>
              <a:off x="5608443"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6"/>
            <p:cNvSpPr/>
            <p:nvPr/>
          </p:nvSpPr>
          <p:spPr>
            <a:xfrm>
              <a:off x="5608443"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6"/>
            <p:cNvSpPr/>
            <p:nvPr/>
          </p:nvSpPr>
          <p:spPr>
            <a:xfrm>
              <a:off x="569758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
            <p:cNvSpPr/>
            <p:nvPr/>
          </p:nvSpPr>
          <p:spPr>
            <a:xfrm>
              <a:off x="569758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6"/>
            <p:cNvSpPr/>
            <p:nvPr/>
          </p:nvSpPr>
          <p:spPr>
            <a:xfrm>
              <a:off x="5697586"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6"/>
            <p:cNvSpPr/>
            <p:nvPr/>
          </p:nvSpPr>
          <p:spPr>
            <a:xfrm>
              <a:off x="569758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
            <p:cNvSpPr/>
            <p:nvPr/>
          </p:nvSpPr>
          <p:spPr>
            <a:xfrm>
              <a:off x="569758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6"/>
            <p:cNvSpPr/>
            <p:nvPr/>
          </p:nvSpPr>
          <p:spPr>
            <a:xfrm>
              <a:off x="569758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
            <p:cNvSpPr/>
            <p:nvPr/>
          </p:nvSpPr>
          <p:spPr>
            <a:xfrm>
              <a:off x="5697586"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
            <p:cNvSpPr/>
            <p:nvPr/>
          </p:nvSpPr>
          <p:spPr>
            <a:xfrm>
              <a:off x="551930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
            <p:cNvSpPr/>
            <p:nvPr/>
          </p:nvSpPr>
          <p:spPr>
            <a:xfrm>
              <a:off x="5519300"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
            <p:cNvSpPr/>
            <p:nvPr/>
          </p:nvSpPr>
          <p:spPr>
            <a:xfrm>
              <a:off x="5519300"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
            <p:cNvSpPr/>
            <p:nvPr/>
          </p:nvSpPr>
          <p:spPr>
            <a:xfrm>
              <a:off x="5519300"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
            <p:cNvSpPr/>
            <p:nvPr/>
          </p:nvSpPr>
          <p:spPr>
            <a:xfrm>
              <a:off x="5519300"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0" name="Google Shape;420;p6"/>
          <p:cNvGrpSpPr/>
          <p:nvPr/>
        </p:nvGrpSpPr>
        <p:grpSpPr>
          <a:xfrm>
            <a:off x="-154771" y="4691203"/>
            <a:ext cx="2227588" cy="726522"/>
            <a:chOff x="3620725" y="372750"/>
            <a:chExt cx="1039375" cy="338989"/>
          </a:xfrm>
        </p:grpSpPr>
        <p:sp>
          <p:nvSpPr>
            <p:cNvPr id="421" name="Google Shape;421;p6"/>
            <p:cNvSpPr/>
            <p:nvPr/>
          </p:nvSpPr>
          <p:spPr>
            <a:xfrm>
              <a:off x="451215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
            <p:cNvSpPr/>
            <p:nvPr/>
          </p:nvSpPr>
          <p:spPr>
            <a:xfrm>
              <a:off x="451215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6"/>
            <p:cNvSpPr/>
            <p:nvPr/>
          </p:nvSpPr>
          <p:spPr>
            <a:xfrm>
              <a:off x="451215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6"/>
            <p:cNvSpPr/>
            <p:nvPr/>
          </p:nvSpPr>
          <p:spPr>
            <a:xfrm>
              <a:off x="460130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6"/>
            <p:cNvSpPr/>
            <p:nvPr/>
          </p:nvSpPr>
          <p:spPr>
            <a:xfrm>
              <a:off x="460130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
            <p:cNvSpPr/>
            <p:nvPr/>
          </p:nvSpPr>
          <p:spPr>
            <a:xfrm>
              <a:off x="4423013"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
            <p:cNvSpPr/>
            <p:nvPr/>
          </p:nvSpPr>
          <p:spPr>
            <a:xfrm>
              <a:off x="442301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
            <p:cNvSpPr/>
            <p:nvPr/>
          </p:nvSpPr>
          <p:spPr>
            <a:xfrm>
              <a:off x="442301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
            <p:cNvSpPr/>
            <p:nvPr/>
          </p:nvSpPr>
          <p:spPr>
            <a:xfrm>
              <a:off x="442301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6"/>
            <p:cNvSpPr/>
            <p:nvPr/>
          </p:nvSpPr>
          <p:spPr>
            <a:xfrm>
              <a:off x="424472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6"/>
            <p:cNvSpPr/>
            <p:nvPr/>
          </p:nvSpPr>
          <p:spPr>
            <a:xfrm>
              <a:off x="424472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6"/>
            <p:cNvSpPr/>
            <p:nvPr/>
          </p:nvSpPr>
          <p:spPr>
            <a:xfrm>
              <a:off x="433387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6"/>
            <p:cNvSpPr/>
            <p:nvPr/>
          </p:nvSpPr>
          <p:spPr>
            <a:xfrm>
              <a:off x="4333870"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
            <p:cNvSpPr/>
            <p:nvPr/>
          </p:nvSpPr>
          <p:spPr>
            <a:xfrm>
              <a:off x="433387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
            <p:cNvSpPr/>
            <p:nvPr/>
          </p:nvSpPr>
          <p:spPr>
            <a:xfrm>
              <a:off x="433387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6"/>
            <p:cNvSpPr/>
            <p:nvPr/>
          </p:nvSpPr>
          <p:spPr>
            <a:xfrm>
              <a:off x="415558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
            <p:cNvSpPr/>
            <p:nvPr/>
          </p:nvSpPr>
          <p:spPr>
            <a:xfrm>
              <a:off x="415558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
            <p:cNvSpPr/>
            <p:nvPr/>
          </p:nvSpPr>
          <p:spPr>
            <a:xfrm>
              <a:off x="415558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
            <p:cNvSpPr/>
            <p:nvPr/>
          </p:nvSpPr>
          <p:spPr>
            <a:xfrm>
              <a:off x="415558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
            <p:cNvSpPr/>
            <p:nvPr/>
          </p:nvSpPr>
          <p:spPr>
            <a:xfrm>
              <a:off x="397729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
            <p:cNvSpPr/>
            <p:nvPr/>
          </p:nvSpPr>
          <p:spPr>
            <a:xfrm>
              <a:off x="397729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a:off x="397729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
            <p:cNvSpPr/>
            <p:nvPr/>
          </p:nvSpPr>
          <p:spPr>
            <a:xfrm>
              <a:off x="406644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
            <p:cNvSpPr/>
            <p:nvPr/>
          </p:nvSpPr>
          <p:spPr>
            <a:xfrm>
              <a:off x="406644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6"/>
            <p:cNvSpPr/>
            <p:nvPr/>
          </p:nvSpPr>
          <p:spPr>
            <a:xfrm>
              <a:off x="406644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6"/>
            <p:cNvSpPr/>
            <p:nvPr/>
          </p:nvSpPr>
          <p:spPr>
            <a:xfrm>
              <a:off x="388815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
            <p:cNvSpPr/>
            <p:nvPr/>
          </p:nvSpPr>
          <p:spPr>
            <a:xfrm>
              <a:off x="388815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
            <p:cNvSpPr/>
            <p:nvPr/>
          </p:nvSpPr>
          <p:spPr>
            <a:xfrm>
              <a:off x="388815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
            <p:cNvSpPr/>
            <p:nvPr/>
          </p:nvSpPr>
          <p:spPr>
            <a:xfrm>
              <a:off x="388815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
            <p:cNvSpPr/>
            <p:nvPr/>
          </p:nvSpPr>
          <p:spPr>
            <a:xfrm>
              <a:off x="370986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6"/>
            <p:cNvSpPr/>
            <p:nvPr/>
          </p:nvSpPr>
          <p:spPr>
            <a:xfrm>
              <a:off x="370986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
            <p:cNvSpPr/>
            <p:nvPr/>
          </p:nvSpPr>
          <p:spPr>
            <a:xfrm>
              <a:off x="370986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
            <p:cNvSpPr/>
            <p:nvPr/>
          </p:nvSpPr>
          <p:spPr>
            <a:xfrm>
              <a:off x="379901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6"/>
            <p:cNvSpPr/>
            <p:nvPr/>
          </p:nvSpPr>
          <p:spPr>
            <a:xfrm>
              <a:off x="379901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6"/>
            <p:cNvSpPr/>
            <p:nvPr/>
          </p:nvSpPr>
          <p:spPr>
            <a:xfrm>
              <a:off x="3799011"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
            <p:cNvSpPr/>
            <p:nvPr/>
          </p:nvSpPr>
          <p:spPr>
            <a:xfrm>
              <a:off x="379901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6"/>
            <p:cNvSpPr/>
            <p:nvPr/>
          </p:nvSpPr>
          <p:spPr>
            <a:xfrm>
              <a:off x="362072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58" name="Google Shape;458;p6" title="OGAT-CIT Logo White.png"/>
          <p:cNvPicPr preferRelativeResize="0"/>
          <p:nvPr/>
        </p:nvPicPr>
        <p:blipFill rotWithShape="1">
          <a:blip r:embed="rId2">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9" name="Shape 459"/>
        <p:cNvGrpSpPr/>
        <p:nvPr/>
      </p:nvGrpSpPr>
      <p:grpSpPr>
        <a:xfrm>
          <a:off x="0" y="0"/>
          <a:ext cx="0" cy="0"/>
          <a:chOff x="0" y="0"/>
          <a:chExt cx="0" cy="0"/>
        </a:xfrm>
      </p:grpSpPr>
      <p:sp>
        <p:nvSpPr>
          <p:cNvPr id="460" name="Google Shape;460;p7"/>
          <p:cNvSpPr txBox="1"/>
          <p:nvPr>
            <p:ph type="title"/>
          </p:nvPr>
        </p:nvSpPr>
        <p:spPr>
          <a:xfrm>
            <a:off x="713275" y="445025"/>
            <a:ext cx="7717500" cy="74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61" name="Google Shape;461;p7"/>
          <p:cNvSpPr txBox="1"/>
          <p:nvPr>
            <p:ph idx="2" type="title"/>
          </p:nvPr>
        </p:nvSpPr>
        <p:spPr>
          <a:xfrm>
            <a:off x="1762697" y="2785700"/>
            <a:ext cx="2304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4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2" name="Google Shape;462;p7"/>
          <p:cNvSpPr txBox="1"/>
          <p:nvPr>
            <p:ph idx="1" type="subTitle"/>
          </p:nvPr>
        </p:nvSpPr>
        <p:spPr>
          <a:xfrm>
            <a:off x="1764947" y="3215250"/>
            <a:ext cx="2299800" cy="10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3" name="Google Shape;463;p7"/>
          <p:cNvSpPr txBox="1"/>
          <p:nvPr>
            <p:ph idx="3" type="title"/>
          </p:nvPr>
        </p:nvSpPr>
        <p:spPr>
          <a:xfrm>
            <a:off x="5077003" y="2785700"/>
            <a:ext cx="2304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4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4" name="Google Shape;464;p7"/>
          <p:cNvSpPr txBox="1"/>
          <p:nvPr>
            <p:ph idx="4" type="subTitle"/>
          </p:nvPr>
        </p:nvSpPr>
        <p:spPr>
          <a:xfrm>
            <a:off x="5079253" y="3215250"/>
            <a:ext cx="2299800" cy="10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65" name="Google Shape;465;p7"/>
          <p:cNvGrpSpPr/>
          <p:nvPr/>
        </p:nvGrpSpPr>
        <p:grpSpPr>
          <a:xfrm rot="5400000">
            <a:off x="-809808" y="679905"/>
            <a:ext cx="2227588" cy="726522"/>
            <a:chOff x="3799000" y="1820400"/>
            <a:chExt cx="1039375" cy="338989"/>
          </a:xfrm>
        </p:grpSpPr>
        <p:sp>
          <p:nvSpPr>
            <p:cNvPr id="466" name="Google Shape;466;p7"/>
            <p:cNvSpPr/>
            <p:nvPr/>
          </p:nvSpPr>
          <p:spPr>
            <a:xfrm>
              <a:off x="469043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7"/>
            <p:cNvSpPr/>
            <p:nvPr/>
          </p:nvSpPr>
          <p:spPr>
            <a:xfrm>
              <a:off x="469043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7"/>
            <p:cNvSpPr/>
            <p:nvPr/>
          </p:nvSpPr>
          <p:spPr>
            <a:xfrm>
              <a:off x="477957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7"/>
            <p:cNvSpPr/>
            <p:nvPr/>
          </p:nvSpPr>
          <p:spPr>
            <a:xfrm>
              <a:off x="4601288"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7"/>
            <p:cNvSpPr/>
            <p:nvPr/>
          </p:nvSpPr>
          <p:spPr>
            <a:xfrm>
              <a:off x="442300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7"/>
            <p:cNvSpPr/>
            <p:nvPr/>
          </p:nvSpPr>
          <p:spPr>
            <a:xfrm>
              <a:off x="442300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7"/>
            <p:cNvSpPr/>
            <p:nvPr/>
          </p:nvSpPr>
          <p:spPr>
            <a:xfrm>
              <a:off x="442300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7"/>
            <p:cNvSpPr/>
            <p:nvPr/>
          </p:nvSpPr>
          <p:spPr>
            <a:xfrm>
              <a:off x="4512145"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7"/>
            <p:cNvSpPr/>
            <p:nvPr/>
          </p:nvSpPr>
          <p:spPr>
            <a:xfrm>
              <a:off x="4512145"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7"/>
            <p:cNvSpPr/>
            <p:nvPr/>
          </p:nvSpPr>
          <p:spPr>
            <a:xfrm>
              <a:off x="4512145"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7"/>
            <p:cNvSpPr/>
            <p:nvPr/>
          </p:nvSpPr>
          <p:spPr>
            <a:xfrm>
              <a:off x="433385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7"/>
            <p:cNvSpPr/>
            <p:nvPr/>
          </p:nvSpPr>
          <p:spPr>
            <a:xfrm>
              <a:off x="4333859"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7"/>
            <p:cNvSpPr/>
            <p:nvPr/>
          </p:nvSpPr>
          <p:spPr>
            <a:xfrm>
              <a:off x="433385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7"/>
            <p:cNvSpPr/>
            <p:nvPr/>
          </p:nvSpPr>
          <p:spPr>
            <a:xfrm>
              <a:off x="433385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7"/>
            <p:cNvSpPr/>
            <p:nvPr/>
          </p:nvSpPr>
          <p:spPr>
            <a:xfrm>
              <a:off x="4155572"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7"/>
            <p:cNvSpPr/>
            <p:nvPr/>
          </p:nvSpPr>
          <p:spPr>
            <a:xfrm>
              <a:off x="4155572"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7"/>
            <p:cNvSpPr/>
            <p:nvPr/>
          </p:nvSpPr>
          <p:spPr>
            <a:xfrm>
              <a:off x="4155572"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7"/>
            <p:cNvSpPr/>
            <p:nvPr/>
          </p:nvSpPr>
          <p:spPr>
            <a:xfrm>
              <a:off x="4155572"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7"/>
            <p:cNvSpPr/>
            <p:nvPr/>
          </p:nvSpPr>
          <p:spPr>
            <a:xfrm>
              <a:off x="424471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7"/>
            <p:cNvSpPr/>
            <p:nvPr/>
          </p:nvSpPr>
          <p:spPr>
            <a:xfrm>
              <a:off x="424471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7"/>
            <p:cNvSpPr/>
            <p:nvPr/>
          </p:nvSpPr>
          <p:spPr>
            <a:xfrm>
              <a:off x="424471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7"/>
            <p:cNvSpPr/>
            <p:nvPr/>
          </p:nvSpPr>
          <p:spPr>
            <a:xfrm>
              <a:off x="424471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7"/>
            <p:cNvSpPr/>
            <p:nvPr/>
          </p:nvSpPr>
          <p:spPr>
            <a:xfrm>
              <a:off x="4066429"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7"/>
            <p:cNvSpPr/>
            <p:nvPr/>
          </p:nvSpPr>
          <p:spPr>
            <a:xfrm>
              <a:off x="4066429"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7"/>
            <p:cNvSpPr/>
            <p:nvPr/>
          </p:nvSpPr>
          <p:spPr>
            <a:xfrm>
              <a:off x="4066429"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7"/>
            <p:cNvSpPr/>
            <p:nvPr/>
          </p:nvSpPr>
          <p:spPr>
            <a:xfrm>
              <a:off x="3888143"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7"/>
            <p:cNvSpPr/>
            <p:nvPr/>
          </p:nvSpPr>
          <p:spPr>
            <a:xfrm>
              <a:off x="3888143"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7"/>
            <p:cNvSpPr/>
            <p:nvPr/>
          </p:nvSpPr>
          <p:spPr>
            <a:xfrm>
              <a:off x="3888143"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7"/>
            <p:cNvSpPr/>
            <p:nvPr/>
          </p:nvSpPr>
          <p:spPr>
            <a:xfrm>
              <a:off x="3977286" y="182040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7"/>
            <p:cNvSpPr/>
            <p:nvPr/>
          </p:nvSpPr>
          <p:spPr>
            <a:xfrm>
              <a:off x="3977286"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7"/>
            <p:cNvSpPr/>
            <p:nvPr/>
          </p:nvSpPr>
          <p:spPr>
            <a:xfrm>
              <a:off x="3977286"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7"/>
            <p:cNvSpPr/>
            <p:nvPr/>
          </p:nvSpPr>
          <p:spPr>
            <a:xfrm>
              <a:off x="3977286"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7"/>
            <p:cNvSpPr/>
            <p:nvPr/>
          </p:nvSpPr>
          <p:spPr>
            <a:xfrm>
              <a:off x="3799000" y="191379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7"/>
            <p:cNvSpPr/>
            <p:nvPr/>
          </p:nvSpPr>
          <p:spPr>
            <a:xfrm>
              <a:off x="3799000" y="200719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7"/>
            <p:cNvSpPr/>
            <p:nvPr/>
          </p:nvSpPr>
          <p:spPr>
            <a:xfrm>
              <a:off x="3799000" y="210058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1" name="Google Shape;501;p7"/>
          <p:cNvGrpSpPr/>
          <p:nvPr/>
        </p:nvGrpSpPr>
        <p:grpSpPr>
          <a:xfrm>
            <a:off x="8402730" y="2587316"/>
            <a:ext cx="2227589" cy="1527191"/>
            <a:chOff x="5519300" y="372750"/>
            <a:chExt cx="1039375" cy="712575"/>
          </a:xfrm>
        </p:grpSpPr>
        <p:sp>
          <p:nvSpPr>
            <p:cNvPr id="502" name="Google Shape;502;p7"/>
            <p:cNvSpPr/>
            <p:nvPr/>
          </p:nvSpPr>
          <p:spPr>
            <a:xfrm>
              <a:off x="641073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7"/>
            <p:cNvSpPr/>
            <p:nvPr/>
          </p:nvSpPr>
          <p:spPr>
            <a:xfrm>
              <a:off x="641073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7"/>
            <p:cNvSpPr/>
            <p:nvPr/>
          </p:nvSpPr>
          <p:spPr>
            <a:xfrm>
              <a:off x="641073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7"/>
            <p:cNvSpPr/>
            <p:nvPr/>
          </p:nvSpPr>
          <p:spPr>
            <a:xfrm>
              <a:off x="641073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7"/>
            <p:cNvSpPr/>
            <p:nvPr/>
          </p:nvSpPr>
          <p:spPr>
            <a:xfrm>
              <a:off x="649987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7"/>
            <p:cNvSpPr/>
            <p:nvPr/>
          </p:nvSpPr>
          <p:spPr>
            <a:xfrm>
              <a:off x="649987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7"/>
            <p:cNvSpPr/>
            <p:nvPr/>
          </p:nvSpPr>
          <p:spPr>
            <a:xfrm>
              <a:off x="649987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7"/>
            <p:cNvSpPr/>
            <p:nvPr/>
          </p:nvSpPr>
          <p:spPr>
            <a:xfrm>
              <a:off x="649987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7"/>
            <p:cNvSpPr/>
            <p:nvPr/>
          </p:nvSpPr>
          <p:spPr>
            <a:xfrm>
              <a:off x="6499875"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7"/>
            <p:cNvSpPr/>
            <p:nvPr/>
          </p:nvSpPr>
          <p:spPr>
            <a:xfrm>
              <a:off x="6321588"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7"/>
            <p:cNvSpPr/>
            <p:nvPr/>
          </p:nvSpPr>
          <p:spPr>
            <a:xfrm>
              <a:off x="632158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7"/>
            <p:cNvSpPr/>
            <p:nvPr/>
          </p:nvSpPr>
          <p:spPr>
            <a:xfrm>
              <a:off x="632158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7"/>
            <p:cNvSpPr/>
            <p:nvPr/>
          </p:nvSpPr>
          <p:spPr>
            <a:xfrm>
              <a:off x="632158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7"/>
            <p:cNvSpPr/>
            <p:nvPr/>
          </p:nvSpPr>
          <p:spPr>
            <a:xfrm>
              <a:off x="6321588"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7"/>
            <p:cNvSpPr/>
            <p:nvPr/>
          </p:nvSpPr>
          <p:spPr>
            <a:xfrm>
              <a:off x="6321588"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7"/>
            <p:cNvSpPr/>
            <p:nvPr/>
          </p:nvSpPr>
          <p:spPr>
            <a:xfrm>
              <a:off x="614330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7"/>
            <p:cNvSpPr/>
            <p:nvPr/>
          </p:nvSpPr>
          <p:spPr>
            <a:xfrm>
              <a:off x="614330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7"/>
            <p:cNvSpPr/>
            <p:nvPr/>
          </p:nvSpPr>
          <p:spPr>
            <a:xfrm>
              <a:off x="6143302"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7"/>
            <p:cNvSpPr/>
            <p:nvPr/>
          </p:nvSpPr>
          <p:spPr>
            <a:xfrm>
              <a:off x="6143302"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7"/>
            <p:cNvSpPr/>
            <p:nvPr/>
          </p:nvSpPr>
          <p:spPr>
            <a:xfrm>
              <a:off x="6143302"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7"/>
            <p:cNvSpPr/>
            <p:nvPr/>
          </p:nvSpPr>
          <p:spPr>
            <a:xfrm>
              <a:off x="6232445"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7"/>
            <p:cNvSpPr/>
            <p:nvPr/>
          </p:nvSpPr>
          <p:spPr>
            <a:xfrm>
              <a:off x="6232445"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7"/>
            <p:cNvSpPr/>
            <p:nvPr/>
          </p:nvSpPr>
          <p:spPr>
            <a:xfrm>
              <a:off x="623244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7"/>
            <p:cNvSpPr/>
            <p:nvPr/>
          </p:nvSpPr>
          <p:spPr>
            <a:xfrm>
              <a:off x="6232445"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7"/>
            <p:cNvSpPr/>
            <p:nvPr/>
          </p:nvSpPr>
          <p:spPr>
            <a:xfrm>
              <a:off x="6232445"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7"/>
            <p:cNvSpPr/>
            <p:nvPr/>
          </p:nvSpPr>
          <p:spPr>
            <a:xfrm>
              <a:off x="6232445"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7"/>
            <p:cNvSpPr/>
            <p:nvPr/>
          </p:nvSpPr>
          <p:spPr>
            <a:xfrm>
              <a:off x="605415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7"/>
            <p:cNvSpPr/>
            <p:nvPr/>
          </p:nvSpPr>
          <p:spPr>
            <a:xfrm>
              <a:off x="605415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7"/>
            <p:cNvSpPr/>
            <p:nvPr/>
          </p:nvSpPr>
          <p:spPr>
            <a:xfrm>
              <a:off x="605415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7"/>
            <p:cNvSpPr/>
            <p:nvPr/>
          </p:nvSpPr>
          <p:spPr>
            <a:xfrm>
              <a:off x="605415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605415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7"/>
            <p:cNvSpPr/>
            <p:nvPr/>
          </p:nvSpPr>
          <p:spPr>
            <a:xfrm>
              <a:off x="605415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7"/>
            <p:cNvSpPr/>
            <p:nvPr/>
          </p:nvSpPr>
          <p:spPr>
            <a:xfrm>
              <a:off x="6054159"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7"/>
            <p:cNvSpPr/>
            <p:nvPr/>
          </p:nvSpPr>
          <p:spPr>
            <a:xfrm>
              <a:off x="5875872"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7"/>
            <p:cNvSpPr/>
            <p:nvPr/>
          </p:nvSpPr>
          <p:spPr>
            <a:xfrm>
              <a:off x="5875872"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7"/>
            <p:cNvSpPr/>
            <p:nvPr/>
          </p:nvSpPr>
          <p:spPr>
            <a:xfrm>
              <a:off x="5875872"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7"/>
            <p:cNvSpPr/>
            <p:nvPr/>
          </p:nvSpPr>
          <p:spPr>
            <a:xfrm>
              <a:off x="5875872"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596501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7"/>
            <p:cNvSpPr/>
            <p:nvPr/>
          </p:nvSpPr>
          <p:spPr>
            <a:xfrm>
              <a:off x="596501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7"/>
            <p:cNvSpPr/>
            <p:nvPr/>
          </p:nvSpPr>
          <p:spPr>
            <a:xfrm>
              <a:off x="596501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7"/>
            <p:cNvSpPr/>
            <p:nvPr/>
          </p:nvSpPr>
          <p:spPr>
            <a:xfrm>
              <a:off x="596501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596501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7"/>
            <p:cNvSpPr/>
            <p:nvPr/>
          </p:nvSpPr>
          <p:spPr>
            <a:xfrm>
              <a:off x="5786729"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7"/>
            <p:cNvSpPr/>
            <p:nvPr/>
          </p:nvSpPr>
          <p:spPr>
            <a:xfrm>
              <a:off x="5786729"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7"/>
            <p:cNvSpPr/>
            <p:nvPr/>
          </p:nvSpPr>
          <p:spPr>
            <a:xfrm>
              <a:off x="5786729"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7"/>
            <p:cNvSpPr/>
            <p:nvPr/>
          </p:nvSpPr>
          <p:spPr>
            <a:xfrm>
              <a:off x="5786729"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7"/>
            <p:cNvSpPr/>
            <p:nvPr/>
          </p:nvSpPr>
          <p:spPr>
            <a:xfrm>
              <a:off x="5786729"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7"/>
            <p:cNvSpPr/>
            <p:nvPr/>
          </p:nvSpPr>
          <p:spPr>
            <a:xfrm>
              <a:off x="5786729"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7"/>
            <p:cNvSpPr/>
            <p:nvPr/>
          </p:nvSpPr>
          <p:spPr>
            <a:xfrm>
              <a:off x="5786729"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7"/>
            <p:cNvSpPr/>
            <p:nvPr/>
          </p:nvSpPr>
          <p:spPr>
            <a:xfrm>
              <a:off x="560844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7"/>
            <p:cNvSpPr/>
            <p:nvPr/>
          </p:nvSpPr>
          <p:spPr>
            <a:xfrm>
              <a:off x="560844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7"/>
            <p:cNvSpPr/>
            <p:nvPr/>
          </p:nvSpPr>
          <p:spPr>
            <a:xfrm>
              <a:off x="560844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7"/>
            <p:cNvSpPr/>
            <p:nvPr/>
          </p:nvSpPr>
          <p:spPr>
            <a:xfrm>
              <a:off x="5608443"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7"/>
            <p:cNvSpPr/>
            <p:nvPr/>
          </p:nvSpPr>
          <p:spPr>
            <a:xfrm>
              <a:off x="5608443"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7"/>
            <p:cNvSpPr/>
            <p:nvPr/>
          </p:nvSpPr>
          <p:spPr>
            <a:xfrm>
              <a:off x="5608443"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7"/>
            <p:cNvSpPr/>
            <p:nvPr/>
          </p:nvSpPr>
          <p:spPr>
            <a:xfrm>
              <a:off x="5697586"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7"/>
            <p:cNvSpPr/>
            <p:nvPr/>
          </p:nvSpPr>
          <p:spPr>
            <a:xfrm>
              <a:off x="5697586"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7"/>
            <p:cNvSpPr/>
            <p:nvPr/>
          </p:nvSpPr>
          <p:spPr>
            <a:xfrm>
              <a:off x="5697586"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7"/>
            <p:cNvSpPr/>
            <p:nvPr/>
          </p:nvSpPr>
          <p:spPr>
            <a:xfrm>
              <a:off x="5697586"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7"/>
            <p:cNvSpPr/>
            <p:nvPr/>
          </p:nvSpPr>
          <p:spPr>
            <a:xfrm>
              <a:off x="5697586"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7"/>
            <p:cNvSpPr/>
            <p:nvPr/>
          </p:nvSpPr>
          <p:spPr>
            <a:xfrm>
              <a:off x="5697586"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7"/>
            <p:cNvSpPr/>
            <p:nvPr/>
          </p:nvSpPr>
          <p:spPr>
            <a:xfrm>
              <a:off x="5697586"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7"/>
            <p:cNvSpPr/>
            <p:nvPr/>
          </p:nvSpPr>
          <p:spPr>
            <a:xfrm>
              <a:off x="551930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7"/>
            <p:cNvSpPr/>
            <p:nvPr/>
          </p:nvSpPr>
          <p:spPr>
            <a:xfrm>
              <a:off x="5519300" y="74633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7"/>
            <p:cNvSpPr/>
            <p:nvPr/>
          </p:nvSpPr>
          <p:spPr>
            <a:xfrm>
              <a:off x="5519300" y="839732"/>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7"/>
            <p:cNvSpPr/>
            <p:nvPr/>
          </p:nvSpPr>
          <p:spPr>
            <a:xfrm>
              <a:off x="5519300" y="93312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7"/>
            <p:cNvSpPr/>
            <p:nvPr/>
          </p:nvSpPr>
          <p:spPr>
            <a:xfrm>
              <a:off x="5519300" y="1026525"/>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9" name="Google Shape;569;p7"/>
          <p:cNvSpPr/>
          <p:nvPr/>
        </p:nvSpPr>
        <p:spPr>
          <a:xfrm flipH="1">
            <a:off x="-1514400" y="959725"/>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7"/>
          <p:cNvSpPr/>
          <p:nvPr/>
        </p:nvSpPr>
        <p:spPr>
          <a:xfrm flipH="1">
            <a:off x="-897702" y="1072501"/>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1" name="Google Shape;571;p7"/>
          <p:cNvPicPr preferRelativeResize="0"/>
          <p:nvPr/>
        </p:nvPicPr>
        <p:blipFill rotWithShape="1">
          <a:blip r:embed="rId2">
            <a:alphaModFix/>
          </a:blip>
          <a:srcRect b="0" l="0" r="0" t="0"/>
          <a:stretch/>
        </p:blipFill>
        <p:spPr>
          <a:xfrm>
            <a:off x="8449074" y="3095000"/>
            <a:ext cx="1096325" cy="786076"/>
          </a:xfrm>
          <a:prstGeom prst="rect">
            <a:avLst/>
          </a:prstGeom>
          <a:noFill/>
          <a:ln>
            <a:noFill/>
          </a:ln>
        </p:spPr>
      </p:pic>
      <p:sp>
        <p:nvSpPr>
          <p:cNvPr id="572" name="Google Shape;572;p7"/>
          <p:cNvSpPr/>
          <p:nvPr/>
        </p:nvSpPr>
        <p:spPr>
          <a:xfrm rot="-3508339">
            <a:off x="7349568" y="-1357485"/>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3" name="Google Shape;573;p7" title="OGAT-CIT Logo White.png"/>
          <p:cNvPicPr preferRelativeResize="0"/>
          <p:nvPr/>
        </p:nvPicPr>
        <p:blipFill rotWithShape="1">
          <a:blip r:embed="rId3">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4" name="Shape 574"/>
        <p:cNvGrpSpPr/>
        <p:nvPr/>
      </p:nvGrpSpPr>
      <p:grpSpPr>
        <a:xfrm>
          <a:off x="0" y="0"/>
          <a:ext cx="0" cy="0"/>
          <a:chOff x="0" y="0"/>
          <a:chExt cx="0" cy="0"/>
        </a:xfrm>
      </p:grpSpPr>
      <p:sp>
        <p:nvSpPr>
          <p:cNvPr id="575" name="Google Shape;575;p8"/>
          <p:cNvSpPr txBox="1"/>
          <p:nvPr>
            <p:ph type="title"/>
          </p:nvPr>
        </p:nvSpPr>
        <p:spPr>
          <a:xfrm>
            <a:off x="713275" y="445025"/>
            <a:ext cx="7717500" cy="73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grpSp>
        <p:nvGrpSpPr>
          <p:cNvPr id="576" name="Google Shape;576;p8"/>
          <p:cNvGrpSpPr/>
          <p:nvPr/>
        </p:nvGrpSpPr>
        <p:grpSpPr>
          <a:xfrm>
            <a:off x="8719456" y="513232"/>
            <a:ext cx="326168" cy="2227569"/>
            <a:chOff x="8577956" y="1596694"/>
            <a:chExt cx="326168" cy="2227569"/>
          </a:xfrm>
        </p:grpSpPr>
        <p:sp>
          <p:nvSpPr>
            <p:cNvPr id="577" name="Google Shape;577;p8"/>
            <p:cNvSpPr/>
            <p:nvPr/>
          </p:nvSpPr>
          <p:spPr>
            <a:xfrm rot="5400000">
              <a:off x="8778124" y="369826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8"/>
            <p:cNvSpPr/>
            <p:nvPr/>
          </p:nvSpPr>
          <p:spPr>
            <a:xfrm rot="5400000">
              <a:off x="8577956" y="369826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8"/>
            <p:cNvSpPr/>
            <p:nvPr/>
          </p:nvSpPr>
          <p:spPr>
            <a:xfrm rot="5400000">
              <a:off x="8778124" y="3316159"/>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8"/>
            <p:cNvSpPr/>
            <p:nvPr/>
          </p:nvSpPr>
          <p:spPr>
            <a:xfrm rot="5400000">
              <a:off x="8577956" y="3316159"/>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8"/>
            <p:cNvSpPr/>
            <p:nvPr/>
          </p:nvSpPr>
          <p:spPr>
            <a:xfrm rot="5400000">
              <a:off x="8778124" y="2934056"/>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8"/>
            <p:cNvSpPr/>
            <p:nvPr/>
          </p:nvSpPr>
          <p:spPr>
            <a:xfrm rot="5400000">
              <a:off x="8577956" y="2934056"/>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8"/>
            <p:cNvSpPr/>
            <p:nvPr/>
          </p:nvSpPr>
          <p:spPr>
            <a:xfrm rot="5400000">
              <a:off x="8778124" y="3125108"/>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8"/>
            <p:cNvSpPr/>
            <p:nvPr/>
          </p:nvSpPr>
          <p:spPr>
            <a:xfrm rot="5400000">
              <a:off x="8778124" y="274300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8"/>
            <p:cNvSpPr/>
            <p:nvPr/>
          </p:nvSpPr>
          <p:spPr>
            <a:xfrm rot="5400000">
              <a:off x="8577956" y="274300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8"/>
            <p:cNvSpPr/>
            <p:nvPr/>
          </p:nvSpPr>
          <p:spPr>
            <a:xfrm rot="5400000">
              <a:off x="8778124" y="2551953"/>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8"/>
            <p:cNvSpPr/>
            <p:nvPr/>
          </p:nvSpPr>
          <p:spPr>
            <a:xfrm rot="5400000">
              <a:off x="8778124" y="2169849"/>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8"/>
            <p:cNvSpPr/>
            <p:nvPr/>
          </p:nvSpPr>
          <p:spPr>
            <a:xfrm rot="5400000">
              <a:off x="8577956" y="1787746"/>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8"/>
            <p:cNvSpPr/>
            <p:nvPr/>
          </p:nvSpPr>
          <p:spPr>
            <a:xfrm rot="5400000">
              <a:off x="8778124" y="1978798"/>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8"/>
            <p:cNvSpPr/>
            <p:nvPr/>
          </p:nvSpPr>
          <p:spPr>
            <a:xfrm rot="5400000">
              <a:off x="8577956" y="1978798"/>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8"/>
            <p:cNvSpPr/>
            <p:nvPr/>
          </p:nvSpPr>
          <p:spPr>
            <a:xfrm rot="5400000">
              <a:off x="8778124" y="159669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8"/>
            <p:cNvSpPr/>
            <p:nvPr/>
          </p:nvSpPr>
          <p:spPr>
            <a:xfrm rot="5400000">
              <a:off x="8577956" y="1596694"/>
              <a:ext cx="126000" cy="1260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3" name="Google Shape;593;p8"/>
          <p:cNvGrpSpPr/>
          <p:nvPr/>
        </p:nvGrpSpPr>
        <p:grpSpPr>
          <a:xfrm rot="-5400000">
            <a:off x="-996100" y="4015385"/>
            <a:ext cx="2227588" cy="726522"/>
            <a:chOff x="3620725" y="372750"/>
            <a:chExt cx="1039375" cy="338989"/>
          </a:xfrm>
        </p:grpSpPr>
        <p:sp>
          <p:nvSpPr>
            <p:cNvPr id="594" name="Google Shape;594;p8"/>
            <p:cNvSpPr/>
            <p:nvPr/>
          </p:nvSpPr>
          <p:spPr>
            <a:xfrm>
              <a:off x="451215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8"/>
            <p:cNvSpPr/>
            <p:nvPr/>
          </p:nvSpPr>
          <p:spPr>
            <a:xfrm>
              <a:off x="451215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8"/>
            <p:cNvSpPr/>
            <p:nvPr/>
          </p:nvSpPr>
          <p:spPr>
            <a:xfrm>
              <a:off x="451215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8"/>
            <p:cNvSpPr/>
            <p:nvPr/>
          </p:nvSpPr>
          <p:spPr>
            <a:xfrm>
              <a:off x="460130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8"/>
            <p:cNvSpPr/>
            <p:nvPr/>
          </p:nvSpPr>
          <p:spPr>
            <a:xfrm>
              <a:off x="460130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8"/>
            <p:cNvSpPr/>
            <p:nvPr/>
          </p:nvSpPr>
          <p:spPr>
            <a:xfrm>
              <a:off x="4423013"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8"/>
            <p:cNvSpPr/>
            <p:nvPr/>
          </p:nvSpPr>
          <p:spPr>
            <a:xfrm>
              <a:off x="4423013"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8"/>
            <p:cNvSpPr/>
            <p:nvPr/>
          </p:nvSpPr>
          <p:spPr>
            <a:xfrm>
              <a:off x="4423013"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
            <p:cNvSpPr/>
            <p:nvPr/>
          </p:nvSpPr>
          <p:spPr>
            <a:xfrm>
              <a:off x="4423013"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
            <p:cNvSpPr/>
            <p:nvPr/>
          </p:nvSpPr>
          <p:spPr>
            <a:xfrm>
              <a:off x="424472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8"/>
            <p:cNvSpPr/>
            <p:nvPr/>
          </p:nvSpPr>
          <p:spPr>
            <a:xfrm>
              <a:off x="424472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
            <p:cNvSpPr/>
            <p:nvPr/>
          </p:nvSpPr>
          <p:spPr>
            <a:xfrm>
              <a:off x="4333870"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
            <p:cNvSpPr/>
            <p:nvPr/>
          </p:nvSpPr>
          <p:spPr>
            <a:xfrm>
              <a:off x="4333870"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8"/>
            <p:cNvSpPr/>
            <p:nvPr/>
          </p:nvSpPr>
          <p:spPr>
            <a:xfrm>
              <a:off x="4333870"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
            <p:cNvSpPr/>
            <p:nvPr/>
          </p:nvSpPr>
          <p:spPr>
            <a:xfrm>
              <a:off x="4333870"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
            <p:cNvSpPr/>
            <p:nvPr/>
          </p:nvSpPr>
          <p:spPr>
            <a:xfrm>
              <a:off x="415558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8"/>
            <p:cNvSpPr/>
            <p:nvPr/>
          </p:nvSpPr>
          <p:spPr>
            <a:xfrm>
              <a:off x="415558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8"/>
            <p:cNvSpPr/>
            <p:nvPr/>
          </p:nvSpPr>
          <p:spPr>
            <a:xfrm>
              <a:off x="415558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8"/>
            <p:cNvSpPr/>
            <p:nvPr/>
          </p:nvSpPr>
          <p:spPr>
            <a:xfrm>
              <a:off x="415558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8"/>
            <p:cNvSpPr/>
            <p:nvPr/>
          </p:nvSpPr>
          <p:spPr>
            <a:xfrm>
              <a:off x="3977297"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8"/>
            <p:cNvSpPr/>
            <p:nvPr/>
          </p:nvSpPr>
          <p:spPr>
            <a:xfrm>
              <a:off x="3977297"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8"/>
            <p:cNvSpPr/>
            <p:nvPr/>
          </p:nvSpPr>
          <p:spPr>
            <a:xfrm>
              <a:off x="3977297"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8"/>
            <p:cNvSpPr/>
            <p:nvPr/>
          </p:nvSpPr>
          <p:spPr>
            <a:xfrm>
              <a:off x="406644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8"/>
            <p:cNvSpPr/>
            <p:nvPr/>
          </p:nvSpPr>
          <p:spPr>
            <a:xfrm>
              <a:off x="406644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8"/>
            <p:cNvSpPr/>
            <p:nvPr/>
          </p:nvSpPr>
          <p:spPr>
            <a:xfrm>
              <a:off x="406644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
            <p:cNvSpPr/>
            <p:nvPr/>
          </p:nvSpPr>
          <p:spPr>
            <a:xfrm>
              <a:off x="3888154"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
            <p:cNvSpPr/>
            <p:nvPr/>
          </p:nvSpPr>
          <p:spPr>
            <a:xfrm>
              <a:off x="3888154"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8"/>
            <p:cNvSpPr/>
            <p:nvPr/>
          </p:nvSpPr>
          <p:spPr>
            <a:xfrm>
              <a:off x="3888154"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8"/>
            <p:cNvSpPr/>
            <p:nvPr/>
          </p:nvSpPr>
          <p:spPr>
            <a:xfrm>
              <a:off x="3888154"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8"/>
            <p:cNvSpPr/>
            <p:nvPr/>
          </p:nvSpPr>
          <p:spPr>
            <a:xfrm>
              <a:off x="3709868"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8"/>
            <p:cNvSpPr/>
            <p:nvPr/>
          </p:nvSpPr>
          <p:spPr>
            <a:xfrm>
              <a:off x="3709868"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8"/>
            <p:cNvSpPr/>
            <p:nvPr/>
          </p:nvSpPr>
          <p:spPr>
            <a:xfrm>
              <a:off x="3709868"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8"/>
            <p:cNvSpPr/>
            <p:nvPr/>
          </p:nvSpPr>
          <p:spPr>
            <a:xfrm>
              <a:off x="3799011" y="372750"/>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8"/>
            <p:cNvSpPr/>
            <p:nvPr/>
          </p:nvSpPr>
          <p:spPr>
            <a:xfrm>
              <a:off x="3799011" y="466146"/>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8"/>
            <p:cNvSpPr/>
            <p:nvPr/>
          </p:nvSpPr>
          <p:spPr>
            <a:xfrm>
              <a:off x="3799011"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8"/>
            <p:cNvSpPr/>
            <p:nvPr/>
          </p:nvSpPr>
          <p:spPr>
            <a:xfrm>
              <a:off x="3799011" y="652939"/>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8"/>
            <p:cNvSpPr/>
            <p:nvPr/>
          </p:nvSpPr>
          <p:spPr>
            <a:xfrm>
              <a:off x="3620725" y="559543"/>
              <a:ext cx="58800" cy="58800"/>
            </a:xfrm>
            <a:prstGeom prst="ellipse">
              <a:avLst/>
            </a:prstGeom>
            <a:noFill/>
            <a:ln cap="flat" cmpd="sng" w="9525">
              <a:solidFill>
                <a:srgbClr val="025F7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1" name="Google Shape;631;p8"/>
          <p:cNvSpPr/>
          <p:nvPr/>
        </p:nvSpPr>
        <p:spPr>
          <a:xfrm flipH="1" rot="1856158">
            <a:off x="-1167632" y="617942"/>
            <a:ext cx="1697013" cy="169701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8"/>
          <p:cNvSpPr/>
          <p:nvPr/>
        </p:nvSpPr>
        <p:spPr>
          <a:xfrm>
            <a:off x="-456125" y="958975"/>
            <a:ext cx="960900" cy="960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8"/>
          <p:cNvSpPr/>
          <p:nvPr/>
        </p:nvSpPr>
        <p:spPr>
          <a:xfrm flipH="1" rot="-5400000">
            <a:off x="5404994" y="4756332"/>
            <a:ext cx="1172100" cy="1172100"/>
          </a:xfrm>
          <a:prstGeom prst="blockArc">
            <a:avLst>
              <a:gd fmla="val 4205957" name="adj1"/>
              <a:gd fmla="val 17987083" name="adj2"/>
              <a:gd fmla="val 3023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8"/>
          <p:cNvSpPr/>
          <p:nvPr/>
        </p:nvSpPr>
        <p:spPr>
          <a:xfrm>
            <a:off x="5451975" y="4826875"/>
            <a:ext cx="837300" cy="83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5" name="Google Shape;635;p8" title="OGAT-CIT Logo White.png"/>
          <p:cNvPicPr preferRelativeResize="0"/>
          <p:nvPr/>
        </p:nvPicPr>
        <p:blipFill rotWithShape="1">
          <a:blip r:embed="rId2">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6" name="Shape 636"/>
        <p:cNvGrpSpPr/>
        <p:nvPr/>
      </p:nvGrpSpPr>
      <p:grpSpPr>
        <a:xfrm>
          <a:off x="0" y="0"/>
          <a:ext cx="0" cy="0"/>
          <a:chOff x="0" y="0"/>
          <a:chExt cx="0" cy="0"/>
        </a:xfrm>
      </p:grpSpPr>
      <p:sp>
        <p:nvSpPr>
          <p:cNvPr id="637" name="Google Shape;637;p9"/>
          <p:cNvSpPr txBox="1"/>
          <p:nvPr>
            <p:ph type="title"/>
          </p:nvPr>
        </p:nvSpPr>
        <p:spPr>
          <a:xfrm>
            <a:off x="2029075" y="2490350"/>
            <a:ext cx="5085900" cy="831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8" name="Google Shape;638;p9"/>
          <p:cNvSpPr txBox="1"/>
          <p:nvPr>
            <p:ph idx="1" type="subTitle"/>
          </p:nvPr>
        </p:nvSpPr>
        <p:spPr>
          <a:xfrm>
            <a:off x="2029075" y="3269253"/>
            <a:ext cx="5085900" cy="1287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9" name="Google Shape;639;p9"/>
          <p:cNvSpPr/>
          <p:nvPr/>
        </p:nvSpPr>
        <p:spPr>
          <a:xfrm rot="-4819752">
            <a:off x="8205757" y="1265550"/>
            <a:ext cx="1585836" cy="1585836"/>
          </a:xfrm>
          <a:prstGeom prst="blockArc">
            <a:avLst>
              <a:gd fmla="val 5958233" name="adj1"/>
              <a:gd fmla="val 2559931" name="adj2"/>
              <a:gd fmla="val 2250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9"/>
          <p:cNvSpPr/>
          <p:nvPr/>
        </p:nvSpPr>
        <p:spPr>
          <a:xfrm rot="-7433688">
            <a:off x="-962871" y="-1484464"/>
            <a:ext cx="3935124" cy="3935124"/>
          </a:xfrm>
          <a:prstGeom prst="blockArc">
            <a:avLst>
              <a:gd fmla="val 5958233" name="adj1"/>
              <a:gd fmla="val 20136020" name="adj2"/>
              <a:gd fmla="val 168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9"/>
          <p:cNvSpPr/>
          <p:nvPr/>
        </p:nvSpPr>
        <p:spPr>
          <a:xfrm rot="-6824316">
            <a:off x="5408227" y="4758274"/>
            <a:ext cx="1270604" cy="1271153"/>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2" name="Google Shape;642;p9" title="OGAT-CIT Logo White.png"/>
          <p:cNvPicPr preferRelativeResize="0"/>
          <p:nvPr/>
        </p:nvPicPr>
        <p:blipFill rotWithShape="1">
          <a:blip r:embed="rId2">
            <a:alphaModFix/>
          </a:blip>
          <a:srcRect b="0" l="0" r="0" t="0"/>
          <a:stretch/>
        </p:blipFill>
        <p:spPr>
          <a:xfrm>
            <a:off x="7604150" y="4546848"/>
            <a:ext cx="1463649" cy="5204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643" name="Shape 643"/>
        <p:cNvGrpSpPr/>
        <p:nvPr/>
      </p:nvGrpSpPr>
      <p:grpSpPr>
        <a:xfrm>
          <a:off x="0" y="0"/>
          <a:ext cx="0" cy="0"/>
          <a:chOff x="0" y="0"/>
          <a:chExt cx="0" cy="0"/>
        </a:xfrm>
      </p:grpSpPr>
      <p:sp>
        <p:nvSpPr>
          <p:cNvPr id="644" name="Google Shape;644;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5" name="Google Shape;6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3">
  <p:cSld name="TITLE_AND_BODY_1_3">
    <p:spTree>
      <p:nvGrpSpPr>
        <p:cNvPr id="646" name="Shape 646"/>
        <p:cNvGrpSpPr/>
        <p:nvPr/>
      </p:nvGrpSpPr>
      <p:grpSpPr>
        <a:xfrm>
          <a:off x="0" y="0"/>
          <a:ext cx="0" cy="0"/>
          <a:chOff x="0" y="0"/>
          <a:chExt cx="0" cy="0"/>
        </a:xfrm>
      </p:grpSpPr>
      <p:sp>
        <p:nvSpPr>
          <p:cNvPr id="647" name="Google Shape;647;p11"/>
          <p:cNvSpPr txBox="1"/>
          <p:nvPr>
            <p:ph type="title"/>
          </p:nvPr>
        </p:nvSpPr>
        <p:spPr>
          <a:xfrm>
            <a:off x="73200" y="6903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648" name="Google Shape;648;p11"/>
          <p:cNvSpPr txBox="1"/>
          <p:nvPr>
            <p:ph idx="1" type="body"/>
          </p:nvPr>
        </p:nvSpPr>
        <p:spPr>
          <a:xfrm>
            <a:off x="73200" y="1221875"/>
            <a:ext cx="8759100" cy="3582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649" name="Google Shape;6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pic>
        <p:nvPicPr>
          <p:cNvPr id="650" name="Google Shape;650;p11"/>
          <p:cNvPicPr preferRelativeResize="0"/>
          <p:nvPr/>
        </p:nvPicPr>
        <p:blipFill rotWithShape="1">
          <a:blip r:embed="rId2">
            <a:alphaModFix/>
          </a:blip>
          <a:srcRect b="0" l="20211" r="60105" t="0"/>
          <a:stretch/>
        </p:blipFill>
        <p:spPr>
          <a:xfrm>
            <a:off x="8370684" y="718466"/>
            <a:ext cx="841528" cy="171306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4">
  <p:cSld name="TITLE_AND_BODY_1_4">
    <p:spTree>
      <p:nvGrpSpPr>
        <p:cNvPr id="651" name="Shape 651"/>
        <p:cNvGrpSpPr/>
        <p:nvPr/>
      </p:nvGrpSpPr>
      <p:grpSpPr>
        <a:xfrm>
          <a:off x="0" y="0"/>
          <a:ext cx="0" cy="0"/>
          <a:chOff x="0" y="0"/>
          <a:chExt cx="0" cy="0"/>
        </a:xfrm>
      </p:grpSpPr>
      <p:sp>
        <p:nvSpPr>
          <p:cNvPr id="652" name="Google Shape;652;p12"/>
          <p:cNvSpPr txBox="1"/>
          <p:nvPr>
            <p:ph type="title"/>
          </p:nvPr>
        </p:nvSpPr>
        <p:spPr>
          <a:xfrm>
            <a:off x="73200" y="6903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653" name="Google Shape;653;p12"/>
          <p:cNvSpPr txBox="1"/>
          <p:nvPr>
            <p:ph idx="1" type="body"/>
          </p:nvPr>
        </p:nvSpPr>
        <p:spPr>
          <a:xfrm>
            <a:off x="73200" y="1221875"/>
            <a:ext cx="8759100" cy="3582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654" name="Google Shape;65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pic>
        <p:nvPicPr>
          <p:cNvPr id="655" name="Google Shape;655;p12"/>
          <p:cNvPicPr preferRelativeResize="0"/>
          <p:nvPr/>
        </p:nvPicPr>
        <p:blipFill rotWithShape="1">
          <a:blip r:embed="rId2">
            <a:alphaModFix/>
          </a:blip>
          <a:srcRect b="0" l="40920" r="41028" t="0"/>
          <a:stretch/>
        </p:blipFill>
        <p:spPr>
          <a:xfrm>
            <a:off x="8372248" y="690325"/>
            <a:ext cx="771753" cy="17130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bg>
      <p:bgPr>
        <a:solidFill>
          <a:srgbClr val="F3E3C5"/>
        </a:solidFill>
      </p:bgPr>
    </p:bg>
    <p:spTree>
      <p:nvGrpSpPr>
        <p:cNvPr id="656" name="Shape 656"/>
        <p:cNvGrpSpPr/>
        <p:nvPr/>
      </p:nvGrpSpPr>
      <p:grpSpPr>
        <a:xfrm>
          <a:off x="0" y="0"/>
          <a:ext cx="0" cy="0"/>
          <a:chOff x="0" y="0"/>
          <a:chExt cx="0" cy="0"/>
        </a:xfrm>
      </p:grpSpPr>
      <p:sp>
        <p:nvSpPr>
          <p:cNvPr id="657" name="Google Shape;657;p13"/>
          <p:cNvSpPr/>
          <p:nvPr/>
        </p:nvSpPr>
        <p:spPr>
          <a:xfrm>
            <a:off x="0" y="-67600"/>
            <a:ext cx="9144000" cy="761400"/>
          </a:xfrm>
          <a:prstGeom prst="rect">
            <a:avLst/>
          </a:prstGeom>
          <a:solidFill>
            <a:srgbClr val="F3E3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3"/>
          <p:cNvSpPr/>
          <p:nvPr/>
        </p:nvSpPr>
        <p:spPr>
          <a:xfrm>
            <a:off x="1114593" y="2532625"/>
            <a:ext cx="7768800" cy="1115100"/>
          </a:xfrm>
          <a:prstGeom prst="roundRect">
            <a:avLst>
              <a:gd fmla="val 16667" name="adj"/>
            </a:avLst>
          </a:prstGeom>
          <a:solidFill>
            <a:srgbClr val="D9D2E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59" name="Google Shape;659;p13"/>
          <p:cNvSpPr/>
          <p:nvPr/>
        </p:nvSpPr>
        <p:spPr>
          <a:xfrm>
            <a:off x="1077243" y="1084825"/>
            <a:ext cx="7806300" cy="1115100"/>
          </a:xfrm>
          <a:prstGeom prst="roundRect">
            <a:avLst>
              <a:gd fmla="val 16667" name="adj"/>
            </a:avLst>
          </a:prstGeom>
          <a:solidFill>
            <a:srgbClr val="D9D2E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 name="Google Shape;660;p13"/>
          <p:cNvSpPr txBox="1"/>
          <p:nvPr/>
        </p:nvSpPr>
        <p:spPr>
          <a:xfrm>
            <a:off x="1077250" y="4501200"/>
            <a:ext cx="4581900" cy="64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000"/>
              <a:buFont typeface="Arial"/>
              <a:buNone/>
            </a:pPr>
            <a:r>
              <a:rPr b="1" i="0" lang="en-GB" sz="3000" u="none" cap="none" strike="noStrike">
                <a:solidFill>
                  <a:srgbClr val="351C75"/>
                </a:solidFill>
                <a:latin typeface="Amatic SC"/>
                <a:ea typeface="Amatic SC"/>
                <a:cs typeface="Amatic SC"/>
                <a:sym typeface="Amatic SC"/>
              </a:rPr>
              <a:t>Be Safe. Be Respectful. Be Responsible</a:t>
            </a:r>
            <a:r>
              <a:rPr b="1" i="0" lang="en-GB" sz="3500" u="none" cap="none" strike="noStrike">
                <a:solidFill>
                  <a:srgbClr val="674EA7"/>
                </a:solidFill>
                <a:latin typeface="Amatic SC"/>
                <a:ea typeface="Amatic SC"/>
                <a:cs typeface="Amatic SC"/>
                <a:sym typeface="Amatic SC"/>
              </a:rPr>
              <a:t>.</a:t>
            </a:r>
            <a:endParaRPr b="1" i="0" sz="3500" u="none" cap="none" strike="noStrike">
              <a:solidFill>
                <a:srgbClr val="674EA7"/>
              </a:solidFill>
              <a:latin typeface="Amatic SC"/>
              <a:ea typeface="Amatic SC"/>
              <a:cs typeface="Amatic SC"/>
              <a:sym typeface="Amatic SC"/>
            </a:endParaRPr>
          </a:p>
        </p:txBody>
      </p:sp>
      <p:pic>
        <p:nvPicPr>
          <p:cNvPr id="661" name="Google Shape;661;p13"/>
          <p:cNvPicPr preferRelativeResize="0"/>
          <p:nvPr/>
        </p:nvPicPr>
        <p:blipFill rotWithShape="1">
          <a:blip r:embed="rId2">
            <a:alphaModFix/>
          </a:blip>
          <a:srcRect b="0" l="0" r="0" t="0"/>
          <a:stretch/>
        </p:blipFill>
        <p:spPr>
          <a:xfrm>
            <a:off x="959975" y="986875"/>
            <a:ext cx="7999425" cy="505100"/>
          </a:xfrm>
          <a:prstGeom prst="rect">
            <a:avLst/>
          </a:prstGeom>
          <a:noFill/>
          <a:ln>
            <a:noFill/>
          </a:ln>
        </p:spPr>
      </p:pic>
      <p:sp>
        <p:nvSpPr>
          <p:cNvPr id="662" name="Google Shape;662;p13"/>
          <p:cNvSpPr txBox="1"/>
          <p:nvPr/>
        </p:nvSpPr>
        <p:spPr>
          <a:xfrm>
            <a:off x="647400" y="0"/>
            <a:ext cx="8496600" cy="1115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6500"/>
              <a:buFont typeface="Arial"/>
              <a:buNone/>
            </a:pPr>
            <a:r>
              <a:rPr b="1" i="0" lang="en-GB" sz="6500" u="none" cap="none" strike="noStrike">
                <a:solidFill>
                  <a:srgbClr val="351C75"/>
                </a:solidFill>
                <a:latin typeface="Amatic SC"/>
                <a:ea typeface="Amatic SC"/>
                <a:cs typeface="Amatic SC"/>
                <a:sym typeface="Amatic SC"/>
              </a:rPr>
              <a:t>LEARNING INTENTIONS:</a:t>
            </a:r>
            <a:endParaRPr b="1" i="0" sz="6500" u="none" cap="none" strike="noStrike">
              <a:solidFill>
                <a:srgbClr val="351C75"/>
              </a:solidFill>
              <a:latin typeface="Amatic SC"/>
              <a:ea typeface="Amatic SC"/>
              <a:cs typeface="Amatic SC"/>
              <a:sym typeface="Amatic SC"/>
            </a:endParaRPr>
          </a:p>
        </p:txBody>
      </p:sp>
      <p:pic>
        <p:nvPicPr>
          <p:cNvPr id="663" name="Google Shape;663;p13"/>
          <p:cNvPicPr preferRelativeResize="0"/>
          <p:nvPr/>
        </p:nvPicPr>
        <p:blipFill rotWithShape="1">
          <a:blip r:embed="rId2">
            <a:alphaModFix/>
          </a:blip>
          <a:srcRect b="0" l="0" r="0" t="0"/>
          <a:stretch/>
        </p:blipFill>
        <p:spPr>
          <a:xfrm>
            <a:off x="959975" y="2344200"/>
            <a:ext cx="7999425" cy="505100"/>
          </a:xfrm>
          <a:prstGeom prst="rect">
            <a:avLst/>
          </a:prstGeom>
          <a:noFill/>
          <a:ln>
            <a:noFill/>
          </a:ln>
        </p:spPr>
      </p:pic>
      <p:sp>
        <p:nvSpPr>
          <p:cNvPr id="664" name="Google Shape;664;p13"/>
          <p:cNvSpPr txBox="1"/>
          <p:nvPr/>
        </p:nvSpPr>
        <p:spPr>
          <a:xfrm>
            <a:off x="1077250" y="986825"/>
            <a:ext cx="3300300" cy="50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1" i="0" lang="en-GB" sz="2400" u="none" cap="none" strike="noStrike">
                <a:solidFill>
                  <a:srgbClr val="FFFFFF"/>
                </a:solidFill>
                <a:latin typeface="Amatic SC"/>
                <a:ea typeface="Amatic SC"/>
                <a:cs typeface="Amatic SC"/>
                <a:sym typeface="Amatic SC"/>
              </a:rPr>
              <a:t>TOPIC QUESTION:</a:t>
            </a:r>
            <a:endParaRPr b="1" i="0" sz="2400" u="none" cap="none" strike="noStrike">
              <a:solidFill>
                <a:srgbClr val="FFFFFF"/>
              </a:solidFill>
              <a:latin typeface="Amatic SC"/>
              <a:ea typeface="Amatic SC"/>
              <a:cs typeface="Amatic SC"/>
              <a:sym typeface="Amatic SC"/>
            </a:endParaRPr>
          </a:p>
        </p:txBody>
      </p:sp>
      <p:sp>
        <p:nvSpPr>
          <p:cNvPr id="665" name="Google Shape;665;p13"/>
          <p:cNvSpPr txBox="1"/>
          <p:nvPr/>
        </p:nvSpPr>
        <p:spPr>
          <a:xfrm>
            <a:off x="1114600" y="2296975"/>
            <a:ext cx="4694700" cy="50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1" i="0" lang="en-GB" sz="2400" u="none" cap="none" strike="noStrike">
                <a:solidFill>
                  <a:srgbClr val="FFFFFF"/>
                </a:solidFill>
                <a:latin typeface="Amatic SC"/>
                <a:ea typeface="Amatic SC"/>
                <a:cs typeface="Amatic SC"/>
                <a:sym typeface="Amatic SC"/>
              </a:rPr>
              <a:t>LESSON QUESTION:</a:t>
            </a:r>
            <a:endParaRPr b="1" i="0" sz="2400" u="none" cap="none" strike="noStrike">
              <a:solidFill>
                <a:srgbClr val="FFFFFF"/>
              </a:solidFill>
              <a:latin typeface="Amatic SC"/>
              <a:ea typeface="Amatic SC"/>
              <a:cs typeface="Amatic SC"/>
              <a:sym typeface="Amatic SC"/>
            </a:endParaRPr>
          </a:p>
        </p:txBody>
      </p:sp>
      <p:pic>
        <p:nvPicPr>
          <p:cNvPr descr="A picture containing drawing  Description automatically generated" id="666" name="Google Shape;666;p13"/>
          <p:cNvPicPr preferRelativeResize="0"/>
          <p:nvPr/>
        </p:nvPicPr>
        <p:blipFill rotWithShape="1">
          <a:blip r:embed="rId3">
            <a:alphaModFix/>
          </a:blip>
          <a:srcRect b="0" l="0" r="0" t="0"/>
          <a:stretch/>
        </p:blipFill>
        <p:spPr>
          <a:xfrm>
            <a:off x="7050883" y="4410909"/>
            <a:ext cx="2093117" cy="732591"/>
          </a:xfrm>
          <a:prstGeom prst="rect">
            <a:avLst/>
          </a:prstGeom>
          <a:noFill/>
          <a:ln>
            <a:noFill/>
          </a:ln>
        </p:spPr>
      </p:pic>
      <p:pic>
        <p:nvPicPr>
          <p:cNvPr id="667" name="Google Shape;667;p13"/>
          <p:cNvPicPr preferRelativeResize="0"/>
          <p:nvPr/>
        </p:nvPicPr>
        <p:blipFill rotWithShape="1">
          <a:blip r:embed="rId4">
            <a:alphaModFix/>
          </a:blip>
          <a:srcRect b="0" l="0" r="81948" t="0"/>
          <a:stretch/>
        </p:blipFill>
        <p:spPr>
          <a:xfrm>
            <a:off x="0" y="-75675"/>
            <a:ext cx="959974" cy="20383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668" name="Shape 668"/>
        <p:cNvGrpSpPr/>
        <p:nvPr/>
      </p:nvGrpSpPr>
      <p:grpSpPr>
        <a:xfrm>
          <a:off x="0" y="0"/>
          <a:ext cx="0" cy="0"/>
          <a:chOff x="0" y="0"/>
          <a:chExt cx="0" cy="0"/>
        </a:xfrm>
      </p:grpSpPr>
      <p:sp>
        <p:nvSpPr>
          <p:cNvPr id="669" name="Google Shape;669;p14"/>
          <p:cNvSpPr txBox="1"/>
          <p:nvPr>
            <p:ph type="title"/>
          </p:nvPr>
        </p:nvSpPr>
        <p:spPr>
          <a:xfrm>
            <a:off x="73200" y="6903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670" name="Google Shape;670;p14"/>
          <p:cNvSpPr txBox="1"/>
          <p:nvPr>
            <p:ph idx="1" type="body"/>
          </p:nvPr>
        </p:nvSpPr>
        <p:spPr>
          <a:xfrm>
            <a:off x="73200" y="1221875"/>
            <a:ext cx="8759100" cy="3582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671" name="Google Shape;67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pic>
        <p:nvPicPr>
          <p:cNvPr id="672" name="Google Shape;672;p14"/>
          <p:cNvPicPr preferRelativeResize="0"/>
          <p:nvPr/>
        </p:nvPicPr>
        <p:blipFill rotWithShape="1">
          <a:blip r:embed="rId2">
            <a:alphaModFix/>
          </a:blip>
          <a:srcRect b="0" l="61891" r="20057" t="0"/>
          <a:stretch/>
        </p:blipFill>
        <p:spPr>
          <a:xfrm>
            <a:off x="8364473" y="690325"/>
            <a:ext cx="779525" cy="165517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spTree>
      <p:nvGrpSpPr>
        <p:cNvPr id="673" name="Shape 673"/>
        <p:cNvGrpSpPr/>
        <p:nvPr/>
      </p:nvGrpSpPr>
      <p:grpSpPr>
        <a:xfrm>
          <a:off x="0" y="0"/>
          <a:ext cx="0" cy="0"/>
          <a:chOff x="0" y="0"/>
          <a:chExt cx="0" cy="0"/>
        </a:xfrm>
      </p:grpSpPr>
      <p:sp>
        <p:nvSpPr>
          <p:cNvPr id="674" name="Google Shape;674;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5" name="Google Shape;67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676" name="Shape 676"/>
        <p:cNvGrpSpPr/>
        <p:nvPr/>
      </p:nvGrpSpPr>
      <p:grpSpPr>
        <a:xfrm>
          <a:off x="0" y="0"/>
          <a:ext cx="0" cy="0"/>
          <a:chOff x="0" y="0"/>
          <a:chExt cx="0" cy="0"/>
        </a:xfrm>
      </p:grpSpPr>
      <p:sp>
        <p:nvSpPr>
          <p:cNvPr id="677" name="Google Shape;677;p16"/>
          <p:cNvSpPr txBox="1"/>
          <p:nvPr>
            <p:ph type="title"/>
          </p:nvPr>
        </p:nvSpPr>
        <p:spPr>
          <a:xfrm>
            <a:off x="73200" y="6903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678" name="Google Shape;678;p16"/>
          <p:cNvSpPr txBox="1"/>
          <p:nvPr>
            <p:ph idx="1" type="body"/>
          </p:nvPr>
        </p:nvSpPr>
        <p:spPr>
          <a:xfrm>
            <a:off x="73200" y="1221875"/>
            <a:ext cx="8759100" cy="3582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679" name="Google Shape;67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pic>
        <p:nvPicPr>
          <p:cNvPr id="680" name="Google Shape;680;p16"/>
          <p:cNvPicPr preferRelativeResize="0"/>
          <p:nvPr/>
        </p:nvPicPr>
        <p:blipFill rotWithShape="1">
          <a:blip r:embed="rId2">
            <a:alphaModFix/>
          </a:blip>
          <a:srcRect b="0" l="81948" r="0" t="0"/>
          <a:stretch/>
        </p:blipFill>
        <p:spPr>
          <a:xfrm>
            <a:off x="8345725" y="701000"/>
            <a:ext cx="767549" cy="16297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3">
    <p:spTree>
      <p:nvGrpSpPr>
        <p:cNvPr id="681" name="Shape 681"/>
        <p:cNvGrpSpPr/>
        <p:nvPr/>
      </p:nvGrpSpPr>
      <p:grpSpPr>
        <a:xfrm>
          <a:off x="0" y="0"/>
          <a:ext cx="0" cy="0"/>
          <a:chOff x="0" y="0"/>
          <a:chExt cx="0" cy="0"/>
        </a:xfrm>
      </p:grpSpPr>
      <p:sp>
        <p:nvSpPr>
          <p:cNvPr id="682" name="Google Shape;682;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3" name="Google Shape;68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4">
    <p:spTree>
      <p:nvGrpSpPr>
        <p:cNvPr id="684" name="Shape 684"/>
        <p:cNvGrpSpPr/>
        <p:nvPr/>
      </p:nvGrpSpPr>
      <p:grpSpPr>
        <a:xfrm>
          <a:off x="0" y="0"/>
          <a:ext cx="0" cy="0"/>
          <a:chOff x="0" y="0"/>
          <a:chExt cx="0" cy="0"/>
        </a:xfrm>
      </p:grpSpPr>
      <p:sp>
        <p:nvSpPr>
          <p:cNvPr id="685" name="Google Shape;685;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6" name="Google Shape;68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SECTION_HEADER_5">
    <p:spTree>
      <p:nvGrpSpPr>
        <p:cNvPr id="687" name="Shape 687"/>
        <p:cNvGrpSpPr/>
        <p:nvPr/>
      </p:nvGrpSpPr>
      <p:grpSpPr>
        <a:xfrm>
          <a:off x="0" y="0"/>
          <a:ext cx="0" cy="0"/>
          <a:chOff x="0" y="0"/>
          <a:chExt cx="0" cy="0"/>
        </a:xfrm>
      </p:grpSpPr>
      <p:sp>
        <p:nvSpPr>
          <p:cNvPr id="688" name="Google Shape;688;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9" name="Google Shape;68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9DAF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75" y="445025"/>
            <a:ext cx="7717500" cy="740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1pPr>
            <a:lvl2pPr lvl="1"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2pPr>
            <a:lvl3pPr lvl="2"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3pPr>
            <a:lvl4pPr lvl="3"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4pPr>
            <a:lvl5pPr lvl="4"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5pPr>
            <a:lvl6pPr lvl="5"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6pPr>
            <a:lvl7pPr lvl="6"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7pPr>
            <a:lvl8pPr lvl="7"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8pPr>
            <a:lvl9pPr lvl="8" marR="0" rtl="0" algn="l">
              <a:lnSpc>
                <a:spcPct val="100000"/>
              </a:lnSpc>
              <a:spcBef>
                <a:spcPts val="0"/>
              </a:spcBef>
              <a:spcAft>
                <a:spcPts val="0"/>
              </a:spcAft>
              <a:buClr>
                <a:srgbClr val="000000"/>
              </a:buClr>
              <a:buSzPts val="3600"/>
              <a:buFont typeface="Alumni Sans Pinstripe"/>
              <a:buNone/>
              <a:defRPr b="1" i="0" sz="3600" u="none" cap="none" strike="noStrike">
                <a:solidFill>
                  <a:srgbClr val="000000"/>
                </a:solidFill>
                <a:latin typeface="Alumni Sans Pinstripe"/>
                <a:ea typeface="Alumni Sans Pinstripe"/>
                <a:cs typeface="Alumni Sans Pinstripe"/>
                <a:sym typeface="Alumni Sans Pinstripe"/>
              </a:defRPr>
            </a:lvl9pPr>
          </a:lstStyle>
          <a:p/>
        </p:txBody>
      </p:sp>
      <p:sp>
        <p:nvSpPr>
          <p:cNvPr id="7" name="Google Shape;7;p1"/>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1pPr>
            <a:lvl2pPr indent="-317500" lvl="1" marL="9144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2pPr>
            <a:lvl3pPr indent="-317500" lvl="2" marL="13716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3pPr>
            <a:lvl4pPr indent="-317500" lvl="3" marL="18288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4pPr>
            <a:lvl5pPr indent="-317500" lvl="4" marL="22860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5pPr>
            <a:lvl6pPr indent="-317500" lvl="5" marL="27432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6pPr>
            <a:lvl7pPr indent="-317500" lvl="6" marL="32004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7pPr>
            <a:lvl8pPr indent="-317500" lvl="7" marL="36576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8pPr>
            <a:lvl9pPr indent="-317500" lvl="8" marL="4114800" marR="0" rtl="0" algn="l">
              <a:lnSpc>
                <a:spcPct val="100000"/>
              </a:lnSpc>
              <a:spcBef>
                <a:spcPts val="0"/>
              </a:spcBef>
              <a:spcAft>
                <a:spcPts val="0"/>
              </a:spcAft>
              <a:buClr>
                <a:srgbClr val="000000"/>
              </a:buClr>
              <a:buSzPts val="1400"/>
              <a:buFont typeface="Advent Pro"/>
              <a:buChar char="■"/>
              <a:defRPr b="0" i="0" sz="1400" u="none" cap="none" strike="noStrike">
                <a:solidFill>
                  <a:srgbClr val="000000"/>
                </a:solidFill>
                <a:latin typeface="Advent Pro"/>
                <a:ea typeface="Advent Pro"/>
                <a:cs typeface="Advent Pro"/>
                <a:sym typeface="Advent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7.png"/><Relationship Id="rId9"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22.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8.png"/><Relationship Id="rId9" Type="http://schemas.openxmlformats.org/officeDocument/2006/relationships/image" Target="../media/image7.png"/><Relationship Id="rId5" Type="http://schemas.openxmlformats.org/officeDocument/2006/relationships/image" Target="../media/image37.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youtube.com/watch?v=T87iyGiXb7o" TargetMode="External"/><Relationship Id="rId4" Type="http://schemas.openxmlformats.org/officeDocument/2006/relationships/image" Target="../media/image35.jpg"/><Relationship Id="rId5"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www.youtube.com/watch?v=rdVPflECed8" TargetMode="External"/><Relationship Id="rId4" Type="http://schemas.openxmlformats.org/officeDocument/2006/relationships/image" Target="../media/image36.jp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www.youtube.com/watch?v=_wQTRMBAvzg" TargetMode="External"/><Relationship Id="rId4" Type="http://schemas.openxmlformats.org/officeDocument/2006/relationships/image" Target="../media/image31.jpg"/><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20"/>
          <p:cNvSpPr txBox="1"/>
          <p:nvPr>
            <p:ph type="ctrTitle"/>
          </p:nvPr>
        </p:nvSpPr>
        <p:spPr>
          <a:xfrm>
            <a:off x="2831175" y="882425"/>
            <a:ext cx="5739900" cy="1824000"/>
          </a:xfrm>
          <a:prstGeom prst="rect">
            <a:avLst/>
          </a:prstGeom>
          <a:noFill/>
          <a:ln>
            <a:noFill/>
          </a:ln>
        </p:spPr>
        <p:txBody>
          <a:bodyPr anchorCtr="0" anchor="t" bIns="91425" lIns="91425" spcFirstLastPara="1" rIns="91425" wrap="square" tIns="91425">
            <a:noAutofit/>
          </a:bodyPr>
          <a:lstStyle/>
          <a:p>
            <a:pPr indent="0" lvl="0" marL="0" rtl="0" algn="r">
              <a:lnSpc>
                <a:spcPct val="75000"/>
              </a:lnSpc>
              <a:spcBef>
                <a:spcPts val="0"/>
              </a:spcBef>
              <a:spcAft>
                <a:spcPts val="0"/>
              </a:spcAft>
              <a:buSzPts val="5200"/>
              <a:buNone/>
            </a:pPr>
            <a:r>
              <a:rPr b="0" lang="en-GB" sz="3300">
                <a:latin typeface="Calibri"/>
                <a:ea typeface="Calibri"/>
                <a:cs typeface="Calibri"/>
                <a:sym typeface="Calibri"/>
              </a:rPr>
              <a:t>On your MWB</a:t>
            </a:r>
            <a:r>
              <a:rPr b="0" lang="en-GB" sz="3300">
                <a:latin typeface="Calibri"/>
                <a:ea typeface="Calibri"/>
                <a:cs typeface="Calibri"/>
                <a:sym typeface="Calibri"/>
              </a:rPr>
              <a:t>:</a:t>
            </a:r>
            <a:endParaRPr b="0" sz="3300">
              <a:latin typeface="Calibri"/>
              <a:ea typeface="Calibri"/>
              <a:cs typeface="Calibri"/>
              <a:sym typeface="Calibri"/>
            </a:endParaRPr>
          </a:p>
          <a:p>
            <a:pPr indent="0" lvl="0" marL="0" rtl="0" algn="r">
              <a:lnSpc>
                <a:spcPct val="75000"/>
              </a:lnSpc>
              <a:spcBef>
                <a:spcPts val="0"/>
              </a:spcBef>
              <a:spcAft>
                <a:spcPts val="0"/>
              </a:spcAft>
              <a:buSzPts val="5200"/>
              <a:buNone/>
            </a:pPr>
            <a:r>
              <a:t/>
            </a:r>
            <a:endParaRPr b="0" sz="2100">
              <a:latin typeface="Calibri"/>
              <a:ea typeface="Calibri"/>
              <a:cs typeface="Calibri"/>
              <a:sym typeface="Calibri"/>
            </a:endParaRPr>
          </a:p>
          <a:p>
            <a:pPr indent="-400050" lvl="0" marL="457200" rtl="0" algn="l">
              <a:lnSpc>
                <a:spcPct val="100000"/>
              </a:lnSpc>
              <a:spcBef>
                <a:spcPts val="0"/>
              </a:spcBef>
              <a:spcAft>
                <a:spcPts val="0"/>
              </a:spcAft>
              <a:buSzPts val="2700"/>
              <a:buFont typeface="Calibri"/>
              <a:buAutoNum type="arabicPeriod"/>
            </a:pPr>
            <a:r>
              <a:rPr b="0" lang="en-GB" sz="2700">
                <a:latin typeface="Calibri"/>
                <a:ea typeface="Calibri"/>
                <a:cs typeface="Calibri"/>
                <a:sym typeface="Calibri"/>
              </a:rPr>
              <a:t>What do you remember about what happened to Maria?</a:t>
            </a:r>
            <a:endParaRPr b="0" sz="2700">
              <a:latin typeface="Calibri"/>
              <a:ea typeface="Calibri"/>
              <a:cs typeface="Calibri"/>
              <a:sym typeface="Calibri"/>
            </a:endParaRPr>
          </a:p>
          <a:p>
            <a:pPr indent="0" lvl="0" marL="457200" rtl="0" algn="l">
              <a:lnSpc>
                <a:spcPct val="100000"/>
              </a:lnSpc>
              <a:spcBef>
                <a:spcPts val="0"/>
              </a:spcBef>
              <a:spcAft>
                <a:spcPts val="0"/>
              </a:spcAft>
              <a:buSzPts val="5200"/>
              <a:buNone/>
            </a:pPr>
            <a:r>
              <a:t/>
            </a:r>
            <a:endParaRPr b="0" sz="2700">
              <a:latin typeface="Calibri"/>
              <a:ea typeface="Calibri"/>
              <a:cs typeface="Calibri"/>
              <a:sym typeface="Calibri"/>
            </a:endParaRPr>
          </a:p>
          <a:p>
            <a:pPr indent="0" lvl="0" marL="0" rtl="0" algn="l">
              <a:lnSpc>
                <a:spcPct val="100000"/>
              </a:lnSpc>
              <a:spcBef>
                <a:spcPts val="0"/>
              </a:spcBef>
              <a:spcAft>
                <a:spcPts val="0"/>
              </a:spcAft>
              <a:buSzPts val="5200"/>
              <a:buNone/>
            </a:pPr>
            <a:r>
              <a:t/>
            </a:r>
            <a:endParaRPr b="0" sz="3300">
              <a:latin typeface="Calibri"/>
              <a:ea typeface="Calibri"/>
              <a:cs typeface="Calibri"/>
              <a:sym typeface="Calibri"/>
            </a:endParaRPr>
          </a:p>
          <a:p>
            <a:pPr indent="0" lvl="0" marL="0" rtl="0" algn="r">
              <a:lnSpc>
                <a:spcPct val="75000"/>
              </a:lnSpc>
              <a:spcBef>
                <a:spcPts val="0"/>
              </a:spcBef>
              <a:spcAft>
                <a:spcPts val="0"/>
              </a:spcAft>
              <a:buSzPts val="5200"/>
              <a:buNone/>
            </a:pPr>
            <a:r>
              <a:t/>
            </a:r>
            <a:endParaRPr b="0" sz="3300">
              <a:latin typeface="Calibri"/>
              <a:ea typeface="Calibri"/>
              <a:cs typeface="Calibri"/>
              <a:sym typeface="Calibri"/>
            </a:endParaRPr>
          </a:p>
        </p:txBody>
      </p:sp>
      <p:pic>
        <p:nvPicPr>
          <p:cNvPr id="695" name="Google Shape;695;p20"/>
          <p:cNvPicPr preferRelativeResize="0"/>
          <p:nvPr/>
        </p:nvPicPr>
        <p:blipFill rotWithShape="1">
          <a:blip r:embed="rId3">
            <a:alphaModFix/>
          </a:blip>
          <a:srcRect b="0" l="0" r="0" t="0"/>
          <a:stretch/>
        </p:blipFill>
        <p:spPr>
          <a:xfrm>
            <a:off x="76188" y="3987300"/>
            <a:ext cx="1080000" cy="1080000"/>
          </a:xfrm>
          <a:prstGeom prst="rect">
            <a:avLst/>
          </a:prstGeom>
          <a:noFill/>
          <a:ln>
            <a:noFill/>
          </a:ln>
        </p:spPr>
      </p:pic>
      <p:pic>
        <p:nvPicPr>
          <p:cNvPr id="696" name="Google Shape;696;p20"/>
          <p:cNvPicPr preferRelativeResize="0"/>
          <p:nvPr/>
        </p:nvPicPr>
        <p:blipFill rotWithShape="1">
          <a:blip r:embed="rId4">
            <a:alphaModFix/>
          </a:blip>
          <a:srcRect b="0" l="0" r="0" t="0"/>
          <a:stretch/>
        </p:blipFill>
        <p:spPr>
          <a:xfrm>
            <a:off x="1232412" y="4254600"/>
            <a:ext cx="540000" cy="545400"/>
          </a:xfrm>
          <a:prstGeom prst="rect">
            <a:avLst/>
          </a:prstGeom>
          <a:noFill/>
          <a:ln>
            <a:noFill/>
          </a:ln>
        </p:spPr>
      </p:pic>
      <p:pic>
        <p:nvPicPr>
          <p:cNvPr id="697" name="Google Shape;697;p20" title="classroom.png"/>
          <p:cNvPicPr preferRelativeResize="0"/>
          <p:nvPr/>
        </p:nvPicPr>
        <p:blipFill rotWithShape="1">
          <a:blip r:embed="rId5">
            <a:alphaModFix/>
          </a:blip>
          <a:srcRect b="0" l="0" r="0" t="0"/>
          <a:stretch/>
        </p:blipFill>
        <p:spPr>
          <a:xfrm>
            <a:off x="4032000" y="3987294"/>
            <a:ext cx="1080000" cy="108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21"/>
          <p:cNvSpPr txBox="1"/>
          <p:nvPr>
            <p:ph type="title"/>
          </p:nvPr>
        </p:nvSpPr>
        <p:spPr>
          <a:xfrm>
            <a:off x="1255950" y="82550"/>
            <a:ext cx="6632100" cy="74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0"/>
              <a:buNone/>
            </a:pPr>
            <a:r>
              <a:rPr b="0" lang="en-GB" sz="6000">
                <a:latin typeface="Calibri"/>
                <a:ea typeface="Calibri"/>
                <a:cs typeface="Calibri"/>
                <a:sym typeface="Calibri"/>
              </a:rPr>
              <a:t>Messages</a:t>
            </a:r>
            <a:endParaRPr b="0" sz="6000">
              <a:latin typeface="Calibri"/>
              <a:ea typeface="Calibri"/>
              <a:cs typeface="Calibri"/>
              <a:sym typeface="Calibri"/>
            </a:endParaRPr>
          </a:p>
        </p:txBody>
      </p:sp>
      <p:sp>
        <p:nvSpPr>
          <p:cNvPr id="703" name="Google Shape;703;p21"/>
          <p:cNvSpPr/>
          <p:nvPr/>
        </p:nvSpPr>
        <p:spPr>
          <a:xfrm>
            <a:off x="1342626" y="1806250"/>
            <a:ext cx="3206700" cy="18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GB" sz="2100" u="none" cap="none" strike="noStrike">
                <a:solidFill>
                  <a:srgbClr val="000000"/>
                </a:solidFill>
                <a:latin typeface="Calibri"/>
                <a:ea typeface="Calibri"/>
                <a:cs typeface="Calibri"/>
                <a:sym typeface="Calibri"/>
              </a:rPr>
              <a:t>How can digital artefacts be explored and analysed to reveal information about a person?</a:t>
            </a:r>
            <a:endParaRPr b="0" i="0" sz="2100" u="none" cap="none" strike="noStrike">
              <a:solidFill>
                <a:srgbClr val="000000"/>
              </a:solidFill>
              <a:latin typeface="Calibri"/>
              <a:ea typeface="Calibri"/>
              <a:cs typeface="Calibri"/>
              <a:sym typeface="Calibri"/>
            </a:endParaRPr>
          </a:p>
        </p:txBody>
      </p:sp>
      <p:sp>
        <p:nvSpPr>
          <p:cNvPr id="704" name="Google Shape;704;p21"/>
          <p:cNvSpPr/>
          <p:nvPr/>
        </p:nvSpPr>
        <p:spPr>
          <a:xfrm>
            <a:off x="4672850" y="1806250"/>
            <a:ext cx="3206700" cy="18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GB" sz="2100" u="none" cap="none" strike="noStrike">
                <a:solidFill>
                  <a:srgbClr val="000000"/>
                </a:solidFill>
                <a:latin typeface="Calibri"/>
                <a:ea typeface="Calibri"/>
                <a:cs typeface="Calibri"/>
                <a:sym typeface="Calibri"/>
              </a:rPr>
              <a:t>What is a brute force attack? What are VPNs, cookies, Internet search histories?</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alibri"/>
              <a:ea typeface="Calibri"/>
              <a:cs typeface="Calibri"/>
              <a:sym typeface="Calibri"/>
            </a:endParaRPr>
          </a:p>
        </p:txBody>
      </p:sp>
      <p:sp>
        <p:nvSpPr>
          <p:cNvPr id="705" name="Google Shape;705;p21"/>
          <p:cNvSpPr/>
          <p:nvPr/>
        </p:nvSpPr>
        <p:spPr>
          <a:xfrm>
            <a:off x="1342625" y="1414550"/>
            <a:ext cx="3206700" cy="35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Topic Question</a:t>
            </a:r>
            <a:endParaRPr b="0" i="0" sz="1800" u="none" cap="none" strike="noStrike">
              <a:solidFill>
                <a:schemeClr val="dk1"/>
              </a:solidFill>
              <a:latin typeface="Calibri"/>
              <a:ea typeface="Calibri"/>
              <a:cs typeface="Calibri"/>
              <a:sym typeface="Calibri"/>
            </a:endParaRPr>
          </a:p>
        </p:txBody>
      </p:sp>
      <p:sp>
        <p:nvSpPr>
          <p:cNvPr id="706" name="Google Shape;706;p21"/>
          <p:cNvSpPr/>
          <p:nvPr/>
        </p:nvSpPr>
        <p:spPr>
          <a:xfrm>
            <a:off x="4672863" y="1414550"/>
            <a:ext cx="3206700" cy="3582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Lesson Question</a:t>
            </a:r>
            <a:endParaRPr b="0" i="0" sz="1800" u="none" cap="none" strike="noStrike">
              <a:solidFill>
                <a:schemeClr val="dk1"/>
              </a:solidFill>
              <a:latin typeface="Calibri"/>
              <a:ea typeface="Calibri"/>
              <a:cs typeface="Calibri"/>
              <a:sym typeface="Calibri"/>
            </a:endParaRPr>
          </a:p>
        </p:txBody>
      </p:sp>
      <p:pic>
        <p:nvPicPr>
          <p:cNvPr id="707" name="Google Shape;707;p21"/>
          <p:cNvPicPr preferRelativeResize="0"/>
          <p:nvPr/>
        </p:nvPicPr>
        <p:blipFill rotWithShape="1">
          <a:blip r:embed="rId3">
            <a:alphaModFix/>
          </a:blip>
          <a:srcRect b="0" l="0" r="0" t="0"/>
          <a:stretch/>
        </p:blipFill>
        <p:spPr>
          <a:xfrm>
            <a:off x="76200" y="3987300"/>
            <a:ext cx="1080000" cy="108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id="712" name="Google Shape;712;p22"/>
          <p:cNvPicPr preferRelativeResize="0"/>
          <p:nvPr/>
        </p:nvPicPr>
        <p:blipFill rotWithShape="1">
          <a:blip r:embed="rId3">
            <a:alphaModFix/>
          </a:blip>
          <a:srcRect b="0" l="0" r="0" t="0"/>
          <a:stretch/>
        </p:blipFill>
        <p:spPr>
          <a:xfrm>
            <a:off x="278988" y="2009475"/>
            <a:ext cx="914400" cy="914400"/>
          </a:xfrm>
          <a:prstGeom prst="rect">
            <a:avLst/>
          </a:prstGeom>
          <a:noFill/>
          <a:ln>
            <a:noFill/>
          </a:ln>
        </p:spPr>
      </p:pic>
      <p:sp>
        <p:nvSpPr>
          <p:cNvPr id="713" name="Google Shape;713;p22"/>
          <p:cNvSpPr/>
          <p:nvPr/>
        </p:nvSpPr>
        <p:spPr>
          <a:xfrm>
            <a:off x="75000" y="67175"/>
            <a:ext cx="1322400" cy="1860600"/>
          </a:xfrm>
          <a:prstGeom prst="roundRect">
            <a:avLst>
              <a:gd fmla="val 8605"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4" name="Google Shape;714;p22"/>
          <p:cNvGrpSpPr/>
          <p:nvPr/>
        </p:nvGrpSpPr>
        <p:grpSpPr>
          <a:xfrm>
            <a:off x="1183585" y="521188"/>
            <a:ext cx="6892030" cy="4622413"/>
            <a:chOff x="1595350" y="1290207"/>
            <a:chExt cx="4874137" cy="3853295"/>
          </a:xfrm>
        </p:grpSpPr>
        <p:sp>
          <p:nvSpPr>
            <p:cNvPr id="715" name="Google Shape;715;p22"/>
            <p:cNvSpPr/>
            <p:nvPr/>
          </p:nvSpPr>
          <p:spPr>
            <a:xfrm>
              <a:off x="1595350" y="1290207"/>
              <a:ext cx="4874137" cy="3853295"/>
            </a:xfrm>
            <a:custGeom>
              <a:rect b="b" l="l" r="r" t="t"/>
              <a:pathLst>
                <a:path extrusionOk="0" h="138272" w="174904">
                  <a:moveTo>
                    <a:pt x="124203" y="0"/>
                  </a:moveTo>
                  <a:cubicBezTo>
                    <a:pt x="122858" y="0"/>
                    <a:pt x="121513" y="166"/>
                    <a:pt x="120206" y="504"/>
                  </a:cubicBezTo>
                  <a:cubicBezTo>
                    <a:pt x="116051" y="1552"/>
                    <a:pt x="112407" y="4302"/>
                    <a:pt x="110252" y="8005"/>
                  </a:cubicBezTo>
                  <a:cubicBezTo>
                    <a:pt x="108074" y="11696"/>
                    <a:pt x="107454" y="16221"/>
                    <a:pt x="108562" y="20352"/>
                  </a:cubicBezTo>
                  <a:cubicBezTo>
                    <a:pt x="109098" y="22424"/>
                    <a:pt x="110074" y="24376"/>
                    <a:pt x="111372" y="26055"/>
                  </a:cubicBezTo>
                  <a:lnTo>
                    <a:pt x="111479" y="26222"/>
                  </a:lnTo>
                  <a:lnTo>
                    <a:pt x="111538" y="26293"/>
                  </a:lnTo>
                  <a:lnTo>
                    <a:pt x="111586" y="26353"/>
                  </a:lnTo>
                  <a:lnTo>
                    <a:pt x="111776" y="26591"/>
                  </a:lnTo>
                  <a:lnTo>
                    <a:pt x="112146" y="27055"/>
                  </a:lnTo>
                  <a:lnTo>
                    <a:pt x="112896" y="27996"/>
                  </a:lnTo>
                  <a:lnTo>
                    <a:pt x="114384" y="29877"/>
                  </a:lnTo>
                  <a:lnTo>
                    <a:pt x="120361" y="37378"/>
                  </a:lnTo>
                  <a:lnTo>
                    <a:pt x="132303" y="52392"/>
                  </a:lnTo>
                  <a:lnTo>
                    <a:pt x="138280" y="59905"/>
                  </a:lnTo>
                  <a:lnTo>
                    <a:pt x="141268" y="63655"/>
                  </a:lnTo>
                  <a:cubicBezTo>
                    <a:pt x="141554" y="64012"/>
                    <a:pt x="141661" y="64179"/>
                    <a:pt x="141828" y="64417"/>
                  </a:cubicBezTo>
                  <a:cubicBezTo>
                    <a:pt x="141899" y="64524"/>
                    <a:pt x="141995" y="64631"/>
                    <a:pt x="142066" y="64750"/>
                  </a:cubicBezTo>
                  <a:lnTo>
                    <a:pt x="142256" y="65096"/>
                  </a:lnTo>
                  <a:cubicBezTo>
                    <a:pt x="142328" y="65215"/>
                    <a:pt x="142399" y="65334"/>
                    <a:pt x="142459" y="65453"/>
                  </a:cubicBezTo>
                  <a:lnTo>
                    <a:pt x="142626" y="65822"/>
                  </a:lnTo>
                  <a:lnTo>
                    <a:pt x="142792" y="66191"/>
                  </a:lnTo>
                  <a:lnTo>
                    <a:pt x="142911" y="66572"/>
                  </a:lnTo>
                  <a:cubicBezTo>
                    <a:pt x="143602" y="68608"/>
                    <a:pt x="143459" y="70942"/>
                    <a:pt x="142530" y="72882"/>
                  </a:cubicBezTo>
                  <a:cubicBezTo>
                    <a:pt x="142066" y="73859"/>
                    <a:pt x="141411" y="74740"/>
                    <a:pt x="140613" y="75466"/>
                  </a:cubicBezTo>
                  <a:lnTo>
                    <a:pt x="140316" y="75740"/>
                  </a:lnTo>
                  <a:lnTo>
                    <a:pt x="140161" y="75883"/>
                  </a:lnTo>
                  <a:lnTo>
                    <a:pt x="139923" y="76061"/>
                  </a:lnTo>
                  <a:lnTo>
                    <a:pt x="139458" y="76442"/>
                  </a:lnTo>
                  <a:lnTo>
                    <a:pt x="139399" y="76490"/>
                  </a:lnTo>
                  <a:lnTo>
                    <a:pt x="139363" y="76514"/>
                  </a:lnTo>
                  <a:lnTo>
                    <a:pt x="139280" y="76573"/>
                  </a:lnTo>
                  <a:lnTo>
                    <a:pt x="139113" y="76692"/>
                  </a:lnTo>
                  <a:cubicBezTo>
                    <a:pt x="138887" y="76847"/>
                    <a:pt x="138673" y="77026"/>
                    <a:pt x="138435" y="77133"/>
                  </a:cubicBezTo>
                  <a:cubicBezTo>
                    <a:pt x="138196" y="77264"/>
                    <a:pt x="137970" y="77431"/>
                    <a:pt x="137720" y="77514"/>
                  </a:cubicBezTo>
                  <a:cubicBezTo>
                    <a:pt x="136605" y="78048"/>
                    <a:pt x="135364" y="78318"/>
                    <a:pt x="134119" y="78318"/>
                  </a:cubicBezTo>
                  <a:cubicBezTo>
                    <a:pt x="133197" y="78318"/>
                    <a:pt x="132274" y="78170"/>
                    <a:pt x="131398" y="77871"/>
                  </a:cubicBezTo>
                  <a:cubicBezTo>
                    <a:pt x="130374" y="77526"/>
                    <a:pt x="129422" y="76990"/>
                    <a:pt x="128612" y="76288"/>
                  </a:cubicBezTo>
                  <a:cubicBezTo>
                    <a:pt x="128421" y="76097"/>
                    <a:pt x="128207" y="75918"/>
                    <a:pt x="128017" y="75728"/>
                  </a:cubicBezTo>
                  <a:cubicBezTo>
                    <a:pt x="127838" y="75514"/>
                    <a:pt x="127671" y="75323"/>
                    <a:pt x="127469" y="75109"/>
                  </a:cubicBezTo>
                  <a:lnTo>
                    <a:pt x="125981" y="73240"/>
                  </a:lnTo>
                  <a:lnTo>
                    <a:pt x="114039" y="58226"/>
                  </a:lnTo>
                  <a:lnTo>
                    <a:pt x="102085" y="43212"/>
                  </a:lnTo>
                  <a:lnTo>
                    <a:pt x="99108" y="39462"/>
                  </a:lnTo>
                  <a:lnTo>
                    <a:pt x="98358" y="38521"/>
                  </a:lnTo>
                  <a:lnTo>
                    <a:pt x="97989" y="38045"/>
                  </a:lnTo>
                  <a:lnTo>
                    <a:pt x="97799" y="37819"/>
                  </a:lnTo>
                  <a:lnTo>
                    <a:pt x="97751" y="37759"/>
                  </a:lnTo>
                  <a:lnTo>
                    <a:pt x="97691" y="37688"/>
                  </a:lnTo>
                  <a:lnTo>
                    <a:pt x="97560" y="37533"/>
                  </a:lnTo>
                  <a:cubicBezTo>
                    <a:pt x="97203" y="37140"/>
                    <a:pt x="96870" y="36735"/>
                    <a:pt x="96501" y="36354"/>
                  </a:cubicBezTo>
                  <a:cubicBezTo>
                    <a:pt x="96108" y="35997"/>
                    <a:pt x="95727" y="35628"/>
                    <a:pt x="95322" y="35282"/>
                  </a:cubicBezTo>
                  <a:cubicBezTo>
                    <a:pt x="93691" y="33937"/>
                    <a:pt x="91786" y="32901"/>
                    <a:pt x="89774" y="32270"/>
                  </a:cubicBezTo>
                  <a:cubicBezTo>
                    <a:pt x="88158" y="31754"/>
                    <a:pt x="86462" y="31493"/>
                    <a:pt x="84765" y="31493"/>
                  </a:cubicBezTo>
                  <a:cubicBezTo>
                    <a:pt x="84386" y="31493"/>
                    <a:pt x="84008" y="31506"/>
                    <a:pt x="83630" y="31532"/>
                  </a:cubicBezTo>
                  <a:cubicBezTo>
                    <a:pt x="83594" y="31520"/>
                    <a:pt x="83547" y="31520"/>
                    <a:pt x="83511" y="31520"/>
                  </a:cubicBezTo>
                  <a:cubicBezTo>
                    <a:pt x="83440" y="31520"/>
                    <a:pt x="83368" y="31532"/>
                    <a:pt x="83309" y="31568"/>
                  </a:cubicBezTo>
                  <a:cubicBezTo>
                    <a:pt x="81261" y="31734"/>
                    <a:pt x="79249" y="32294"/>
                    <a:pt x="77415" y="33211"/>
                  </a:cubicBezTo>
                  <a:cubicBezTo>
                    <a:pt x="75510" y="34163"/>
                    <a:pt x="73819" y="35461"/>
                    <a:pt x="72402" y="37033"/>
                  </a:cubicBezTo>
                  <a:cubicBezTo>
                    <a:pt x="70986" y="38616"/>
                    <a:pt x="69878" y="40474"/>
                    <a:pt x="69164" y="42462"/>
                  </a:cubicBezTo>
                  <a:cubicBezTo>
                    <a:pt x="68450" y="44450"/>
                    <a:pt x="68116" y="46570"/>
                    <a:pt x="68188" y="48689"/>
                  </a:cubicBezTo>
                  <a:cubicBezTo>
                    <a:pt x="68271" y="50796"/>
                    <a:pt x="68747" y="52904"/>
                    <a:pt x="69616" y="54833"/>
                  </a:cubicBezTo>
                  <a:lnTo>
                    <a:pt x="69938" y="55559"/>
                  </a:lnTo>
                  <a:lnTo>
                    <a:pt x="70331" y="56249"/>
                  </a:lnTo>
                  <a:lnTo>
                    <a:pt x="70724" y="56940"/>
                  </a:lnTo>
                  <a:cubicBezTo>
                    <a:pt x="70867" y="57166"/>
                    <a:pt x="71021" y="57380"/>
                    <a:pt x="71176" y="57595"/>
                  </a:cubicBezTo>
                  <a:lnTo>
                    <a:pt x="71640" y="58238"/>
                  </a:lnTo>
                  <a:lnTo>
                    <a:pt x="71760" y="58392"/>
                  </a:lnTo>
                  <a:lnTo>
                    <a:pt x="71855" y="58512"/>
                  </a:lnTo>
                  <a:lnTo>
                    <a:pt x="72033" y="58750"/>
                  </a:lnTo>
                  <a:lnTo>
                    <a:pt x="72783" y="59690"/>
                  </a:lnTo>
                  <a:lnTo>
                    <a:pt x="78737" y="67203"/>
                  </a:lnTo>
                  <a:lnTo>
                    <a:pt x="90667" y="82241"/>
                  </a:lnTo>
                  <a:lnTo>
                    <a:pt x="96620" y="89753"/>
                  </a:lnTo>
                  <a:lnTo>
                    <a:pt x="99596" y="93516"/>
                  </a:lnTo>
                  <a:lnTo>
                    <a:pt x="101097" y="95397"/>
                  </a:lnTo>
                  <a:lnTo>
                    <a:pt x="101466" y="95861"/>
                  </a:lnTo>
                  <a:lnTo>
                    <a:pt x="101692" y="96195"/>
                  </a:lnTo>
                  <a:lnTo>
                    <a:pt x="101930" y="96528"/>
                  </a:lnTo>
                  <a:cubicBezTo>
                    <a:pt x="102013" y="96635"/>
                    <a:pt x="102073" y="96766"/>
                    <a:pt x="102132" y="96873"/>
                  </a:cubicBezTo>
                  <a:cubicBezTo>
                    <a:pt x="103240" y="98731"/>
                    <a:pt x="103561" y="101017"/>
                    <a:pt x="103049" y="103136"/>
                  </a:cubicBezTo>
                  <a:cubicBezTo>
                    <a:pt x="102537" y="105243"/>
                    <a:pt x="101204" y="107101"/>
                    <a:pt x="99370" y="108280"/>
                  </a:cubicBezTo>
                  <a:cubicBezTo>
                    <a:pt x="98017" y="109146"/>
                    <a:pt x="96414" y="109599"/>
                    <a:pt x="94806" y="109599"/>
                  </a:cubicBezTo>
                  <a:cubicBezTo>
                    <a:pt x="94249" y="109599"/>
                    <a:pt x="93691" y="109545"/>
                    <a:pt x="93143" y="109434"/>
                  </a:cubicBezTo>
                  <a:cubicBezTo>
                    <a:pt x="92084" y="109220"/>
                    <a:pt x="91060" y="108803"/>
                    <a:pt x="90167" y="108208"/>
                  </a:cubicBezTo>
                  <a:cubicBezTo>
                    <a:pt x="90048" y="108149"/>
                    <a:pt x="89940" y="108053"/>
                    <a:pt x="89833" y="107970"/>
                  </a:cubicBezTo>
                  <a:lnTo>
                    <a:pt x="89512" y="107732"/>
                  </a:lnTo>
                  <a:cubicBezTo>
                    <a:pt x="89405" y="107660"/>
                    <a:pt x="89309" y="107553"/>
                    <a:pt x="89214" y="107470"/>
                  </a:cubicBezTo>
                  <a:lnTo>
                    <a:pt x="88916" y="107196"/>
                  </a:lnTo>
                  <a:lnTo>
                    <a:pt x="88762" y="107053"/>
                  </a:lnTo>
                  <a:lnTo>
                    <a:pt x="88631" y="106898"/>
                  </a:lnTo>
                  <a:lnTo>
                    <a:pt x="88357" y="106589"/>
                  </a:lnTo>
                  <a:lnTo>
                    <a:pt x="88226" y="106446"/>
                  </a:lnTo>
                  <a:lnTo>
                    <a:pt x="88190" y="106410"/>
                  </a:lnTo>
                  <a:lnTo>
                    <a:pt x="88143" y="106351"/>
                  </a:lnTo>
                  <a:lnTo>
                    <a:pt x="88047" y="106232"/>
                  </a:lnTo>
                  <a:lnTo>
                    <a:pt x="87678" y="105755"/>
                  </a:lnTo>
                  <a:lnTo>
                    <a:pt x="81701" y="98254"/>
                  </a:lnTo>
                  <a:lnTo>
                    <a:pt x="80213" y="96373"/>
                  </a:lnTo>
                  <a:lnTo>
                    <a:pt x="79832" y="95909"/>
                  </a:lnTo>
                  <a:lnTo>
                    <a:pt x="79653" y="95671"/>
                  </a:lnTo>
                  <a:lnTo>
                    <a:pt x="79391" y="95385"/>
                  </a:lnTo>
                  <a:lnTo>
                    <a:pt x="78868" y="94778"/>
                  </a:lnTo>
                  <a:cubicBezTo>
                    <a:pt x="78689" y="94587"/>
                    <a:pt x="78522" y="94385"/>
                    <a:pt x="78320" y="94206"/>
                  </a:cubicBezTo>
                  <a:cubicBezTo>
                    <a:pt x="76808" y="92706"/>
                    <a:pt x="74986" y="91504"/>
                    <a:pt x="72998" y="90706"/>
                  </a:cubicBezTo>
                  <a:cubicBezTo>
                    <a:pt x="71076" y="89942"/>
                    <a:pt x="69009" y="89538"/>
                    <a:pt x="66937" y="89538"/>
                  </a:cubicBezTo>
                  <a:cubicBezTo>
                    <a:pt x="66877" y="89538"/>
                    <a:pt x="66818" y="89538"/>
                    <a:pt x="66759" y="89539"/>
                  </a:cubicBezTo>
                  <a:cubicBezTo>
                    <a:pt x="64628" y="89563"/>
                    <a:pt x="62496" y="90003"/>
                    <a:pt x="60544" y="90849"/>
                  </a:cubicBezTo>
                  <a:cubicBezTo>
                    <a:pt x="60056" y="91075"/>
                    <a:pt x="59556" y="91277"/>
                    <a:pt x="59103" y="91563"/>
                  </a:cubicBezTo>
                  <a:cubicBezTo>
                    <a:pt x="58639" y="91825"/>
                    <a:pt x="58175" y="92075"/>
                    <a:pt x="57746" y="92397"/>
                  </a:cubicBezTo>
                  <a:lnTo>
                    <a:pt x="57103" y="92861"/>
                  </a:lnTo>
                  <a:lnTo>
                    <a:pt x="56936" y="92980"/>
                  </a:lnTo>
                  <a:cubicBezTo>
                    <a:pt x="56889" y="93028"/>
                    <a:pt x="56829" y="93063"/>
                    <a:pt x="56793" y="93087"/>
                  </a:cubicBezTo>
                  <a:lnTo>
                    <a:pt x="56555" y="93278"/>
                  </a:lnTo>
                  <a:lnTo>
                    <a:pt x="55615" y="94028"/>
                  </a:lnTo>
                  <a:lnTo>
                    <a:pt x="51864" y="97016"/>
                  </a:lnTo>
                  <a:lnTo>
                    <a:pt x="36850" y="108958"/>
                  </a:lnTo>
                  <a:lnTo>
                    <a:pt x="1" y="138271"/>
                  </a:lnTo>
                  <a:lnTo>
                    <a:pt x="13062" y="138271"/>
                  </a:lnTo>
                  <a:lnTo>
                    <a:pt x="41911" y="115304"/>
                  </a:lnTo>
                  <a:lnTo>
                    <a:pt x="56924" y="103362"/>
                  </a:lnTo>
                  <a:lnTo>
                    <a:pt x="60675" y="100374"/>
                  </a:lnTo>
                  <a:lnTo>
                    <a:pt x="61615" y="99636"/>
                  </a:lnTo>
                  <a:lnTo>
                    <a:pt x="61854" y="99445"/>
                  </a:lnTo>
                  <a:cubicBezTo>
                    <a:pt x="61889" y="99409"/>
                    <a:pt x="61913" y="99386"/>
                    <a:pt x="61949" y="99374"/>
                  </a:cubicBezTo>
                  <a:lnTo>
                    <a:pt x="62032" y="99314"/>
                  </a:lnTo>
                  <a:lnTo>
                    <a:pt x="62354" y="99088"/>
                  </a:lnTo>
                  <a:cubicBezTo>
                    <a:pt x="62568" y="98909"/>
                    <a:pt x="62806" y="98802"/>
                    <a:pt x="63032" y="98659"/>
                  </a:cubicBezTo>
                  <a:cubicBezTo>
                    <a:pt x="63258" y="98516"/>
                    <a:pt x="63509" y="98421"/>
                    <a:pt x="63747" y="98314"/>
                  </a:cubicBezTo>
                  <a:cubicBezTo>
                    <a:pt x="64745" y="97879"/>
                    <a:pt x="65841" y="97662"/>
                    <a:pt x="66940" y="97662"/>
                  </a:cubicBezTo>
                  <a:cubicBezTo>
                    <a:pt x="67976" y="97662"/>
                    <a:pt x="69014" y="97855"/>
                    <a:pt x="69974" y="98243"/>
                  </a:cubicBezTo>
                  <a:cubicBezTo>
                    <a:pt x="70962" y="98635"/>
                    <a:pt x="71855" y="99231"/>
                    <a:pt x="72617" y="99981"/>
                  </a:cubicBezTo>
                  <a:cubicBezTo>
                    <a:pt x="72724" y="100064"/>
                    <a:pt x="72795" y="100171"/>
                    <a:pt x="72891" y="100267"/>
                  </a:cubicBezTo>
                  <a:lnTo>
                    <a:pt x="73153" y="100576"/>
                  </a:lnTo>
                  <a:cubicBezTo>
                    <a:pt x="73200" y="100624"/>
                    <a:pt x="73236" y="100660"/>
                    <a:pt x="73295" y="100731"/>
                  </a:cubicBezTo>
                  <a:lnTo>
                    <a:pt x="73486" y="100969"/>
                  </a:lnTo>
                  <a:lnTo>
                    <a:pt x="73855" y="101433"/>
                  </a:lnTo>
                  <a:lnTo>
                    <a:pt x="75355" y="103315"/>
                  </a:lnTo>
                  <a:lnTo>
                    <a:pt x="81320" y="110816"/>
                  </a:lnTo>
                  <a:lnTo>
                    <a:pt x="81701" y="111280"/>
                  </a:lnTo>
                  <a:lnTo>
                    <a:pt x="81785" y="111399"/>
                  </a:lnTo>
                  <a:lnTo>
                    <a:pt x="81832" y="111459"/>
                  </a:lnTo>
                  <a:lnTo>
                    <a:pt x="81904" y="111542"/>
                  </a:lnTo>
                  <a:lnTo>
                    <a:pt x="82166" y="111840"/>
                  </a:lnTo>
                  <a:lnTo>
                    <a:pt x="82689" y="112423"/>
                  </a:lnTo>
                  <a:lnTo>
                    <a:pt x="82951" y="112721"/>
                  </a:lnTo>
                  <a:lnTo>
                    <a:pt x="83237" y="112994"/>
                  </a:lnTo>
                  <a:lnTo>
                    <a:pt x="83821" y="113530"/>
                  </a:lnTo>
                  <a:cubicBezTo>
                    <a:pt x="84011" y="113721"/>
                    <a:pt x="84202" y="113899"/>
                    <a:pt x="84428" y="114054"/>
                  </a:cubicBezTo>
                  <a:lnTo>
                    <a:pt x="85059" y="114530"/>
                  </a:lnTo>
                  <a:cubicBezTo>
                    <a:pt x="85273" y="114685"/>
                    <a:pt x="85476" y="114852"/>
                    <a:pt x="85702" y="114995"/>
                  </a:cubicBezTo>
                  <a:cubicBezTo>
                    <a:pt x="87476" y="116161"/>
                    <a:pt x="89476" y="116971"/>
                    <a:pt x="91548" y="117388"/>
                  </a:cubicBezTo>
                  <a:cubicBezTo>
                    <a:pt x="92629" y="117605"/>
                    <a:pt x="93730" y="117716"/>
                    <a:pt x="94832" y="117716"/>
                  </a:cubicBezTo>
                  <a:cubicBezTo>
                    <a:pt x="95841" y="117716"/>
                    <a:pt x="96850" y="117623"/>
                    <a:pt x="97846" y="117435"/>
                  </a:cubicBezTo>
                  <a:cubicBezTo>
                    <a:pt x="99930" y="117054"/>
                    <a:pt x="101954" y="116269"/>
                    <a:pt x="103728" y="115126"/>
                  </a:cubicBezTo>
                  <a:cubicBezTo>
                    <a:pt x="105502" y="113983"/>
                    <a:pt x="107073" y="112506"/>
                    <a:pt x="108300" y="110780"/>
                  </a:cubicBezTo>
                  <a:cubicBezTo>
                    <a:pt x="109538" y="109065"/>
                    <a:pt x="110431" y="107101"/>
                    <a:pt x="110931" y="105041"/>
                  </a:cubicBezTo>
                  <a:cubicBezTo>
                    <a:pt x="111431" y="102993"/>
                    <a:pt x="111538" y="100850"/>
                    <a:pt x="111229" y="98755"/>
                  </a:cubicBezTo>
                  <a:cubicBezTo>
                    <a:pt x="110931" y="96659"/>
                    <a:pt x="110217" y="94611"/>
                    <a:pt x="109157" y="92790"/>
                  </a:cubicBezTo>
                  <a:cubicBezTo>
                    <a:pt x="109014" y="92563"/>
                    <a:pt x="108895" y="92325"/>
                    <a:pt x="108752" y="92111"/>
                  </a:cubicBezTo>
                  <a:lnTo>
                    <a:pt x="108288" y="91456"/>
                  </a:lnTo>
                  <a:lnTo>
                    <a:pt x="107824" y="90825"/>
                  </a:lnTo>
                  <a:lnTo>
                    <a:pt x="107454" y="90349"/>
                  </a:lnTo>
                  <a:lnTo>
                    <a:pt x="105966" y="88468"/>
                  </a:lnTo>
                  <a:lnTo>
                    <a:pt x="102990" y="84705"/>
                  </a:lnTo>
                  <a:lnTo>
                    <a:pt x="97025" y="77192"/>
                  </a:lnTo>
                  <a:lnTo>
                    <a:pt x="85106" y="62155"/>
                  </a:lnTo>
                  <a:lnTo>
                    <a:pt x="79141" y="54642"/>
                  </a:lnTo>
                  <a:lnTo>
                    <a:pt x="78403" y="53701"/>
                  </a:lnTo>
                  <a:lnTo>
                    <a:pt x="78213" y="53475"/>
                  </a:lnTo>
                  <a:lnTo>
                    <a:pt x="78117" y="53356"/>
                  </a:lnTo>
                  <a:lnTo>
                    <a:pt x="78058" y="53273"/>
                  </a:lnTo>
                  <a:lnTo>
                    <a:pt x="77832" y="52939"/>
                  </a:lnTo>
                  <a:cubicBezTo>
                    <a:pt x="77748" y="52820"/>
                    <a:pt x="77665" y="52725"/>
                    <a:pt x="77594" y="52606"/>
                  </a:cubicBezTo>
                  <a:lnTo>
                    <a:pt x="77391" y="52249"/>
                  </a:lnTo>
                  <a:lnTo>
                    <a:pt x="77189" y="51904"/>
                  </a:lnTo>
                  <a:lnTo>
                    <a:pt x="77034" y="51534"/>
                  </a:lnTo>
                  <a:cubicBezTo>
                    <a:pt x="76593" y="50546"/>
                    <a:pt x="76343" y="49475"/>
                    <a:pt x="76308" y="48403"/>
                  </a:cubicBezTo>
                  <a:cubicBezTo>
                    <a:pt x="76224" y="46236"/>
                    <a:pt x="77010" y="44045"/>
                    <a:pt x="78451" y="42450"/>
                  </a:cubicBezTo>
                  <a:cubicBezTo>
                    <a:pt x="79165" y="41652"/>
                    <a:pt x="80058" y="40974"/>
                    <a:pt x="81011" y="40486"/>
                  </a:cubicBezTo>
                  <a:cubicBezTo>
                    <a:pt x="81975" y="40009"/>
                    <a:pt x="83035" y="39724"/>
                    <a:pt x="84118" y="39640"/>
                  </a:cubicBezTo>
                  <a:cubicBezTo>
                    <a:pt x="84331" y="39624"/>
                    <a:pt x="84544" y="39616"/>
                    <a:pt x="84757" y="39616"/>
                  </a:cubicBezTo>
                  <a:cubicBezTo>
                    <a:pt x="86715" y="39616"/>
                    <a:pt x="88662" y="40300"/>
                    <a:pt x="90155" y="41545"/>
                  </a:cubicBezTo>
                  <a:cubicBezTo>
                    <a:pt x="90357" y="41724"/>
                    <a:pt x="90548" y="41914"/>
                    <a:pt x="90750" y="42093"/>
                  </a:cubicBezTo>
                  <a:cubicBezTo>
                    <a:pt x="90941" y="42283"/>
                    <a:pt x="91107" y="42498"/>
                    <a:pt x="91298" y="42700"/>
                  </a:cubicBezTo>
                  <a:lnTo>
                    <a:pt x="91369" y="42771"/>
                  </a:lnTo>
                  <a:lnTo>
                    <a:pt x="91393" y="42807"/>
                  </a:lnTo>
                  <a:lnTo>
                    <a:pt x="91441" y="42867"/>
                  </a:lnTo>
                  <a:lnTo>
                    <a:pt x="91631" y="43105"/>
                  </a:lnTo>
                  <a:lnTo>
                    <a:pt x="92000" y="43569"/>
                  </a:lnTo>
                  <a:lnTo>
                    <a:pt x="92750" y="44510"/>
                  </a:lnTo>
                  <a:lnTo>
                    <a:pt x="95739" y="48260"/>
                  </a:lnTo>
                  <a:lnTo>
                    <a:pt x="107681" y="63274"/>
                  </a:lnTo>
                  <a:lnTo>
                    <a:pt x="119635" y="78288"/>
                  </a:lnTo>
                  <a:lnTo>
                    <a:pt x="121123" y="80169"/>
                  </a:lnTo>
                  <a:cubicBezTo>
                    <a:pt x="121456" y="80562"/>
                    <a:pt x="121813" y="80967"/>
                    <a:pt x="122159" y="81348"/>
                  </a:cubicBezTo>
                  <a:cubicBezTo>
                    <a:pt x="122528" y="81729"/>
                    <a:pt x="122933" y="82086"/>
                    <a:pt x="123314" y="82443"/>
                  </a:cubicBezTo>
                  <a:cubicBezTo>
                    <a:pt x="124921" y="83824"/>
                    <a:pt x="126802" y="84896"/>
                    <a:pt x="128802" y="85562"/>
                  </a:cubicBezTo>
                  <a:cubicBezTo>
                    <a:pt x="130518" y="86141"/>
                    <a:pt x="132320" y="86434"/>
                    <a:pt x="134120" y="86434"/>
                  </a:cubicBezTo>
                  <a:cubicBezTo>
                    <a:pt x="134431" y="86434"/>
                    <a:pt x="134743" y="86425"/>
                    <a:pt x="135053" y="86408"/>
                  </a:cubicBezTo>
                  <a:cubicBezTo>
                    <a:pt x="137161" y="86301"/>
                    <a:pt x="139256" y="85765"/>
                    <a:pt x="141173" y="84860"/>
                  </a:cubicBezTo>
                  <a:cubicBezTo>
                    <a:pt x="141661" y="84658"/>
                    <a:pt x="142114" y="84384"/>
                    <a:pt x="142578" y="84122"/>
                  </a:cubicBezTo>
                  <a:cubicBezTo>
                    <a:pt x="143042" y="83872"/>
                    <a:pt x="143471" y="83550"/>
                    <a:pt x="143900" y="83241"/>
                  </a:cubicBezTo>
                  <a:lnTo>
                    <a:pt x="144221" y="83015"/>
                  </a:lnTo>
                  <a:lnTo>
                    <a:pt x="144376" y="82895"/>
                  </a:lnTo>
                  <a:lnTo>
                    <a:pt x="144459" y="82836"/>
                  </a:lnTo>
                  <a:lnTo>
                    <a:pt x="144519" y="82788"/>
                  </a:lnTo>
                  <a:lnTo>
                    <a:pt x="144983" y="82419"/>
                  </a:lnTo>
                  <a:lnTo>
                    <a:pt x="145221" y="82229"/>
                  </a:lnTo>
                  <a:lnTo>
                    <a:pt x="145519" y="81967"/>
                  </a:lnTo>
                  <a:lnTo>
                    <a:pt x="146114" y="81455"/>
                  </a:lnTo>
                  <a:cubicBezTo>
                    <a:pt x="147674" y="80026"/>
                    <a:pt x="148960" y="78288"/>
                    <a:pt x="149865" y="76371"/>
                  </a:cubicBezTo>
                  <a:cubicBezTo>
                    <a:pt x="151686" y="72549"/>
                    <a:pt x="151972" y="68037"/>
                    <a:pt x="150615" y="64012"/>
                  </a:cubicBezTo>
                  <a:lnTo>
                    <a:pt x="150365" y="63250"/>
                  </a:lnTo>
                  <a:lnTo>
                    <a:pt x="150043" y="62524"/>
                  </a:lnTo>
                  <a:lnTo>
                    <a:pt x="149710" y="61798"/>
                  </a:lnTo>
                  <a:cubicBezTo>
                    <a:pt x="149591" y="61571"/>
                    <a:pt x="149460" y="61345"/>
                    <a:pt x="149329" y="61107"/>
                  </a:cubicBezTo>
                  <a:lnTo>
                    <a:pt x="148936" y="60417"/>
                  </a:lnTo>
                  <a:cubicBezTo>
                    <a:pt x="148805" y="60190"/>
                    <a:pt x="148638" y="59988"/>
                    <a:pt x="148483" y="59774"/>
                  </a:cubicBezTo>
                  <a:cubicBezTo>
                    <a:pt x="148186" y="59345"/>
                    <a:pt x="147840" y="58869"/>
                    <a:pt x="147614" y="58607"/>
                  </a:cubicBezTo>
                  <a:lnTo>
                    <a:pt x="144638" y="54844"/>
                  </a:lnTo>
                  <a:lnTo>
                    <a:pt x="138661" y="47343"/>
                  </a:lnTo>
                  <a:lnTo>
                    <a:pt x="126719" y="32330"/>
                  </a:lnTo>
                  <a:lnTo>
                    <a:pt x="120742" y="24817"/>
                  </a:lnTo>
                  <a:lnTo>
                    <a:pt x="119254" y="22948"/>
                  </a:lnTo>
                  <a:lnTo>
                    <a:pt x="118503" y="22007"/>
                  </a:lnTo>
                  <a:lnTo>
                    <a:pt x="118134" y="21543"/>
                  </a:lnTo>
                  <a:lnTo>
                    <a:pt x="117944" y="21305"/>
                  </a:lnTo>
                  <a:lnTo>
                    <a:pt x="117896" y="21245"/>
                  </a:lnTo>
                  <a:lnTo>
                    <a:pt x="117861" y="21197"/>
                  </a:lnTo>
                  <a:lnTo>
                    <a:pt x="117813" y="21114"/>
                  </a:lnTo>
                  <a:cubicBezTo>
                    <a:pt x="117158" y="20269"/>
                    <a:pt x="116682" y="19304"/>
                    <a:pt x="116408" y="18280"/>
                  </a:cubicBezTo>
                  <a:cubicBezTo>
                    <a:pt x="115860" y="16221"/>
                    <a:pt x="116170" y="13935"/>
                    <a:pt x="117253" y="12113"/>
                  </a:cubicBezTo>
                  <a:cubicBezTo>
                    <a:pt x="118313" y="10291"/>
                    <a:pt x="120170" y="8874"/>
                    <a:pt x="122218" y="8363"/>
                  </a:cubicBezTo>
                  <a:cubicBezTo>
                    <a:pt x="122859" y="8200"/>
                    <a:pt x="123521" y="8120"/>
                    <a:pt x="124184" y="8120"/>
                  </a:cubicBezTo>
                  <a:cubicBezTo>
                    <a:pt x="125654" y="8120"/>
                    <a:pt x="127127" y="8513"/>
                    <a:pt x="128374" y="9267"/>
                  </a:cubicBezTo>
                  <a:lnTo>
                    <a:pt x="128719" y="9470"/>
                  </a:lnTo>
                  <a:cubicBezTo>
                    <a:pt x="128826" y="9529"/>
                    <a:pt x="128921" y="9625"/>
                    <a:pt x="129029" y="9708"/>
                  </a:cubicBezTo>
                  <a:lnTo>
                    <a:pt x="129350" y="9946"/>
                  </a:lnTo>
                  <a:cubicBezTo>
                    <a:pt x="129457" y="10017"/>
                    <a:pt x="129552" y="10125"/>
                    <a:pt x="129648" y="10208"/>
                  </a:cubicBezTo>
                  <a:lnTo>
                    <a:pt x="129945" y="10482"/>
                  </a:lnTo>
                  <a:cubicBezTo>
                    <a:pt x="130053" y="10565"/>
                    <a:pt x="130124" y="10672"/>
                    <a:pt x="130207" y="10779"/>
                  </a:cubicBezTo>
                  <a:lnTo>
                    <a:pt x="130481" y="11077"/>
                  </a:lnTo>
                  <a:lnTo>
                    <a:pt x="130553" y="11149"/>
                  </a:lnTo>
                  <a:cubicBezTo>
                    <a:pt x="130565" y="11172"/>
                    <a:pt x="130612" y="11220"/>
                    <a:pt x="130636" y="11256"/>
                  </a:cubicBezTo>
                  <a:lnTo>
                    <a:pt x="130826" y="11494"/>
                  </a:lnTo>
                  <a:lnTo>
                    <a:pt x="133815" y="15244"/>
                  </a:lnTo>
                  <a:lnTo>
                    <a:pt x="139780" y="22757"/>
                  </a:lnTo>
                  <a:lnTo>
                    <a:pt x="141280" y="24626"/>
                  </a:lnTo>
                  <a:lnTo>
                    <a:pt x="142018" y="25567"/>
                  </a:lnTo>
                  <a:lnTo>
                    <a:pt x="142114" y="25686"/>
                  </a:lnTo>
                  <a:lnTo>
                    <a:pt x="142245" y="25841"/>
                  </a:lnTo>
                  <a:lnTo>
                    <a:pt x="142518" y="26150"/>
                  </a:lnTo>
                  <a:lnTo>
                    <a:pt x="143066" y="26758"/>
                  </a:lnTo>
                  <a:cubicBezTo>
                    <a:pt x="144590" y="28353"/>
                    <a:pt x="146495" y="29579"/>
                    <a:pt x="148555" y="30341"/>
                  </a:cubicBezTo>
                  <a:cubicBezTo>
                    <a:pt x="150210" y="30954"/>
                    <a:pt x="151974" y="31282"/>
                    <a:pt x="153746" y="31282"/>
                  </a:cubicBezTo>
                  <a:cubicBezTo>
                    <a:pt x="154178" y="31282"/>
                    <a:pt x="154611" y="31262"/>
                    <a:pt x="155044" y="31222"/>
                  </a:cubicBezTo>
                  <a:cubicBezTo>
                    <a:pt x="157235" y="31020"/>
                    <a:pt x="159390" y="30329"/>
                    <a:pt x="161271" y="29198"/>
                  </a:cubicBezTo>
                  <a:cubicBezTo>
                    <a:pt x="161759" y="28936"/>
                    <a:pt x="162199" y="28603"/>
                    <a:pt x="162640" y="28282"/>
                  </a:cubicBezTo>
                  <a:lnTo>
                    <a:pt x="162961" y="28043"/>
                  </a:lnTo>
                  <a:lnTo>
                    <a:pt x="163200" y="27865"/>
                  </a:lnTo>
                  <a:lnTo>
                    <a:pt x="163676" y="27484"/>
                  </a:lnTo>
                  <a:lnTo>
                    <a:pt x="165545" y="25996"/>
                  </a:lnTo>
                  <a:lnTo>
                    <a:pt x="169296" y="23007"/>
                  </a:lnTo>
                  <a:lnTo>
                    <a:pt x="170212" y="24162"/>
                  </a:lnTo>
                  <a:lnTo>
                    <a:pt x="171272" y="25496"/>
                  </a:lnTo>
                  <a:lnTo>
                    <a:pt x="174903" y="13363"/>
                  </a:lnTo>
                  <a:lnTo>
                    <a:pt x="174903" y="13363"/>
                  </a:lnTo>
                  <a:lnTo>
                    <a:pt x="162271" y="14173"/>
                  </a:lnTo>
                  <a:lnTo>
                    <a:pt x="162783" y="14816"/>
                  </a:lnTo>
                  <a:lnTo>
                    <a:pt x="163331" y="15506"/>
                  </a:lnTo>
                  <a:lnTo>
                    <a:pt x="163842" y="16149"/>
                  </a:lnTo>
                  <a:lnTo>
                    <a:pt x="164247" y="16649"/>
                  </a:lnTo>
                  <a:lnTo>
                    <a:pt x="160497" y="19638"/>
                  </a:lnTo>
                  <a:lnTo>
                    <a:pt x="158616" y="21138"/>
                  </a:lnTo>
                  <a:lnTo>
                    <a:pt x="158151" y="21507"/>
                  </a:lnTo>
                  <a:lnTo>
                    <a:pt x="157913" y="21697"/>
                  </a:lnTo>
                  <a:cubicBezTo>
                    <a:pt x="157842" y="21745"/>
                    <a:pt x="157806" y="21769"/>
                    <a:pt x="157746" y="21805"/>
                  </a:cubicBezTo>
                  <a:cubicBezTo>
                    <a:pt x="157544" y="21948"/>
                    <a:pt x="157354" y="22114"/>
                    <a:pt x="157127" y="22221"/>
                  </a:cubicBezTo>
                  <a:cubicBezTo>
                    <a:pt x="156270" y="22733"/>
                    <a:pt x="155318" y="23043"/>
                    <a:pt x="154317" y="23138"/>
                  </a:cubicBezTo>
                  <a:cubicBezTo>
                    <a:pt x="154125" y="23157"/>
                    <a:pt x="153931" y="23166"/>
                    <a:pt x="153737" y="23166"/>
                  </a:cubicBezTo>
                  <a:cubicBezTo>
                    <a:pt x="152937" y="23166"/>
                    <a:pt x="152134" y="23011"/>
                    <a:pt x="151377" y="22733"/>
                  </a:cubicBezTo>
                  <a:cubicBezTo>
                    <a:pt x="150448" y="22388"/>
                    <a:pt x="149591" y="21852"/>
                    <a:pt x="148912" y="21126"/>
                  </a:cubicBezTo>
                  <a:lnTo>
                    <a:pt x="148662" y="20840"/>
                  </a:lnTo>
                  <a:lnTo>
                    <a:pt x="148531" y="20697"/>
                  </a:lnTo>
                  <a:cubicBezTo>
                    <a:pt x="148507" y="20674"/>
                    <a:pt x="148495" y="20662"/>
                    <a:pt x="148472" y="20626"/>
                  </a:cubicBezTo>
                  <a:lnTo>
                    <a:pt x="148376" y="20507"/>
                  </a:lnTo>
                  <a:lnTo>
                    <a:pt x="147626" y="19566"/>
                  </a:lnTo>
                  <a:lnTo>
                    <a:pt x="146138" y="17697"/>
                  </a:lnTo>
                  <a:lnTo>
                    <a:pt x="140161" y="10184"/>
                  </a:lnTo>
                  <a:lnTo>
                    <a:pt x="137172" y="6434"/>
                  </a:lnTo>
                  <a:lnTo>
                    <a:pt x="136994" y="6196"/>
                  </a:lnTo>
                  <a:cubicBezTo>
                    <a:pt x="136958" y="6160"/>
                    <a:pt x="136934" y="6124"/>
                    <a:pt x="136887" y="6077"/>
                  </a:cubicBezTo>
                  <a:lnTo>
                    <a:pt x="136756" y="5922"/>
                  </a:lnTo>
                  <a:lnTo>
                    <a:pt x="136232" y="5326"/>
                  </a:lnTo>
                  <a:cubicBezTo>
                    <a:pt x="136053" y="5136"/>
                    <a:pt x="135887" y="4922"/>
                    <a:pt x="135684" y="4743"/>
                  </a:cubicBezTo>
                  <a:lnTo>
                    <a:pt x="135101" y="4195"/>
                  </a:lnTo>
                  <a:cubicBezTo>
                    <a:pt x="134910" y="4017"/>
                    <a:pt x="134720" y="3826"/>
                    <a:pt x="134505" y="3671"/>
                  </a:cubicBezTo>
                  <a:lnTo>
                    <a:pt x="133863" y="3183"/>
                  </a:lnTo>
                  <a:cubicBezTo>
                    <a:pt x="133648" y="3029"/>
                    <a:pt x="133446" y="2850"/>
                    <a:pt x="133220" y="2707"/>
                  </a:cubicBezTo>
                  <a:lnTo>
                    <a:pt x="132541" y="2290"/>
                  </a:lnTo>
                  <a:cubicBezTo>
                    <a:pt x="130031" y="783"/>
                    <a:pt x="127119" y="0"/>
                    <a:pt x="124203" y="0"/>
                  </a:cubicBezTo>
                  <a:close/>
                </a:path>
              </a:pathLst>
            </a:custGeom>
            <a:solidFill>
              <a:srgbClr val="03AF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6" name="Google Shape;716;p22"/>
            <p:cNvGrpSpPr/>
            <p:nvPr/>
          </p:nvGrpSpPr>
          <p:grpSpPr>
            <a:xfrm>
              <a:off x="1806690" y="1389189"/>
              <a:ext cx="4502713" cy="3725654"/>
              <a:chOff x="2346303" y="1389189"/>
              <a:chExt cx="4502713" cy="3725654"/>
            </a:xfrm>
          </p:grpSpPr>
          <p:sp>
            <p:nvSpPr>
              <p:cNvPr id="717" name="Google Shape;717;p22"/>
              <p:cNvSpPr/>
              <p:nvPr/>
            </p:nvSpPr>
            <p:spPr>
              <a:xfrm>
                <a:off x="5565644" y="2271083"/>
                <a:ext cx="46149" cy="58076"/>
              </a:xfrm>
              <a:custGeom>
                <a:rect b="b" l="l" r="r" t="t"/>
                <a:pathLst>
                  <a:path extrusionOk="0" h="2084" w="1656">
                    <a:moveTo>
                      <a:pt x="0" y="0"/>
                    </a:moveTo>
                    <a:lnTo>
                      <a:pt x="1655" y="2084"/>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22"/>
              <p:cNvSpPr/>
              <p:nvPr/>
            </p:nvSpPr>
            <p:spPr>
              <a:xfrm>
                <a:off x="5518522" y="2212006"/>
                <a:ext cx="46483" cy="58104"/>
              </a:xfrm>
              <a:custGeom>
                <a:rect b="b" l="l" r="r" t="t"/>
                <a:pathLst>
                  <a:path extrusionOk="0" h="2085" w="1668">
                    <a:moveTo>
                      <a:pt x="1" y="1"/>
                    </a:moveTo>
                    <a:lnTo>
                      <a:pt x="1667" y="2084"/>
                    </a:lnTo>
                    <a:lnTo>
                      <a:pt x="1667" y="2084"/>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2"/>
              <p:cNvSpPr/>
              <p:nvPr/>
            </p:nvSpPr>
            <p:spPr>
              <a:xfrm>
                <a:off x="2476718" y="4996685"/>
                <a:ext cx="0" cy="28"/>
              </a:xfrm>
              <a:custGeom>
                <a:rect b="b" l="l" r="r" t="t"/>
                <a:pathLst>
                  <a:path extrusionOk="0" h="1" w="120000">
                    <a:moveTo>
                      <a:pt x="0" y="1"/>
                    </a:move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22"/>
              <p:cNvSpPr/>
              <p:nvPr/>
            </p:nvSpPr>
            <p:spPr>
              <a:xfrm>
                <a:off x="4051681" y="3888849"/>
                <a:ext cx="148367" cy="81317"/>
              </a:xfrm>
              <a:custGeom>
                <a:rect b="b" l="l" r="r" t="t"/>
                <a:pathLst>
                  <a:path extrusionOk="0" h="2918" w="5324">
                    <a:moveTo>
                      <a:pt x="168" y="1"/>
                    </a:moveTo>
                    <a:lnTo>
                      <a:pt x="1" y="1025"/>
                    </a:lnTo>
                    <a:cubicBezTo>
                      <a:pt x="215" y="1061"/>
                      <a:pt x="430" y="1072"/>
                      <a:pt x="632" y="1132"/>
                    </a:cubicBezTo>
                    <a:lnTo>
                      <a:pt x="1251" y="1299"/>
                    </a:lnTo>
                    <a:cubicBezTo>
                      <a:pt x="1680" y="1382"/>
                      <a:pt x="2073" y="1561"/>
                      <a:pt x="2477" y="1703"/>
                    </a:cubicBezTo>
                    <a:cubicBezTo>
                      <a:pt x="2680" y="1775"/>
                      <a:pt x="2870" y="1870"/>
                      <a:pt x="3061" y="1965"/>
                    </a:cubicBezTo>
                    <a:lnTo>
                      <a:pt x="3632" y="2239"/>
                    </a:lnTo>
                    <a:cubicBezTo>
                      <a:pt x="4001" y="2465"/>
                      <a:pt x="4371" y="2680"/>
                      <a:pt x="4728" y="2918"/>
                    </a:cubicBezTo>
                    <a:lnTo>
                      <a:pt x="5323" y="2061"/>
                    </a:lnTo>
                    <a:cubicBezTo>
                      <a:pt x="4930" y="1811"/>
                      <a:pt x="4537" y="1573"/>
                      <a:pt x="4132" y="1334"/>
                    </a:cubicBezTo>
                    <a:lnTo>
                      <a:pt x="3501" y="1025"/>
                    </a:lnTo>
                    <a:cubicBezTo>
                      <a:pt x="3287" y="930"/>
                      <a:pt x="3085" y="811"/>
                      <a:pt x="2858" y="739"/>
                    </a:cubicBezTo>
                    <a:cubicBezTo>
                      <a:pt x="2418" y="584"/>
                      <a:pt x="1989" y="394"/>
                      <a:pt x="1537" y="299"/>
                    </a:cubicBezTo>
                    <a:lnTo>
                      <a:pt x="858" y="120"/>
                    </a:lnTo>
                    <a:cubicBezTo>
                      <a:pt x="632" y="60"/>
                      <a:pt x="394" y="37"/>
                      <a:pt x="16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22"/>
              <p:cNvSpPr/>
              <p:nvPr/>
            </p:nvSpPr>
            <p:spPr>
              <a:xfrm>
                <a:off x="6180436" y="3034516"/>
                <a:ext cx="73682" cy="149676"/>
              </a:xfrm>
              <a:custGeom>
                <a:rect b="b" l="l" r="r" t="t"/>
                <a:pathLst>
                  <a:path extrusionOk="0" h="5371" w="2644">
                    <a:moveTo>
                      <a:pt x="882" y="0"/>
                    </a:moveTo>
                    <a:lnTo>
                      <a:pt x="0" y="524"/>
                    </a:lnTo>
                    <a:lnTo>
                      <a:pt x="322" y="1084"/>
                    </a:lnTo>
                    <a:cubicBezTo>
                      <a:pt x="429" y="1262"/>
                      <a:pt x="501" y="1477"/>
                      <a:pt x="596" y="1667"/>
                    </a:cubicBezTo>
                    <a:lnTo>
                      <a:pt x="858" y="2251"/>
                    </a:lnTo>
                    <a:cubicBezTo>
                      <a:pt x="929" y="2453"/>
                      <a:pt x="989" y="2655"/>
                      <a:pt x="1060" y="2858"/>
                    </a:cubicBezTo>
                    <a:cubicBezTo>
                      <a:pt x="1132" y="3060"/>
                      <a:pt x="1203" y="3263"/>
                      <a:pt x="1263" y="3477"/>
                    </a:cubicBezTo>
                    <a:lnTo>
                      <a:pt x="1405" y="4096"/>
                    </a:lnTo>
                    <a:cubicBezTo>
                      <a:pt x="1513" y="4513"/>
                      <a:pt x="1560" y="4941"/>
                      <a:pt x="1608" y="5370"/>
                    </a:cubicBezTo>
                    <a:lnTo>
                      <a:pt x="2644" y="5263"/>
                    </a:lnTo>
                    <a:cubicBezTo>
                      <a:pt x="2584" y="4799"/>
                      <a:pt x="2537" y="4334"/>
                      <a:pt x="2417" y="3882"/>
                    </a:cubicBezTo>
                    <a:lnTo>
                      <a:pt x="2263" y="3203"/>
                    </a:lnTo>
                    <a:cubicBezTo>
                      <a:pt x="2203" y="2977"/>
                      <a:pt x="2120" y="2751"/>
                      <a:pt x="2048" y="2536"/>
                    </a:cubicBezTo>
                    <a:cubicBezTo>
                      <a:pt x="1977" y="2310"/>
                      <a:pt x="1905" y="2084"/>
                      <a:pt x="1822" y="1870"/>
                    </a:cubicBezTo>
                    <a:lnTo>
                      <a:pt x="1536" y="1227"/>
                    </a:lnTo>
                    <a:cubicBezTo>
                      <a:pt x="1429" y="1024"/>
                      <a:pt x="1358" y="798"/>
                      <a:pt x="1239" y="596"/>
                    </a:cubicBezTo>
                    <a:lnTo>
                      <a:pt x="88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22"/>
              <p:cNvSpPr/>
              <p:nvPr/>
            </p:nvSpPr>
            <p:spPr>
              <a:xfrm>
                <a:off x="6157224" y="3295960"/>
                <a:ext cx="89260" cy="146360"/>
              </a:xfrm>
              <a:custGeom>
                <a:rect b="b" l="l" r="r" t="t"/>
                <a:pathLst>
                  <a:path extrusionOk="0" h="5252" w="3203">
                    <a:moveTo>
                      <a:pt x="2203" y="0"/>
                    </a:moveTo>
                    <a:cubicBezTo>
                      <a:pt x="1810" y="1679"/>
                      <a:pt x="1060" y="3263"/>
                      <a:pt x="0" y="4620"/>
                    </a:cubicBezTo>
                    <a:lnTo>
                      <a:pt x="822" y="5251"/>
                    </a:lnTo>
                    <a:cubicBezTo>
                      <a:pt x="1965" y="3775"/>
                      <a:pt x="2786" y="2048"/>
                      <a:pt x="3203" y="239"/>
                    </a:cubicBezTo>
                    <a:lnTo>
                      <a:pt x="22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22"/>
              <p:cNvSpPr/>
              <p:nvPr/>
            </p:nvSpPr>
            <p:spPr>
              <a:xfrm>
                <a:off x="5351963" y="1985060"/>
                <a:ext cx="115817" cy="135074"/>
              </a:xfrm>
              <a:custGeom>
                <a:rect b="b" l="l" r="r" t="t"/>
                <a:pathLst>
                  <a:path extrusionOk="0" h="4847" w="4156">
                    <a:moveTo>
                      <a:pt x="810" y="1"/>
                    </a:moveTo>
                    <a:lnTo>
                      <a:pt x="1" y="644"/>
                    </a:lnTo>
                    <a:lnTo>
                      <a:pt x="3346" y="4847"/>
                    </a:lnTo>
                    <a:lnTo>
                      <a:pt x="4156"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22"/>
              <p:cNvSpPr/>
              <p:nvPr/>
            </p:nvSpPr>
            <p:spPr>
              <a:xfrm>
                <a:off x="5518522" y="2193753"/>
                <a:ext cx="115817" cy="135408"/>
              </a:xfrm>
              <a:custGeom>
                <a:rect b="b" l="l" r="r" t="t"/>
                <a:pathLst>
                  <a:path extrusionOk="0" h="4859" w="4156">
                    <a:moveTo>
                      <a:pt x="810" y="1"/>
                    </a:moveTo>
                    <a:lnTo>
                      <a:pt x="1" y="656"/>
                    </a:lnTo>
                    <a:lnTo>
                      <a:pt x="1667" y="2739"/>
                    </a:lnTo>
                    <a:cubicBezTo>
                      <a:pt x="1667" y="2751"/>
                      <a:pt x="1667" y="2751"/>
                      <a:pt x="1667" y="2751"/>
                    </a:cubicBezTo>
                    <a:cubicBezTo>
                      <a:pt x="1679" y="2763"/>
                      <a:pt x="1679" y="2763"/>
                      <a:pt x="1691" y="2775"/>
                    </a:cubicBezTo>
                    <a:lnTo>
                      <a:pt x="3346" y="4859"/>
                    </a:lnTo>
                    <a:lnTo>
                      <a:pt x="4156" y="4216"/>
                    </a:lnTo>
                    <a:lnTo>
                      <a:pt x="2489" y="2108"/>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22"/>
              <p:cNvSpPr/>
              <p:nvPr/>
            </p:nvSpPr>
            <p:spPr>
              <a:xfrm>
                <a:off x="5684746" y="2403115"/>
                <a:ext cx="115817" cy="135408"/>
              </a:xfrm>
              <a:custGeom>
                <a:rect b="b" l="l" r="r" t="t"/>
                <a:pathLst>
                  <a:path extrusionOk="0" h="4859" w="4156">
                    <a:moveTo>
                      <a:pt x="810" y="1"/>
                    </a:moveTo>
                    <a:lnTo>
                      <a:pt x="1" y="656"/>
                    </a:lnTo>
                    <a:lnTo>
                      <a:pt x="3346" y="4859"/>
                    </a:lnTo>
                    <a:lnTo>
                      <a:pt x="4156"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22"/>
              <p:cNvSpPr/>
              <p:nvPr/>
            </p:nvSpPr>
            <p:spPr>
              <a:xfrm>
                <a:off x="5851304" y="2612142"/>
                <a:ext cx="116152" cy="135408"/>
              </a:xfrm>
              <a:custGeom>
                <a:rect b="b" l="l" r="r" t="t"/>
                <a:pathLst>
                  <a:path extrusionOk="0" h="4859" w="4168">
                    <a:moveTo>
                      <a:pt x="822" y="1"/>
                    </a:moveTo>
                    <a:lnTo>
                      <a:pt x="0" y="656"/>
                    </a:lnTo>
                    <a:lnTo>
                      <a:pt x="1679" y="2751"/>
                    </a:lnTo>
                    <a:lnTo>
                      <a:pt x="3346" y="4858"/>
                    </a:lnTo>
                    <a:lnTo>
                      <a:pt x="4168" y="4204"/>
                    </a:lnTo>
                    <a:lnTo>
                      <a:pt x="2489" y="2108"/>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22"/>
              <p:cNvSpPr/>
              <p:nvPr/>
            </p:nvSpPr>
            <p:spPr>
              <a:xfrm>
                <a:off x="6017528" y="2821504"/>
                <a:ext cx="115817" cy="135408"/>
              </a:xfrm>
              <a:custGeom>
                <a:rect b="b" l="l" r="r" t="t"/>
                <a:pathLst>
                  <a:path extrusionOk="0" h="4859" w="4156">
                    <a:moveTo>
                      <a:pt x="822" y="1"/>
                    </a:moveTo>
                    <a:lnTo>
                      <a:pt x="1" y="644"/>
                    </a:lnTo>
                    <a:lnTo>
                      <a:pt x="3346" y="4858"/>
                    </a:lnTo>
                    <a:lnTo>
                      <a:pt x="4156" y="4203"/>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22"/>
              <p:cNvSpPr/>
              <p:nvPr/>
            </p:nvSpPr>
            <p:spPr>
              <a:xfrm>
                <a:off x="5945856" y="3502340"/>
                <a:ext cx="146695" cy="88619"/>
              </a:xfrm>
              <a:custGeom>
                <a:rect b="b" l="l" r="r" t="t"/>
                <a:pathLst>
                  <a:path extrusionOk="0" h="3180" w="5264">
                    <a:moveTo>
                      <a:pt x="4632" y="0"/>
                    </a:moveTo>
                    <a:cubicBezTo>
                      <a:pt x="3942" y="524"/>
                      <a:pt x="3215" y="976"/>
                      <a:pt x="2430" y="1334"/>
                    </a:cubicBezTo>
                    <a:cubicBezTo>
                      <a:pt x="2037" y="1512"/>
                      <a:pt x="1656" y="1703"/>
                      <a:pt x="1239" y="1822"/>
                    </a:cubicBezTo>
                    <a:lnTo>
                      <a:pt x="632" y="2024"/>
                    </a:lnTo>
                    <a:cubicBezTo>
                      <a:pt x="429" y="2084"/>
                      <a:pt x="215" y="2119"/>
                      <a:pt x="1" y="2179"/>
                    </a:cubicBezTo>
                    <a:lnTo>
                      <a:pt x="239" y="3179"/>
                    </a:lnTo>
                    <a:cubicBezTo>
                      <a:pt x="465" y="3131"/>
                      <a:pt x="691" y="3084"/>
                      <a:pt x="918" y="3024"/>
                    </a:cubicBezTo>
                    <a:lnTo>
                      <a:pt x="1584" y="2798"/>
                    </a:lnTo>
                    <a:cubicBezTo>
                      <a:pt x="2025" y="2667"/>
                      <a:pt x="2453" y="2465"/>
                      <a:pt x="2870" y="2274"/>
                    </a:cubicBezTo>
                    <a:cubicBezTo>
                      <a:pt x="3716" y="1881"/>
                      <a:pt x="4513" y="1393"/>
                      <a:pt x="5263" y="834"/>
                    </a:cubicBezTo>
                    <a:lnTo>
                      <a:pt x="463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22"/>
              <p:cNvSpPr/>
              <p:nvPr/>
            </p:nvSpPr>
            <p:spPr>
              <a:xfrm>
                <a:off x="5684411" y="3523574"/>
                <a:ext cx="149676" cy="74685"/>
              </a:xfrm>
              <a:custGeom>
                <a:rect b="b" l="l" r="r" t="t"/>
                <a:pathLst>
                  <a:path extrusionOk="0" h="2680" w="5371">
                    <a:moveTo>
                      <a:pt x="536" y="0"/>
                    </a:moveTo>
                    <a:lnTo>
                      <a:pt x="1" y="893"/>
                    </a:lnTo>
                    <a:cubicBezTo>
                      <a:pt x="1596" y="1846"/>
                      <a:pt x="3394" y="2465"/>
                      <a:pt x="5251" y="2679"/>
                    </a:cubicBezTo>
                    <a:lnTo>
                      <a:pt x="5370" y="1655"/>
                    </a:lnTo>
                    <a:cubicBezTo>
                      <a:pt x="3656" y="1453"/>
                      <a:pt x="2001" y="881"/>
                      <a:pt x="5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22"/>
              <p:cNvSpPr/>
              <p:nvPr/>
            </p:nvSpPr>
            <p:spPr>
              <a:xfrm>
                <a:off x="5498291" y="3333775"/>
                <a:ext cx="115817" cy="135408"/>
              </a:xfrm>
              <a:custGeom>
                <a:rect b="b" l="l" r="r" t="t"/>
                <a:pathLst>
                  <a:path extrusionOk="0" h="4859" w="4156">
                    <a:moveTo>
                      <a:pt x="810" y="1"/>
                    </a:moveTo>
                    <a:lnTo>
                      <a:pt x="0" y="656"/>
                    </a:lnTo>
                    <a:lnTo>
                      <a:pt x="1667" y="2751"/>
                    </a:lnTo>
                    <a:cubicBezTo>
                      <a:pt x="2239" y="3454"/>
                      <a:pt x="2762" y="4156"/>
                      <a:pt x="3358" y="4859"/>
                    </a:cubicBezTo>
                    <a:lnTo>
                      <a:pt x="4156" y="4192"/>
                    </a:lnTo>
                    <a:cubicBezTo>
                      <a:pt x="3596" y="3525"/>
                      <a:pt x="3036" y="2799"/>
                      <a:pt x="2477" y="2108"/>
                    </a:cubicBez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22"/>
              <p:cNvSpPr/>
              <p:nvPr/>
            </p:nvSpPr>
            <p:spPr>
              <a:xfrm>
                <a:off x="5332066" y="3124748"/>
                <a:ext cx="115817" cy="135074"/>
              </a:xfrm>
              <a:custGeom>
                <a:rect b="b" l="l" r="r" t="t"/>
                <a:pathLst>
                  <a:path extrusionOk="0" h="4847" w="4156">
                    <a:moveTo>
                      <a:pt x="810" y="1"/>
                    </a:moveTo>
                    <a:lnTo>
                      <a:pt x="0" y="644"/>
                    </a:lnTo>
                    <a:lnTo>
                      <a:pt x="3346" y="4847"/>
                    </a:lnTo>
                    <a:lnTo>
                      <a:pt x="4155"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22"/>
              <p:cNvSpPr/>
              <p:nvPr/>
            </p:nvSpPr>
            <p:spPr>
              <a:xfrm>
                <a:off x="5165174" y="2915414"/>
                <a:ext cx="115817" cy="135380"/>
              </a:xfrm>
              <a:custGeom>
                <a:rect b="b" l="l" r="r" t="t"/>
                <a:pathLst>
                  <a:path extrusionOk="0" h="4858" w="4156">
                    <a:moveTo>
                      <a:pt x="810" y="0"/>
                    </a:moveTo>
                    <a:lnTo>
                      <a:pt x="0" y="655"/>
                    </a:lnTo>
                    <a:lnTo>
                      <a:pt x="1679" y="2750"/>
                    </a:lnTo>
                    <a:lnTo>
                      <a:pt x="3346" y="4858"/>
                    </a:lnTo>
                    <a:lnTo>
                      <a:pt x="4156" y="4215"/>
                    </a:lnTo>
                    <a:lnTo>
                      <a:pt x="2489" y="2107"/>
                    </a:lnTo>
                    <a:cubicBezTo>
                      <a:pt x="2489" y="2107"/>
                      <a:pt x="2489" y="2107"/>
                      <a:pt x="2477" y="2096"/>
                    </a:cubicBez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22"/>
              <p:cNvSpPr/>
              <p:nvPr/>
            </p:nvSpPr>
            <p:spPr>
              <a:xfrm>
                <a:off x="4998949" y="2706387"/>
                <a:ext cx="115817" cy="135046"/>
              </a:xfrm>
              <a:custGeom>
                <a:rect b="b" l="l" r="r" t="t"/>
                <a:pathLst>
                  <a:path extrusionOk="0" h="4846" w="4156">
                    <a:moveTo>
                      <a:pt x="810" y="0"/>
                    </a:moveTo>
                    <a:lnTo>
                      <a:pt x="0" y="643"/>
                    </a:lnTo>
                    <a:lnTo>
                      <a:pt x="3346" y="4846"/>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22"/>
              <p:cNvSpPr/>
              <p:nvPr/>
            </p:nvSpPr>
            <p:spPr>
              <a:xfrm>
                <a:off x="4832391" y="2497360"/>
                <a:ext cx="115817" cy="135074"/>
              </a:xfrm>
              <a:custGeom>
                <a:rect b="b" l="l" r="r" t="t"/>
                <a:pathLst>
                  <a:path extrusionOk="0" h="4847" w="4156">
                    <a:moveTo>
                      <a:pt x="810" y="0"/>
                    </a:moveTo>
                    <a:lnTo>
                      <a:pt x="0" y="643"/>
                    </a:lnTo>
                    <a:lnTo>
                      <a:pt x="1643" y="2703"/>
                    </a:lnTo>
                    <a:cubicBezTo>
                      <a:pt x="1643" y="2727"/>
                      <a:pt x="1655" y="2739"/>
                      <a:pt x="1667" y="2751"/>
                    </a:cubicBezTo>
                    <a:cubicBezTo>
                      <a:pt x="1679" y="2762"/>
                      <a:pt x="1691" y="2774"/>
                      <a:pt x="1703" y="2774"/>
                    </a:cubicBezTo>
                    <a:lnTo>
                      <a:pt x="3346" y="4846"/>
                    </a:lnTo>
                    <a:lnTo>
                      <a:pt x="4156" y="4203"/>
                    </a:lnTo>
                    <a:lnTo>
                      <a:pt x="2489" y="2096"/>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22"/>
              <p:cNvSpPr/>
              <p:nvPr/>
            </p:nvSpPr>
            <p:spPr>
              <a:xfrm>
                <a:off x="4649252" y="2306919"/>
                <a:ext cx="132398" cy="116152"/>
              </a:xfrm>
              <a:custGeom>
                <a:rect b="b" l="l" r="r" t="t"/>
                <a:pathLst>
                  <a:path extrusionOk="0" h="4168" w="4751">
                    <a:moveTo>
                      <a:pt x="464" y="0"/>
                    </a:moveTo>
                    <a:lnTo>
                      <a:pt x="0" y="929"/>
                    </a:lnTo>
                    <a:cubicBezTo>
                      <a:pt x="1524" y="1703"/>
                      <a:pt x="2881" y="2810"/>
                      <a:pt x="3941" y="4167"/>
                    </a:cubicBezTo>
                    <a:lnTo>
                      <a:pt x="4751" y="3524"/>
                    </a:lnTo>
                    <a:cubicBezTo>
                      <a:pt x="3608" y="2060"/>
                      <a:pt x="2131" y="845"/>
                      <a:pt x="46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22"/>
              <p:cNvSpPr/>
              <p:nvPr/>
            </p:nvSpPr>
            <p:spPr>
              <a:xfrm>
                <a:off x="4391765" y="2266680"/>
                <a:ext cx="154330" cy="42916"/>
              </a:xfrm>
              <a:custGeom>
                <a:rect b="b" l="l" r="r" t="t"/>
                <a:pathLst>
                  <a:path extrusionOk="0" h="1540" w="5538">
                    <a:moveTo>
                      <a:pt x="3945" y="1"/>
                    </a:moveTo>
                    <a:cubicBezTo>
                      <a:pt x="3547" y="1"/>
                      <a:pt x="3149" y="27"/>
                      <a:pt x="2751" y="27"/>
                    </a:cubicBezTo>
                    <a:cubicBezTo>
                      <a:pt x="2287" y="87"/>
                      <a:pt x="1823" y="134"/>
                      <a:pt x="1358" y="218"/>
                    </a:cubicBezTo>
                    <a:lnTo>
                      <a:pt x="680" y="372"/>
                    </a:lnTo>
                    <a:cubicBezTo>
                      <a:pt x="453" y="420"/>
                      <a:pt x="227" y="468"/>
                      <a:pt x="1" y="551"/>
                    </a:cubicBezTo>
                    <a:lnTo>
                      <a:pt x="299" y="1539"/>
                    </a:lnTo>
                    <a:cubicBezTo>
                      <a:pt x="501" y="1468"/>
                      <a:pt x="715" y="1432"/>
                      <a:pt x="930" y="1373"/>
                    </a:cubicBezTo>
                    <a:lnTo>
                      <a:pt x="1549" y="1230"/>
                    </a:lnTo>
                    <a:cubicBezTo>
                      <a:pt x="1977" y="1158"/>
                      <a:pt x="2406" y="1123"/>
                      <a:pt x="2823" y="1063"/>
                    </a:cubicBezTo>
                    <a:cubicBezTo>
                      <a:pt x="3190" y="1063"/>
                      <a:pt x="3557" y="1037"/>
                      <a:pt x="3925" y="1037"/>
                    </a:cubicBezTo>
                    <a:cubicBezTo>
                      <a:pt x="3986" y="1037"/>
                      <a:pt x="4047" y="1037"/>
                      <a:pt x="4109" y="1039"/>
                    </a:cubicBezTo>
                    <a:lnTo>
                      <a:pt x="4751" y="1087"/>
                    </a:lnTo>
                    <a:lnTo>
                      <a:pt x="5073" y="1111"/>
                    </a:lnTo>
                    <a:cubicBezTo>
                      <a:pt x="5180" y="1123"/>
                      <a:pt x="5287" y="1134"/>
                      <a:pt x="5394" y="1158"/>
                    </a:cubicBezTo>
                    <a:lnTo>
                      <a:pt x="5537" y="134"/>
                    </a:lnTo>
                    <a:cubicBezTo>
                      <a:pt x="5418" y="111"/>
                      <a:pt x="5311" y="87"/>
                      <a:pt x="5192" y="75"/>
                    </a:cubicBezTo>
                    <a:lnTo>
                      <a:pt x="4847" y="51"/>
                    </a:lnTo>
                    <a:lnTo>
                      <a:pt x="4144" y="3"/>
                    </a:lnTo>
                    <a:cubicBezTo>
                      <a:pt x="4078" y="2"/>
                      <a:pt x="4012" y="1"/>
                      <a:pt x="394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22"/>
              <p:cNvSpPr/>
              <p:nvPr/>
            </p:nvSpPr>
            <p:spPr>
              <a:xfrm>
                <a:off x="4132327" y="2565688"/>
                <a:ext cx="39516" cy="154665"/>
              </a:xfrm>
              <a:custGeom>
                <a:rect b="b" l="l" r="r" t="t"/>
                <a:pathLst>
                  <a:path extrusionOk="0" h="5550" w="1418">
                    <a:moveTo>
                      <a:pt x="215" y="1"/>
                    </a:moveTo>
                    <a:lnTo>
                      <a:pt x="107" y="691"/>
                    </a:lnTo>
                    <a:cubicBezTo>
                      <a:pt x="60" y="930"/>
                      <a:pt x="60" y="1156"/>
                      <a:pt x="48" y="1394"/>
                    </a:cubicBezTo>
                    <a:lnTo>
                      <a:pt x="0" y="2084"/>
                    </a:lnTo>
                    <a:lnTo>
                      <a:pt x="24" y="2787"/>
                    </a:lnTo>
                    <a:cubicBezTo>
                      <a:pt x="36" y="3025"/>
                      <a:pt x="24" y="3251"/>
                      <a:pt x="60" y="3489"/>
                    </a:cubicBezTo>
                    <a:lnTo>
                      <a:pt x="143" y="4180"/>
                    </a:lnTo>
                    <a:cubicBezTo>
                      <a:pt x="179" y="4644"/>
                      <a:pt x="322" y="5097"/>
                      <a:pt x="405" y="5549"/>
                    </a:cubicBezTo>
                    <a:lnTo>
                      <a:pt x="1417" y="5299"/>
                    </a:lnTo>
                    <a:cubicBezTo>
                      <a:pt x="1334" y="4871"/>
                      <a:pt x="1203" y="4466"/>
                      <a:pt x="1167" y="4037"/>
                    </a:cubicBezTo>
                    <a:lnTo>
                      <a:pt x="1084" y="3394"/>
                    </a:lnTo>
                    <a:cubicBezTo>
                      <a:pt x="1048" y="3180"/>
                      <a:pt x="1072" y="2966"/>
                      <a:pt x="1060" y="2751"/>
                    </a:cubicBezTo>
                    <a:lnTo>
                      <a:pt x="1036" y="2108"/>
                    </a:lnTo>
                    <a:lnTo>
                      <a:pt x="1084" y="1465"/>
                    </a:lnTo>
                    <a:cubicBezTo>
                      <a:pt x="1096" y="1251"/>
                      <a:pt x="1096" y="1037"/>
                      <a:pt x="1131" y="822"/>
                    </a:cubicBezTo>
                    <a:lnTo>
                      <a:pt x="1238" y="191"/>
                    </a:lnTo>
                    <a:lnTo>
                      <a:pt x="21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22"/>
              <p:cNvSpPr/>
              <p:nvPr/>
            </p:nvSpPr>
            <p:spPr>
              <a:xfrm>
                <a:off x="4179421" y="2336096"/>
                <a:ext cx="120471" cy="129445"/>
              </a:xfrm>
              <a:custGeom>
                <a:rect b="b" l="l" r="r" t="t"/>
                <a:pathLst>
                  <a:path extrusionOk="0" h="4645" w="4323">
                    <a:moveTo>
                      <a:pt x="3716" y="1"/>
                    </a:moveTo>
                    <a:cubicBezTo>
                      <a:pt x="2204" y="1096"/>
                      <a:pt x="930" y="2513"/>
                      <a:pt x="1" y="4132"/>
                    </a:cubicBezTo>
                    <a:lnTo>
                      <a:pt x="906" y="4644"/>
                    </a:lnTo>
                    <a:cubicBezTo>
                      <a:pt x="1751" y="3144"/>
                      <a:pt x="2930" y="1846"/>
                      <a:pt x="4323" y="834"/>
                    </a:cubicBezTo>
                    <a:lnTo>
                      <a:pt x="371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22"/>
              <p:cNvSpPr/>
              <p:nvPr/>
            </p:nvSpPr>
            <p:spPr>
              <a:xfrm>
                <a:off x="4193355" y="2815540"/>
                <a:ext cx="115176" cy="135380"/>
              </a:xfrm>
              <a:custGeom>
                <a:rect b="b" l="l" r="r" t="t"/>
                <a:pathLst>
                  <a:path extrusionOk="0" h="4858" w="4133">
                    <a:moveTo>
                      <a:pt x="858" y="0"/>
                    </a:moveTo>
                    <a:lnTo>
                      <a:pt x="1" y="584"/>
                    </a:lnTo>
                    <a:lnTo>
                      <a:pt x="406" y="1143"/>
                    </a:lnTo>
                    <a:cubicBezTo>
                      <a:pt x="537" y="1346"/>
                      <a:pt x="680" y="1524"/>
                      <a:pt x="822" y="1703"/>
                    </a:cubicBezTo>
                    <a:lnTo>
                      <a:pt x="1656" y="2751"/>
                    </a:lnTo>
                    <a:lnTo>
                      <a:pt x="3323" y="4858"/>
                    </a:lnTo>
                    <a:lnTo>
                      <a:pt x="4132" y="4215"/>
                    </a:lnTo>
                    <a:lnTo>
                      <a:pt x="2466" y="2108"/>
                    </a:lnTo>
                    <a:lnTo>
                      <a:pt x="1632" y="1060"/>
                    </a:lnTo>
                    <a:cubicBezTo>
                      <a:pt x="1489" y="881"/>
                      <a:pt x="1358" y="703"/>
                      <a:pt x="1239" y="524"/>
                    </a:cubicBezTo>
                    <a:lnTo>
                      <a:pt x="85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22"/>
              <p:cNvSpPr/>
              <p:nvPr/>
            </p:nvSpPr>
            <p:spPr>
              <a:xfrm>
                <a:off x="4358938" y="3024902"/>
                <a:ext cx="115817" cy="135380"/>
              </a:xfrm>
              <a:custGeom>
                <a:rect b="b" l="l" r="r" t="t"/>
                <a:pathLst>
                  <a:path extrusionOk="0" h="4858" w="4156">
                    <a:moveTo>
                      <a:pt x="810" y="0"/>
                    </a:moveTo>
                    <a:lnTo>
                      <a:pt x="0" y="655"/>
                    </a:lnTo>
                    <a:lnTo>
                      <a:pt x="1667" y="2750"/>
                    </a:lnTo>
                    <a:lnTo>
                      <a:pt x="3334" y="4858"/>
                    </a:lnTo>
                    <a:lnTo>
                      <a:pt x="4155" y="4215"/>
                    </a:lnTo>
                    <a:lnTo>
                      <a:pt x="2489" y="2107"/>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22"/>
              <p:cNvSpPr/>
              <p:nvPr/>
            </p:nvSpPr>
            <p:spPr>
              <a:xfrm>
                <a:off x="4525162" y="3234570"/>
                <a:ext cx="115817" cy="135074"/>
              </a:xfrm>
              <a:custGeom>
                <a:rect b="b" l="l" r="r" t="t"/>
                <a:pathLst>
                  <a:path extrusionOk="0" h="4847" w="4156">
                    <a:moveTo>
                      <a:pt x="810" y="1"/>
                    </a:moveTo>
                    <a:lnTo>
                      <a:pt x="0" y="644"/>
                    </a:lnTo>
                    <a:lnTo>
                      <a:pt x="3334" y="4847"/>
                    </a:lnTo>
                    <a:lnTo>
                      <a:pt x="4155"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22"/>
              <p:cNvSpPr/>
              <p:nvPr/>
            </p:nvSpPr>
            <p:spPr>
              <a:xfrm>
                <a:off x="4691052" y="3443932"/>
                <a:ext cx="115817" cy="135408"/>
              </a:xfrm>
              <a:custGeom>
                <a:rect b="b" l="l" r="r" t="t"/>
                <a:pathLst>
                  <a:path extrusionOk="0" h="4859" w="4156">
                    <a:moveTo>
                      <a:pt x="822" y="1"/>
                    </a:moveTo>
                    <a:lnTo>
                      <a:pt x="0" y="644"/>
                    </a:lnTo>
                    <a:lnTo>
                      <a:pt x="1667" y="2751"/>
                    </a:lnTo>
                    <a:lnTo>
                      <a:pt x="3346" y="4858"/>
                    </a:lnTo>
                    <a:lnTo>
                      <a:pt x="4156" y="4215"/>
                    </a:lnTo>
                    <a:lnTo>
                      <a:pt x="2489" y="2108"/>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22"/>
              <p:cNvSpPr/>
              <p:nvPr/>
            </p:nvSpPr>
            <p:spPr>
              <a:xfrm>
                <a:off x="4857276" y="3653628"/>
                <a:ext cx="115817" cy="135074"/>
              </a:xfrm>
              <a:custGeom>
                <a:rect b="b" l="l" r="r" t="t"/>
                <a:pathLst>
                  <a:path extrusionOk="0" h="4847" w="4156">
                    <a:moveTo>
                      <a:pt x="810" y="0"/>
                    </a:moveTo>
                    <a:lnTo>
                      <a:pt x="0" y="643"/>
                    </a:lnTo>
                    <a:lnTo>
                      <a:pt x="3346" y="4846"/>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22"/>
              <p:cNvSpPr/>
              <p:nvPr/>
            </p:nvSpPr>
            <p:spPr>
              <a:xfrm>
                <a:off x="5076920" y="4116464"/>
                <a:ext cx="63064" cy="150986"/>
              </a:xfrm>
              <a:custGeom>
                <a:rect b="b" l="l" r="r" t="t"/>
                <a:pathLst>
                  <a:path extrusionOk="0" h="5418" w="2263">
                    <a:moveTo>
                      <a:pt x="1215" y="1"/>
                    </a:moveTo>
                    <a:cubicBezTo>
                      <a:pt x="1167" y="1715"/>
                      <a:pt x="750" y="3418"/>
                      <a:pt x="0" y="4965"/>
                    </a:cubicBezTo>
                    <a:lnTo>
                      <a:pt x="941" y="5418"/>
                    </a:lnTo>
                    <a:cubicBezTo>
                      <a:pt x="1751" y="3739"/>
                      <a:pt x="2203" y="1894"/>
                      <a:pt x="2262" y="24"/>
                    </a:cubicBezTo>
                    <a:lnTo>
                      <a:pt x="121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22"/>
              <p:cNvSpPr/>
              <p:nvPr/>
            </p:nvSpPr>
            <p:spPr>
              <a:xfrm>
                <a:off x="4891775" y="4346056"/>
                <a:ext cx="140369" cy="103556"/>
              </a:xfrm>
              <a:custGeom>
                <a:rect b="b" l="l" r="r" t="t"/>
                <a:pathLst>
                  <a:path extrusionOk="0" h="3716" w="5037">
                    <a:moveTo>
                      <a:pt x="4311" y="1"/>
                    </a:moveTo>
                    <a:cubicBezTo>
                      <a:pt x="4001" y="298"/>
                      <a:pt x="3668" y="572"/>
                      <a:pt x="3346" y="858"/>
                    </a:cubicBezTo>
                    <a:cubicBezTo>
                      <a:pt x="3001" y="1108"/>
                      <a:pt x="2656" y="1358"/>
                      <a:pt x="2299" y="1608"/>
                    </a:cubicBezTo>
                    <a:cubicBezTo>
                      <a:pt x="1929" y="1810"/>
                      <a:pt x="1560" y="2049"/>
                      <a:pt x="1179" y="2239"/>
                    </a:cubicBezTo>
                    <a:lnTo>
                      <a:pt x="596" y="2501"/>
                    </a:lnTo>
                    <a:cubicBezTo>
                      <a:pt x="394" y="2584"/>
                      <a:pt x="203" y="2680"/>
                      <a:pt x="1" y="2739"/>
                    </a:cubicBezTo>
                    <a:lnTo>
                      <a:pt x="358" y="3715"/>
                    </a:lnTo>
                    <a:cubicBezTo>
                      <a:pt x="584" y="3644"/>
                      <a:pt x="786" y="3549"/>
                      <a:pt x="1001" y="3453"/>
                    </a:cubicBezTo>
                    <a:lnTo>
                      <a:pt x="1644" y="3168"/>
                    </a:lnTo>
                    <a:cubicBezTo>
                      <a:pt x="2060" y="2953"/>
                      <a:pt x="2453" y="2703"/>
                      <a:pt x="2858" y="2477"/>
                    </a:cubicBezTo>
                    <a:cubicBezTo>
                      <a:pt x="3239" y="2215"/>
                      <a:pt x="3620" y="1941"/>
                      <a:pt x="4001" y="1668"/>
                    </a:cubicBezTo>
                    <a:cubicBezTo>
                      <a:pt x="4346" y="1358"/>
                      <a:pt x="4704" y="1060"/>
                      <a:pt x="5037" y="739"/>
                    </a:cubicBezTo>
                    <a:lnTo>
                      <a:pt x="43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22"/>
              <p:cNvSpPr/>
              <p:nvPr/>
            </p:nvSpPr>
            <p:spPr>
              <a:xfrm>
                <a:off x="4630330" y="4414748"/>
                <a:ext cx="151655" cy="56822"/>
              </a:xfrm>
              <a:custGeom>
                <a:rect b="b" l="l" r="r" t="t"/>
                <a:pathLst>
                  <a:path extrusionOk="0" h="2039" w="5442">
                    <a:moveTo>
                      <a:pt x="405" y="0"/>
                    </a:moveTo>
                    <a:lnTo>
                      <a:pt x="0" y="953"/>
                    </a:lnTo>
                    <a:cubicBezTo>
                      <a:pt x="1626" y="1680"/>
                      <a:pt x="3403" y="2039"/>
                      <a:pt x="5187" y="2039"/>
                    </a:cubicBezTo>
                    <a:cubicBezTo>
                      <a:pt x="5272" y="2039"/>
                      <a:pt x="5357" y="2038"/>
                      <a:pt x="5442" y="2036"/>
                    </a:cubicBezTo>
                    <a:lnTo>
                      <a:pt x="5418" y="1000"/>
                    </a:lnTo>
                    <a:cubicBezTo>
                      <a:pt x="5359" y="1001"/>
                      <a:pt x="5300" y="1002"/>
                      <a:pt x="5241" y="1002"/>
                    </a:cubicBezTo>
                    <a:cubicBezTo>
                      <a:pt x="3585" y="1002"/>
                      <a:pt x="1923" y="679"/>
                      <a:pt x="40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2"/>
              <p:cNvSpPr/>
              <p:nvPr/>
            </p:nvSpPr>
            <p:spPr>
              <a:xfrm>
                <a:off x="4430583" y="4240219"/>
                <a:ext cx="117824" cy="134071"/>
              </a:xfrm>
              <a:custGeom>
                <a:rect b="b" l="l" r="r" t="t"/>
                <a:pathLst>
                  <a:path extrusionOk="0" h="4811" w="4228">
                    <a:moveTo>
                      <a:pt x="811" y="1"/>
                    </a:moveTo>
                    <a:lnTo>
                      <a:pt x="1" y="644"/>
                    </a:lnTo>
                    <a:lnTo>
                      <a:pt x="1668" y="2739"/>
                    </a:lnTo>
                    <a:cubicBezTo>
                      <a:pt x="1668" y="2739"/>
                      <a:pt x="1680" y="2751"/>
                      <a:pt x="1680" y="2751"/>
                    </a:cubicBezTo>
                    <a:cubicBezTo>
                      <a:pt x="1954" y="3096"/>
                      <a:pt x="2227" y="3453"/>
                      <a:pt x="2549" y="3799"/>
                    </a:cubicBezTo>
                    <a:lnTo>
                      <a:pt x="3013" y="4323"/>
                    </a:lnTo>
                    <a:cubicBezTo>
                      <a:pt x="3168" y="4489"/>
                      <a:pt x="3347" y="4644"/>
                      <a:pt x="3513" y="4811"/>
                    </a:cubicBezTo>
                    <a:lnTo>
                      <a:pt x="4228" y="4049"/>
                    </a:lnTo>
                    <a:cubicBezTo>
                      <a:pt x="4073" y="3894"/>
                      <a:pt x="3906" y="3763"/>
                      <a:pt x="3751" y="3608"/>
                    </a:cubicBezTo>
                    <a:lnTo>
                      <a:pt x="3335" y="3120"/>
                    </a:lnTo>
                    <a:cubicBezTo>
                      <a:pt x="3049" y="2810"/>
                      <a:pt x="2763" y="2453"/>
                      <a:pt x="2489" y="2108"/>
                    </a:cubicBezTo>
                    <a:lnTo>
                      <a:pt x="8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22"/>
              <p:cNvSpPr/>
              <p:nvPr/>
            </p:nvSpPr>
            <p:spPr>
              <a:xfrm>
                <a:off x="4264359" y="4030857"/>
                <a:ext cx="115845" cy="135408"/>
              </a:xfrm>
              <a:custGeom>
                <a:rect b="b" l="l" r="r" t="t"/>
                <a:pathLst>
                  <a:path extrusionOk="0" h="4859" w="4157">
                    <a:moveTo>
                      <a:pt x="811" y="1"/>
                    </a:moveTo>
                    <a:lnTo>
                      <a:pt x="1" y="656"/>
                    </a:lnTo>
                    <a:lnTo>
                      <a:pt x="3347" y="4858"/>
                    </a:lnTo>
                    <a:lnTo>
                      <a:pt x="4156" y="4204"/>
                    </a:lnTo>
                    <a:lnTo>
                      <a:pt x="8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22"/>
              <p:cNvSpPr/>
              <p:nvPr/>
            </p:nvSpPr>
            <p:spPr>
              <a:xfrm>
                <a:off x="4051681" y="3888849"/>
                <a:ext cx="148367" cy="81317"/>
              </a:xfrm>
              <a:custGeom>
                <a:rect b="b" l="l" r="r" t="t"/>
                <a:pathLst>
                  <a:path extrusionOk="0" h="2918" w="5324">
                    <a:moveTo>
                      <a:pt x="168" y="1"/>
                    </a:moveTo>
                    <a:lnTo>
                      <a:pt x="1" y="1013"/>
                    </a:lnTo>
                    <a:cubicBezTo>
                      <a:pt x="215" y="1061"/>
                      <a:pt x="430" y="1072"/>
                      <a:pt x="632" y="1132"/>
                    </a:cubicBezTo>
                    <a:lnTo>
                      <a:pt x="1251" y="1299"/>
                    </a:lnTo>
                    <a:cubicBezTo>
                      <a:pt x="1680" y="1382"/>
                      <a:pt x="2073" y="1561"/>
                      <a:pt x="2477" y="1703"/>
                    </a:cubicBezTo>
                    <a:cubicBezTo>
                      <a:pt x="2680" y="1763"/>
                      <a:pt x="2870" y="1870"/>
                      <a:pt x="3061" y="1965"/>
                    </a:cubicBezTo>
                    <a:lnTo>
                      <a:pt x="3632" y="2239"/>
                    </a:lnTo>
                    <a:cubicBezTo>
                      <a:pt x="4001" y="2465"/>
                      <a:pt x="4371" y="2680"/>
                      <a:pt x="4728" y="2918"/>
                    </a:cubicBezTo>
                    <a:lnTo>
                      <a:pt x="5323" y="2061"/>
                    </a:lnTo>
                    <a:cubicBezTo>
                      <a:pt x="4930" y="1811"/>
                      <a:pt x="4537" y="1561"/>
                      <a:pt x="4132" y="1334"/>
                    </a:cubicBezTo>
                    <a:lnTo>
                      <a:pt x="3501" y="1025"/>
                    </a:lnTo>
                    <a:cubicBezTo>
                      <a:pt x="3287" y="930"/>
                      <a:pt x="3085" y="811"/>
                      <a:pt x="2858" y="739"/>
                    </a:cubicBezTo>
                    <a:cubicBezTo>
                      <a:pt x="2418" y="584"/>
                      <a:pt x="1989" y="394"/>
                      <a:pt x="1537" y="299"/>
                    </a:cubicBezTo>
                    <a:lnTo>
                      <a:pt x="858" y="120"/>
                    </a:lnTo>
                    <a:cubicBezTo>
                      <a:pt x="632" y="60"/>
                      <a:pt x="394" y="37"/>
                      <a:pt x="16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22"/>
              <p:cNvSpPr/>
              <p:nvPr/>
            </p:nvSpPr>
            <p:spPr>
              <a:xfrm>
                <a:off x="3792243" y="3889853"/>
                <a:ext cx="147335" cy="84634"/>
              </a:xfrm>
              <a:custGeom>
                <a:rect b="b" l="l" r="r" t="t"/>
                <a:pathLst>
                  <a:path extrusionOk="0" h="3037" w="5287">
                    <a:moveTo>
                      <a:pt x="5096" y="1"/>
                    </a:moveTo>
                    <a:cubicBezTo>
                      <a:pt x="3263" y="346"/>
                      <a:pt x="1512" y="1108"/>
                      <a:pt x="0" y="2203"/>
                    </a:cubicBezTo>
                    <a:lnTo>
                      <a:pt x="608" y="3037"/>
                    </a:lnTo>
                    <a:cubicBezTo>
                      <a:pt x="2001" y="2037"/>
                      <a:pt x="3608" y="1334"/>
                      <a:pt x="5287" y="1013"/>
                    </a:cubicBezTo>
                    <a:lnTo>
                      <a:pt x="509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22"/>
              <p:cNvSpPr/>
              <p:nvPr/>
            </p:nvSpPr>
            <p:spPr>
              <a:xfrm>
                <a:off x="3582213" y="4024225"/>
                <a:ext cx="135074" cy="115817"/>
              </a:xfrm>
              <a:custGeom>
                <a:rect b="b" l="l" r="r" t="t"/>
                <a:pathLst>
                  <a:path extrusionOk="0" h="4156" w="4847">
                    <a:moveTo>
                      <a:pt x="4204" y="1"/>
                    </a:moveTo>
                    <a:lnTo>
                      <a:pt x="2096" y="1667"/>
                    </a:lnTo>
                    <a:lnTo>
                      <a:pt x="1" y="3346"/>
                    </a:lnTo>
                    <a:lnTo>
                      <a:pt x="644" y="4156"/>
                    </a:lnTo>
                    <a:lnTo>
                      <a:pt x="2751" y="2477"/>
                    </a:lnTo>
                    <a:lnTo>
                      <a:pt x="2763" y="2465"/>
                    </a:lnTo>
                    <a:cubicBezTo>
                      <a:pt x="2775" y="2465"/>
                      <a:pt x="2775" y="2465"/>
                      <a:pt x="2787" y="2453"/>
                    </a:cubicBezTo>
                    <a:lnTo>
                      <a:pt x="2799" y="2453"/>
                    </a:lnTo>
                    <a:cubicBezTo>
                      <a:pt x="2811" y="2441"/>
                      <a:pt x="2822" y="2418"/>
                      <a:pt x="2834" y="2406"/>
                    </a:cubicBezTo>
                    <a:lnTo>
                      <a:pt x="4846"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22"/>
              <p:cNvSpPr/>
              <p:nvPr/>
            </p:nvSpPr>
            <p:spPr>
              <a:xfrm>
                <a:off x="3373186" y="4190449"/>
                <a:ext cx="135074" cy="115817"/>
              </a:xfrm>
              <a:custGeom>
                <a:rect b="b" l="l" r="r" t="t"/>
                <a:pathLst>
                  <a:path extrusionOk="0" h="4156" w="4847">
                    <a:moveTo>
                      <a:pt x="4204" y="1"/>
                    </a:moveTo>
                    <a:lnTo>
                      <a:pt x="1" y="3346"/>
                    </a:lnTo>
                    <a:lnTo>
                      <a:pt x="644" y="4156"/>
                    </a:lnTo>
                    <a:lnTo>
                      <a:pt x="4847"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22"/>
              <p:cNvSpPr/>
              <p:nvPr/>
            </p:nvSpPr>
            <p:spPr>
              <a:xfrm>
                <a:off x="2954797" y="4523567"/>
                <a:ext cx="135074" cy="115817"/>
              </a:xfrm>
              <a:custGeom>
                <a:rect b="b" l="l" r="r" t="t"/>
                <a:pathLst>
                  <a:path extrusionOk="0" h="4156" w="4847">
                    <a:moveTo>
                      <a:pt x="4204" y="0"/>
                    </a:moveTo>
                    <a:lnTo>
                      <a:pt x="1" y="3334"/>
                    </a:lnTo>
                    <a:lnTo>
                      <a:pt x="644" y="4156"/>
                    </a:lnTo>
                    <a:lnTo>
                      <a:pt x="4847" y="810"/>
                    </a:lnTo>
                    <a:lnTo>
                      <a:pt x="420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22"/>
              <p:cNvSpPr/>
              <p:nvPr/>
            </p:nvSpPr>
            <p:spPr>
              <a:xfrm>
                <a:off x="2954491" y="4523567"/>
                <a:ext cx="135046" cy="115817"/>
              </a:xfrm>
              <a:custGeom>
                <a:rect b="b" l="l" r="r" t="t"/>
                <a:pathLst>
                  <a:path extrusionOk="0" h="4156" w="4846">
                    <a:moveTo>
                      <a:pt x="4203" y="0"/>
                    </a:moveTo>
                    <a:lnTo>
                      <a:pt x="0" y="3346"/>
                    </a:lnTo>
                    <a:lnTo>
                      <a:pt x="643" y="4156"/>
                    </a:lnTo>
                    <a:lnTo>
                      <a:pt x="4846" y="810"/>
                    </a:lnTo>
                    <a:lnTo>
                      <a:pt x="42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22"/>
              <p:cNvSpPr/>
              <p:nvPr/>
            </p:nvSpPr>
            <p:spPr>
              <a:xfrm>
                <a:off x="3163824" y="4357008"/>
                <a:ext cx="135074" cy="115817"/>
              </a:xfrm>
              <a:custGeom>
                <a:rect b="b" l="l" r="r" t="t"/>
                <a:pathLst>
                  <a:path extrusionOk="0" h="4156" w="4847">
                    <a:moveTo>
                      <a:pt x="4204" y="1"/>
                    </a:moveTo>
                    <a:lnTo>
                      <a:pt x="2096" y="1679"/>
                    </a:lnTo>
                    <a:lnTo>
                      <a:pt x="1" y="3346"/>
                    </a:lnTo>
                    <a:lnTo>
                      <a:pt x="644" y="4156"/>
                    </a:lnTo>
                    <a:lnTo>
                      <a:pt x="2751" y="2489"/>
                    </a:lnTo>
                    <a:lnTo>
                      <a:pt x="4847"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22"/>
              <p:cNvSpPr/>
              <p:nvPr/>
            </p:nvSpPr>
            <p:spPr>
              <a:xfrm>
                <a:off x="3372851" y="4190784"/>
                <a:ext cx="135074" cy="115817"/>
              </a:xfrm>
              <a:custGeom>
                <a:rect b="b" l="l" r="r" t="t"/>
                <a:pathLst>
                  <a:path extrusionOk="0" h="4156" w="4847">
                    <a:moveTo>
                      <a:pt x="4204" y="1"/>
                    </a:moveTo>
                    <a:lnTo>
                      <a:pt x="1" y="3346"/>
                    </a:lnTo>
                    <a:lnTo>
                      <a:pt x="644" y="4156"/>
                    </a:lnTo>
                    <a:lnTo>
                      <a:pt x="4847"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22"/>
              <p:cNvSpPr/>
              <p:nvPr/>
            </p:nvSpPr>
            <p:spPr>
              <a:xfrm>
                <a:off x="2346303" y="4999026"/>
                <a:ext cx="135074" cy="115817"/>
              </a:xfrm>
              <a:custGeom>
                <a:rect b="b" l="l" r="r" t="t"/>
                <a:pathLst>
                  <a:path extrusionOk="0" h="4156" w="4847">
                    <a:moveTo>
                      <a:pt x="4204" y="0"/>
                    </a:moveTo>
                    <a:lnTo>
                      <a:pt x="1" y="3346"/>
                    </a:lnTo>
                    <a:lnTo>
                      <a:pt x="644" y="4155"/>
                    </a:lnTo>
                    <a:lnTo>
                      <a:pt x="4847" y="810"/>
                    </a:lnTo>
                    <a:lnTo>
                      <a:pt x="420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22"/>
              <p:cNvSpPr/>
              <p:nvPr/>
            </p:nvSpPr>
            <p:spPr>
              <a:xfrm>
                <a:off x="2555664" y="4832468"/>
                <a:ext cx="135074" cy="115817"/>
              </a:xfrm>
              <a:custGeom>
                <a:rect b="b" l="l" r="r" t="t"/>
                <a:pathLst>
                  <a:path extrusionOk="0" h="4156" w="4847">
                    <a:moveTo>
                      <a:pt x="4204" y="0"/>
                    </a:moveTo>
                    <a:lnTo>
                      <a:pt x="2096" y="1679"/>
                    </a:lnTo>
                    <a:lnTo>
                      <a:pt x="1" y="3346"/>
                    </a:lnTo>
                    <a:lnTo>
                      <a:pt x="644" y="4155"/>
                    </a:lnTo>
                    <a:lnTo>
                      <a:pt x="2739" y="2489"/>
                    </a:lnTo>
                    <a:lnTo>
                      <a:pt x="4847" y="822"/>
                    </a:lnTo>
                    <a:lnTo>
                      <a:pt x="420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22"/>
              <p:cNvSpPr/>
              <p:nvPr/>
            </p:nvSpPr>
            <p:spPr>
              <a:xfrm>
                <a:off x="2764691" y="4666243"/>
                <a:ext cx="135074" cy="115817"/>
              </a:xfrm>
              <a:custGeom>
                <a:rect b="b" l="l" r="r" t="t"/>
                <a:pathLst>
                  <a:path extrusionOk="0" h="4156" w="4847">
                    <a:moveTo>
                      <a:pt x="4204" y="0"/>
                    </a:moveTo>
                    <a:lnTo>
                      <a:pt x="1" y="3346"/>
                    </a:lnTo>
                    <a:lnTo>
                      <a:pt x="644" y="4155"/>
                    </a:lnTo>
                    <a:lnTo>
                      <a:pt x="4846" y="810"/>
                    </a:lnTo>
                    <a:lnTo>
                      <a:pt x="420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22"/>
              <p:cNvSpPr/>
              <p:nvPr/>
            </p:nvSpPr>
            <p:spPr>
              <a:xfrm>
                <a:off x="3582213" y="4024225"/>
                <a:ext cx="135074" cy="115817"/>
              </a:xfrm>
              <a:custGeom>
                <a:rect b="b" l="l" r="r" t="t"/>
                <a:pathLst>
                  <a:path extrusionOk="0" h="4156" w="4847">
                    <a:moveTo>
                      <a:pt x="4204" y="1"/>
                    </a:moveTo>
                    <a:lnTo>
                      <a:pt x="2096" y="1667"/>
                    </a:lnTo>
                    <a:lnTo>
                      <a:pt x="1" y="3346"/>
                    </a:lnTo>
                    <a:lnTo>
                      <a:pt x="644" y="4156"/>
                    </a:lnTo>
                    <a:lnTo>
                      <a:pt x="2751" y="2477"/>
                    </a:lnTo>
                    <a:lnTo>
                      <a:pt x="2763" y="2465"/>
                    </a:lnTo>
                    <a:cubicBezTo>
                      <a:pt x="2775" y="2465"/>
                      <a:pt x="2775" y="2465"/>
                      <a:pt x="2787" y="2453"/>
                    </a:cubicBezTo>
                    <a:lnTo>
                      <a:pt x="2799" y="2453"/>
                    </a:lnTo>
                    <a:cubicBezTo>
                      <a:pt x="2811" y="2441"/>
                      <a:pt x="2822" y="2418"/>
                      <a:pt x="2834" y="2406"/>
                    </a:cubicBezTo>
                    <a:lnTo>
                      <a:pt x="4846"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22"/>
              <p:cNvSpPr/>
              <p:nvPr/>
            </p:nvSpPr>
            <p:spPr>
              <a:xfrm>
                <a:off x="3792243" y="3889853"/>
                <a:ext cx="147335" cy="84634"/>
              </a:xfrm>
              <a:custGeom>
                <a:rect b="b" l="l" r="r" t="t"/>
                <a:pathLst>
                  <a:path extrusionOk="0" h="3037" w="5287">
                    <a:moveTo>
                      <a:pt x="5096" y="1"/>
                    </a:moveTo>
                    <a:cubicBezTo>
                      <a:pt x="3263" y="346"/>
                      <a:pt x="1512" y="1108"/>
                      <a:pt x="0" y="2203"/>
                    </a:cubicBezTo>
                    <a:lnTo>
                      <a:pt x="608" y="3037"/>
                    </a:lnTo>
                    <a:cubicBezTo>
                      <a:pt x="2001" y="2037"/>
                      <a:pt x="3608" y="1334"/>
                      <a:pt x="5287" y="1013"/>
                    </a:cubicBezTo>
                    <a:lnTo>
                      <a:pt x="509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22"/>
              <p:cNvSpPr/>
              <p:nvPr/>
            </p:nvSpPr>
            <p:spPr>
              <a:xfrm>
                <a:off x="4264024" y="4031192"/>
                <a:ext cx="115845" cy="135074"/>
              </a:xfrm>
              <a:custGeom>
                <a:rect b="b" l="l" r="r" t="t"/>
                <a:pathLst>
                  <a:path extrusionOk="0" h="4847" w="4157">
                    <a:moveTo>
                      <a:pt x="811" y="1"/>
                    </a:moveTo>
                    <a:lnTo>
                      <a:pt x="1" y="644"/>
                    </a:lnTo>
                    <a:lnTo>
                      <a:pt x="3347" y="4846"/>
                    </a:lnTo>
                    <a:lnTo>
                      <a:pt x="4156" y="4204"/>
                    </a:lnTo>
                    <a:lnTo>
                      <a:pt x="8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22"/>
              <p:cNvSpPr/>
              <p:nvPr/>
            </p:nvSpPr>
            <p:spPr>
              <a:xfrm>
                <a:off x="4430583" y="4240219"/>
                <a:ext cx="117824" cy="134071"/>
              </a:xfrm>
              <a:custGeom>
                <a:rect b="b" l="l" r="r" t="t"/>
                <a:pathLst>
                  <a:path extrusionOk="0" h="4811" w="4228">
                    <a:moveTo>
                      <a:pt x="811" y="1"/>
                    </a:moveTo>
                    <a:lnTo>
                      <a:pt x="1" y="644"/>
                    </a:lnTo>
                    <a:lnTo>
                      <a:pt x="1668" y="2739"/>
                    </a:lnTo>
                    <a:cubicBezTo>
                      <a:pt x="1668" y="2739"/>
                      <a:pt x="1680" y="2751"/>
                      <a:pt x="1680" y="2751"/>
                    </a:cubicBezTo>
                    <a:cubicBezTo>
                      <a:pt x="1954" y="3096"/>
                      <a:pt x="2227" y="3453"/>
                      <a:pt x="2549" y="3799"/>
                    </a:cubicBezTo>
                    <a:lnTo>
                      <a:pt x="3013" y="4323"/>
                    </a:lnTo>
                    <a:cubicBezTo>
                      <a:pt x="3168" y="4489"/>
                      <a:pt x="3347" y="4644"/>
                      <a:pt x="3513" y="4811"/>
                    </a:cubicBezTo>
                    <a:lnTo>
                      <a:pt x="4228" y="4049"/>
                    </a:lnTo>
                    <a:cubicBezTo>
                      <a:pt x="4073" y="3894"/>
                      <a:pt x="3906" y="3763"/>
                      <a:pt x="3751" y="3608"/>
                    </a:cubicBezTo>
                    <a:lnTo>
                      <a:pt x="3335" y="3120"/>
                    </a:lnTo>
                    <a:cubicBezTo>
                      <a:pt x="3049" y="2810"/>
                      <a:pt x="2763" y="2453"/>
                      <a:pt x="2489" y="2108"/>
                    </a:cubicBezTo>
                    <a:lnTo>
                      <a:pt x="8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22"/>
              <p:cNvSpPr/>
              <p:nvPr/>
            </p:nvSpPr>
            <p:spPr>
              <a:xfrm>
                <a:off x="4630330" y="4414748"/>
                <a:ext cx="151655" cy="56822"/>
              </a:xfrm>
              <a:custGeom>
                <a:rect b="b" l="l" r="r" t="t"/>
                <a:pathLst>
                  <a:path extrusionOk="0" h="2039" w="5442">
                    <a:moveTo>
                      <a:pt x="405" y="0"/>
                    </a:moveTo>
                    <a:lnTo>
                      <a:pt x="0" y="953"/>
                    </a:lnTo>
                    <a:cubicBezTo>
                      <a:pt x="1626" y="1680"/>
                      <a:pt x="3403" y="2039"/>
                      <a:pt x="5187" y="2039"/>
                    </a:cubicBezTo>
                    <a:cubicBezTo>
                      <a:pt x="5272" y="2039"/>
                      <a:pt x="5357" y="2038"/>
                      <a:pt x="5442" y="2036"/>
                    </a:cubicBezTo>
                    <a:lnTo>
                      <a:pt x="5418" y="1000"/>
                    </a:lnTo>
                    <a:cubicBezTo>
                      <a:pt x="5359" y="1001"/>
                      <a:pt x="5300" y="1002"/>
                      <a:pt x="5241" y="1002"/>
                    </a:cubicBezTo>
                    <a:cubicBezTo>
                      <a:pt x="3585" y="1002"/>
                      <a:pt x="1923" y="679"/>
                      <a:pt x="40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22"/>
              <p:cNvSpPr/>
              <p:nvPr/>
            </p:nvSpPr>
            <p:spPr>
              <a:xfrm>
                <a:off x="4891775" y="4346056"/>
                <a:ext cx="140369" cy="103556"/>
              </a:xfrm>
              <a:custGeom>
                <a:rect b="b" l="l" r="r" t="t"/>
                <a:pathLst>
                  <a:path extrusionOk="0" h="3716" w="5037">
                    <a:moveTo>
                      <a:pt x="4311" y="1"/>
                    </a:moveTo>
                    <a:cubicBezTo>
                      <a:pt x="4001" y="298"/>
                      <a:pt x="3668" y="572"/>
                      <a:pt x="3346" y="858"/>
                    </a:cubicBezTo>
                    <a:cubicBezTo>
                      <a:pt x="3001" y="1108"/>
                      <a:pt x="2656" y="1358"/>
                      <a:pt x="2299" y="1608"/>
                    </a:cubicBezTo>
                    <a:cubicBezTo>
                      <a:pt x="1929" y="1810"/>
                      <a:pt x="1560" y="2049"/>
                      <a:pt x="1179" y="2239"/>
                    </a:cubicBezTo>
                    <a:lnTo>
                      <a:pt x="596" y="2501"/>
                    </a:lnTo>
                    <a:cubicBezTo>
                      <a:pt x="394" y="2584"/>
                      <a:pt x="203" y="2680"/>
                      <a:pt x="1" y="2739"/>
                    </a:cubicBezTo>
                    <a:lnTo>
                      <a:pt x="358" y="3715"/>
                    </a:lnTo>
                    <a:cubicBezTo>
                      <a:pt x="584" y="3644"/>
                      <a:pt x="786" y="3537"/>
                      <a:pt x="1001" y="3453"/>
                    </a:cubicBezTo>
                    <a:lnTo>
                      <a:pt x="1644" y="3168"/>
                    </a:lnTo>
                    <a:cubicBezTo>
                      <a:pt x="2060" y="2953"/>
                      <a:pt x="2453" y="2703"/>
                      <a:pt x="2858" y="2477"/>
                    </a:cubicBezTo>
                    <a:cubicBezTo>
                      <a:pt x="3239" y="2215"/>
                      <a:pt x="3620" y="1941"/>
                      <a:pt x="4001" y="1668"/>
                    </a:cubicBezTo>
                    <a:cubicBezTo>
                      <a:pt x="4346" y="1358"/>
                      <a:pt x="4704" y="1060"/>
                      <a:pt x="5037" y="739"/>
                    </a:cubicBezTo>
                    <a:lnTo>
                      <a:pt x="431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22"/>
              <p:cNvSpPr/>
              <p:nvPr/>
            </p:nvSpPr>
            <p:spPr>
              <a:xfrm>
                <a:off x="5076920" y="4116464"/>
                <a:ext cx="63064" cy="150986"/>
              </a:xfrm>
              <a:custGeom>
                <a:rect b="b" l="l" r="r" t="t"/>
                <a:pathLst>
                  <a:path extrusionOk="0" h="5418" w="2263">
                    <a:moveTo>
                      <a:pt x="1215" y="1"/>
                    </a:moveTo>
                    <a:cubicBezTo>
                      <a:pt x="1167" y="1715"/>
                      <a:pt x="750" y="3418"/>
                      <a:pt x="0" y="4965"/>
                    </a:cubicBezTo>
                    <a:lnTo>
                      <a:pt x="941" y="5418"/>
                    </a:lnTo>
                    <a:cubicBezTo>
                      <a:pt x="1751" y="3739"/>
                      <a:pt x="2203" y="1894"/>
                      <a:pt x="2262" y="24"/>
                    </a:cubicBezTo>
                    <a:lnTo>
                      <a:pt x="121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22"/>
              <p:cNvSpPr/>
              <p:nvPr/>
            </p:nvSpPr>
            <p:spPr>
              <a:xfrm>
                <a:off x="4857276" y="3653293"/>
                <a:ext cx="115483" cy="135408"/>
              </a:xfrm>
              <a:custGeom>
                <a:rect b="b" l="l" r="r" t="t"/>
                <a:pathLst>
                  <a:path extrusionOk="0" h="4859" w="4144">
                    <a:moveTo>
                      <a:pt x="810" y="0"/>
                    </a:moveTo>
                    <a:lnTo>
                      <a:pt x="0" y="643"/>
                    </a:lnTo>
                    <a:lnTo>
                      <a:pt x="3334" y="4858"/>
                    </a:lnTo>
                    <a:lnTo>
                      <a:pt x="4144" y="4215"/>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22"/>
              <p:cNvSpPr/>
              <p:nvPr/>
            </p:nvSpPr>
            <p:spPr>
              <a:xfrm>
                <a:off x="4691052" y="3443932"/>
                <a:ext cx="115817" cy="135408"/>
              </a:xfrm>
              <a:custGeom>
                <a:rect b="b" l="l" r="r" t="t"/>
                <a:pathLst>
                  <a:path extrusionOk="0" h="4859" w="4156">
                    <a:moveTo>
                      <a:pt x="822" y="1"/>
                    </a:moveTo>
                    <a:lnTo>
                      <a:pt x="0" y="644"/>
                    </a:lnTo>
                    <a:lnTo>
                      <a:pt x="1667" y="2751"/>
                    </a:lnTo>
                    <a:lnTo>
                      <a:pt x="3346" y="4858"/>
                    </a:lnTo>
                    <a:lnTo>
                      <a:pt x="4156" y="4215"/>
                    </a:lnTo>
                    <a:lnTo>
                      <a:pt x="2489" y="2108"/>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22"/>
              <p:cNvSpPr/>
              <p:nvPr/>
            </p:nvSpPr>
            <p:spPr>
              <a:xfrm>
                <a:off x="4524828" y="3234570"/>
                <a:ext cx="115817" cy="135074"/>
              </a:xfrm>
              <a:custGeom>
                <a:rect b="b" l="l" r="r" t="t"/>
                <a:pathLst>
                  <a:path extrusionOk="0" h="4847" w="4156">
                    <a:moveTo>
                      <a:pt x="822" y="1"/>
                    </a:moveTo>
                    <a:lnTo>
                      <a:pt x="0" y="644"/>
                    </a:lnTo>
                    <a:lnTo>
                      <a:pt x="3346" y="4847"/>
                    </a:lnTo>
                    <a:lnTo>
                      <a:pt x="4156" y="4204"/>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22"/>
              <p:cNvSpPr/>
              <p:nvPr/>
            </p:nvSpPr>
            <p:spPr>
              <a:xfrm>
                <a:off x="4358938" y="3024902"/>
                <a:ext cx="115817" cy="135380"/>
              </a:xfrm>
              <a:custGeom>
                <a:rect b="b" l="l" r="r" t="t"/>
                <a:pathLst>
                  <a:path extrusionOk="0" h="4858" w="4156">
                    <a:moveTo>
                      <a:pt x="810" y="0"/>
                    </a:moveTo>
                    <a:lnTo>
                      <a:pt x="0" y="655"/>
                    </a:lnTo>
                    <a:lnTo>
                      <a:pt x="1667" y="2750"/>
                    </a:lnTo>
                    <a:lnTo>
                      <a:pt x="3334" y="4858"/>
                    </a:lnTo>
                    <a:lnTo>
                      <a:pt x="4155" y="4215"/>
                    </a:lnTo>
                    <a:lnTo>
                      <a:pt x="2489" y="2107"/>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22"/>
              <p:cNvSpPr/>
              <p:nvPr/>
            </p:nvSpPr>
            <p:spPr>
              <a:xfrm>
                <a:off x="4193355" y="2815540"/>
                <a:ext cx="115176" cy="135380"/>
              </a:xfrm>
              <a:custGeom>
                <a:rect b="b" l="l" r="r" t="t"/>
                <a:pathLst>
                  <a:path extrusionOk="0" h="4858" w="4133">
                    <a:moveTo>
                      <a:pt x="858" y="0"/>
                    </a:moveTo>
                    <a:lnTo>
                      <a:pt x="1" y="584"/>
                    </a:lnTo>
                    <a:lnTo>
                      <a:pt x="406" y="1143"/>
                    </a:lnTo>
                    <a:cubicBezTo>
                      <a:pt x="537" y="1346"/>
                      <a:pt x="680" y="1524"/>
                      <a:pt x="822" y="1703"/>
                    </a:cubicBezTo>
                    <a:lnTo>
                      <a:pt x="1656" y="2751"/>
                    </a:lnTo>
                    <a:lnTo>
                      <a:pt x="3323" y="4858"/>
                    </a:lnTo>
                    <a:lnTo>
                      <a:pt x="4132" y="4215"/>
                    </a:lnTo>
                    <a:lnTo>
                      <a:pt x="2466" y="2108"/>
                    </a:lnTo>
                    <a:lnTo>
                      <a:pt x="1632" y="1060"/>
                    </a:lnTo>
                    <a:cubicBezTo>
                      <a:pt x="1489" y="881"/>
                      <a:pt x="1358" y="703"/>
                      <a:pt x="1239" y="524"/>
                    </a:cubicBezTo>
                    <a:lnTo>
                      <a:pt x="85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22"/>
              <p:cNvSpPr/>
              <p:nvPr/>
            </p:nvSpPr>
            <p:spPr>
              <a:xfrm>
                <a:off x="4179421" y="2336096"/>
                <a:ext cx="120471" cy="129445"/>
              </a:xfrm>
              <a:custGeom>
                <a:rect b="b" l="l" r="r" t="t"/>
                <a:pathLst>
                  <a:path extrusionOk="0" h="4645" w="4323">
                    <a:moveTo>
                      <a:pt x="3716" y="1"/>
                    </a:moveTo>
                    <a:cubicBezTo>
                      <a:pt x="2204" y="1096"/>
                      <a:pt x="930" y="2513"/>
                      <a:pt x="1" y="4132"/>
                    </a:cubicBezTo>
                    <a:lnTo>
                      <a:pt x="906" y="4644"/>
                    </a:lnTo>
                    <a:cubicBezTo>
                      <a:pt x="1751" y="3144"/>
                      <a:pt x="2930" y="1846"/>
                      <a:pt x="4323" y="834"/>
                    </a:cubicBezTo>
                    <a:lnTo>
                      <a:pt x="371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22"/>
              <p:cNvSpPr/>
              <p:nvPr/>
            </p:nvSpPr>
            <p:spPr>
              <a:xfrm>
                <a:off x="4391765" y="2266680"/>
                <a:ext cx="154330" cy="42916"/>
              </a:xfrm>
              <a:custGeom>
                <a:rect b="b" l="l" r="r" t="t"/>
                <a:pathLst>
                  <a:path extrusionOk="0" h="1540" w="5538">
                    <a:moveTo>
                      <a:pt x="3945" y="1"/>
                    </a:moveTo>
                    <a:cubicBezTo>
                      <a:pt x="3547" y="1"/>
                      <a:pt x="3149" y="27"/>
                      <a:pt x="2751" y="27"/>
                    </a:cubicBezTo>
                    <a:cubicBezTo>
                      <a:pt x="2287" y="87"/>
                      <a:pt x="1823" y="134"/>
                      <a:pt x="1358" y="218"/>
                    </a:cubicBezTo>
                    <a:lnTo>
                      <a:pt x="680" y="372"/>
                    </a:lnTo>
                    <a:cubicBezTo>
                      <a:pt x="453" y="420"/>
                      <a:pt x="227" y="468"/>
                      <a:pt x="1" y="551"/>
                    </a:cubicBezTo>
                    <a:lnTo>
                      <a:pt x="299" y="1539"/>
                    </a:lnTo>
                    <a:cubicBezTo>
                      <a:pt x="501" y="1468"/>
                      <a:pt x="715" y="1432"/>
                      <a:pt x="930" y="1373"/>
                    </a:cubicBezTo>
                    <a:lnTo>
                      <a:pt x="1549" y="1230"/>
                    </a:lnTo>
                    <a:cubicBezTo>
                      <a:pt x="1977" y="1158"/>
                      <a:pt x="2406" y="1123"/>
                      <a:pt x="2823" y="1063"/>
                    </a:cubicBezTo>
                    <a:cubicBezTo>
                      <a:pt x="3190" y="1063"/>
                      <a:pt x="3566" y="1037"/>
                      <a:pt x="3929" y="1037"/>
                    </a:cubicBezTo>
                    <a:cubicBezTo>
                      <a:pt x="3989" y="1037"/>
                      <a:pt x="4049" y="1037"/>
                      <a:pt x="4109" y="1039"/>
                    </a:cubicBezTo>
                    <a:lnTo>
                      <a:pt x="4751" y="1087"/>
                    </a:lnTo>
                    <a:lnTo>
                      <a:pt x="5073" y="1111"/>
                    </a:lnTo>
                    <a:cubicBezTo>
                      <a:pt x="5180" y="1123"/>
                      <a:pt x="5287" y="1134"/>
                      <a:pt x="5394" y="1158"/>
                    </a:cubicBezTo>
                    <a:lnTo>
                      <a:pt x="5537" y="134"/>
                    </a:lnTo>
                    <a:cubicBezTo>
                      <a:pt x="5418" y="111"/>
                      <a:pt x="5311" y="87"/>
                      <a:pt x="5192" y="75"/>
                    </a:cubicBezTo>
                    <a:lnTo>
                      <a:pt x="4847" y="51"/>
                    </a:lnTo>
                    <a:lnTo>
                      <a:pt x="4144" y="3"/>
                    </a:lnTo>
                    <a:cubicBezTo>
                      <a:pt x="4078" y="2"/>
                      <a:pt x="4012" y="1"/>
                      <a:pt x="394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22"/>
              <p:cNvSpPr/>
              <p:nvPr/>
            </p:nvSpPr>
            <p:spPr>
              <a:xfrm>
                <a:off x="4132327" y="2565688"/>
                <a:ext cx="39516" cy="154665"/>
              </a:xfrm>
              <a:custGeom>
                <a:rect b="b" l="l" r="r" t="t"/>
                <a:pathLst>
                  <a:path extrusionOk="0" h="5550" w="1418">
                    <a:moveTo>
                      <a:pt x="215" y="1"/>
                    </a:moveTo>
                    <a:lnTo>
                      <a:pt x="107" y="691"/>
                    </a:lnTo>
                    <a:cubicBezTo>
                      <a:pt x="60" y="930"/>
                      <a:pt x="60" y="1156"/>
                      <a:pt x="48" y="1394"/>
                    </a:cubicBezTo>
                    <a:lnTo>
                      <a:pt x="0" y="2084"/>
                    </a:lnTo>
                    <a:lnTo>
                      <a:pt x="24" y="2787"/>
                    </a:lnTo>
                    <a:cubicBezTo>
                      <a:pt x="36" y="3025"/>
                      <a:pt x="24" y="3251"/>
                      <a:pt x="60" y="3489"/>
                    </a:cubicBezTo>
                    <a:lnTo>
                      <a:pt x="143" y="4180"/>
                    </a:lnTo>
                    <a:cubicBezTo>
                      <a:pt x="179" y="4644"/>
                      <a:pt x="322" y="5097"/>
                      <a:pt x="405" y="5549"/>
                    </a:cubicBezTo>
                    <a:lnTo>
                      <a:pt x="1417" y="5299"/>
                    </a:lnTo>
                    <a:cubicBezTo>
                      <a:pt x="1334" y="4871"/>
                      <a:pt x="1203" y="4466"/>
                      <a:pt x="1167" y="4037"/>
                    </a:cubicBezTo>
                    <a:lnTo>
                      <a:pt x="1084" y="3394"/>
                    </a:lnTo>
                    <a:cubicBezTo>
                      <a:pt x="1048" y="3180"/>
                      <a:pt x="1072" y="2966"/>
                      <a:pt x="1060" y="2751"/>
                    </a:cubicBezTo>
                    <a:lnTo>
                      <a:pt x="1036" y="2108"/>
                    </a:lnTo>
                    <a:lnTo>
                      <a:pt x="1072" y="1465"/>
                    </a:lnTo>
                    <a:cubicBezTo>
                      <a:pt x="1096" y="1251"/>
                      <a:pt x="1096" y="1037"/>
                      <a:pt x="1131" y="822"/>
                    </a:cubicBezTo>
                    <a:lnTo>
                      <a:pt x="1238" y="191"/>
                    </a:lnTo>
                    <a:lnTo>
                      <a:pt x="21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22"/>
              <p:cNvSpPr/>
              <p:nvPr/>
            </p:nvSpPr>
            <p:spPr>
              <a:xfrm>
                <a:off x="4649252" y="2306919"/>
                <a:ext cx="132398" cy="116152"/>
              </a:xfrm>
              <a:custGeom>
                <a:rect b="b" l="l" r="r" t="t"/>
                <a:pathLst>
                  <a:path extrusionOk="0" h="4168" w="4751">
                    <a:moveTo>
                      <a:pt x="464" y="0"/>
                    </a:moveTo>
                    <a:lnTo>
                      <a:pt x="0" y="929"/>
                    </a:lnTo>
                    <a:cubicBezTo>
                      <a:pt x="1524" y="1703"/>
                      <a:pt x="2881" y="2810"/>
                      <a:pt x="3941" y="4167"/>
                    </a:cubicBezTo>
                    <a:lnTo>
                      <a:pt x="4751" y="3524"/>
                    </a:lnTo>
                    <a:cubicBezTo>
                      <a:pt x="3608" y="2060"/>
                      <a:pt x="2131" y="845"/>
                      <a:pt x="46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22"/>
              <p:cNvSpPr/>
              <p:nvPr/>
            </p:nvSpPr>
            <p:spPr>
              <a:xfrm>
                <a:off x="4832391" y="2497360"/>
                <a:ext cx="115817" cy="135074"/>
              </a:xfrm>
              <a:custGeom>
                <a:rect b="b" l="l" r="r" t="t"/>
                <a:pathLst>
                  <a:path extrusionOk="0" h="4847" w="4156">
                    <a:moveTo>
                      <a:pt x="810" y="0"/>
                    </a:moveTo>
                    <a:lnTo>
                      <a:pt x="0" y="643"/>
                    </a:lnTo>
                    <a:lnTo>
                      <a:pt x="1643" y="2703"/>
                    </a:lnTo>
                    <a:cubicBezTo>
                      <a:pt x="1643" y="2727"/>
                      <a:pt x="1655" y="2739"/>
                      <a:pt x="1667" y="2751"/>
                    </a:cubicBezTo>
                    <a:cubicBezTo>
                      <a:pt x="1679" y="2762"/>
                      <a:pt x="1691" y="2774"/>
                      <a:pt x="1703" y="2774"/>
                    </a:cubicBezTo>
                    <a:lnTo>
                      <a:pt x="3346" y="4846"/>
                    </a:lnTo>
                    <a:lnTo>
                      <a:pt x="4156" y="4203"/>
                    </a:lnTo>
                    <a:lnTo>
                      <a:pt x="2489" y="2096"/>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22"/>
              <p:cNvSpPr/>
              <p:nvPr/>
            </p:nvSpPr>
            <p:spPr>
              <a:xfrm>
                <a:off x="4998615" y="2706721"/>
                <a:ext cx="115817" cy="135046"/>
              </a:xfrm>
              <a:custGeom>
                <a:rect b="b" l="l" r="r" t="t"/>
                <a:pathLst>
                  <a:path extrusionOk="0" h="4846" w="4156">
                    <a:moveTo>
                      <a:pt x="810" y="0"/>
                    </a:moveTo>
                    <a:lnTo>
                      <a:pt x="0" y="643"/>
                    </a:lnTo>
                    <a:lnTo>
                      <a:pt x="3346" y="4846"/>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22"/>
              <p:cNvSpPr/>
              <p:nvPr/>
            </p:nvSpPr>
            <p:spPr>
              <a:xfrm>
                <a:off x="5165174" y="2915414"/>
                <a:ext cx="115817" cy="135380"/>
              </a:xfrm>
              <a:custGeom>
                <a:rect b="b" l="l" r="r" t="t"/>
                <a:pathLst>
                  <a:path extrusionOk="0" h="4858" w="4156">
                    <a:moveTo>
                      <a:pt x="810" y="0"/>
                    </a:moveTo>
                    <a:lnTo>
                      <a:pt x="0" y="655"/>
                    </a:lnTo>
                    <a:lnTo>
                      <a:pt x="1679" y="2750"/>
                    </a:lnTo>
                    <a:lnTo>
                      <a:pt x="3346" y="4858"/>
                    </a:lnTo>
                    <a:lnTo>
                      <a:pt x="4156" y="4215"/>
                    </a:lnTo>
                    <a:lnTo>
                      <a:pt x="2489" y="2107"/>
                    </a:lnTo>
                    <a:cubicBezTo>
                      <a:pt x="2489" y="2107"/>
                      <a:pt x="2489" y="2107"/>
                      <a:pt x="2477" y="2096"/>
                    </a:cubicBez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22"/>
              <p:cNvSpPr/>
              <p:nvPr/>
            </p:nvSpPr>
            <p:spPr>
              <a:xfrm>
                <a:off x="4470404" y="2296302"/>
                <a:ext cx="28" cy="0"/>
              </a:xfrm>
              <a:custGeom>
                <a:rect b="b" l="l" r="r" t="t"/>
                <a:pathLst>
                  <a:path extrusionOk="0" h="120000" w="1">
                    <a:moveTo>
                      <a:pt x="1"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22"/>
              <p:cNvSpPr/>
              <p:nvPr/>
            </p:nvSpPr>
            <p:spPr>
              <a:xfrm>
                <a:off x="4470404" y="2296302"/>
                <a:ext cx="28" cy="0"/>
              </a:xfrm>
              <a:custGeom>
                <a:rect b="b" l="l" r="r" t="t"/>
                <a:pathLst>
                  <a:path extrusionOk="0" fill="none" h="120000" w="1">
                    <a:moveTo>
                      <a:pt x="1" y="0"/>
                    </a:moveTo>
                    <a:lnTo>
                      <a:pt x="1" y="0"/>
                    </a:ln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22"/>
              <p:cNvSpPr/>
              <p:nvPr/>
            </p:nvSpPr>
            <p:spPr>
              <a:xfrm>
                <a:off x="5331398" y="3124748"/>
                <a:ext cx="115817" cy="135408"/>
              </a:xfrm>
              <a:custGeom>
                <a:rect b="b" l="l" r="r" t="t"/>
                <a:pathLst>
                  <a:path extrusionOk="0" h="4859" w="4156">
                    <a:moveTo>
                      <a:pt x="810" y="1"/>
                    </a:moveTo>
                    <a:lnTo>
                      <a:pt x="0" y="656"/>
                    </a:lnTo>
                    <a:lnTo>
                      <a:pt x="3346" y="4859"/>
                    </a:lnTo>
                    <a:lnTo>
                      <a:pt x="4156"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22"/>
              <p:cNvSpPr/>
              <p:nvPr/>
            </p:nvSpPr>
            <p:spPr>
              <a:xfrm>
                <a:off x="5684411" y="3523574"/>
                <a:ext cx="149676" cy="74685"/>
              </a:xfrm>
              <a:custGeom>
                <a:rect b="b" l="l" r="r" t="t"/>
                <a:pathLst>
                  <a:path extrusionOk="0" h="2680" w="5371">
                    <a:moveTo>
                      <a:pt x="536" y="0"/>
                    </a:moveTo>
                    <a:lnTo>
                      <a:pt x="1" y="893"/>
                    </a:lnTo>
                    <a:cubicBezTo>
                      <a:pt x="1596" y="1846"/>
                      <a:pt x="3394" y="2465"/>
                      <a:pt x="5251" y="2679"/>
                    </a:cubicBezTo>
                    <a:lnTo>
                      <a:pt x="5370" y="1655"/>
                    </a:lnTo>
                    <a:cubicBezTo>
                      <a:pt x="3656" y="1453"/>
                      <a:pt x="2001" y="881"/>
                      <a:pt x="5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22"/>
              <p:cNvSpPr/>
              <p:nvPr/>
            </p:nvSpPr>
            <p:spPr>
              <a:xfrm>
                <a:off x="6157224" y="3295960"/>
                <a:ext cx="89260" cy="146360"/>
              </a:xfrm>
              <a:custGeom>
                <a:rect b="b" l="l" r="r" t="t"/>
                <a:pathLst>
                  <a:path extrusionOk="0" h="5252" w="3203">
                    <a:moveTo>
                      <a:pt x="2203" y="0"/>
                    </a:moveTo>
                    <a:cubicBezTo>
                      <a:pt x="1810" y="1679"/>
                      <a:pt x="1060" y="3263"/>
                      <a:pt x="0" y="4620"/>
                    </a:cubicBezTo>
                    <a:lnTo>
                      <a:pt x="822" y="5251"/>
                    </a:lnTo>
                    <a:cubicBezTo>
                      <a:pt x="1965" y="3775"/>
                      <a:pt x="2786" y="2048"/>
                      <a:pt x="3203" y="239"/>
                    </a:cubicBezTo>
                    <a:lnTo>
                      <a:pt x="22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22"/>
              <p:cNvSpPr/>
              <p:nvPr/>
            </p:nvSpPr>
            <p:spPr>
              <a:xfrm>
                <a:off x="6180436" y="3034181"/>
                <a:ext cx="73682" cy="150011"/>
              </a:xfrm>
              <a:custGeom>
                <a:rect b="b" l="l" r="r" t="t"/>
                <a:pathLst>
                  <a:path extrusionOk="0" h="5383" w="2644">
                    <a:moveTo>
                      <a:pt x="882" y="0"/>
                    </a:moveTo>
                    <a:lnTo>
                      <a:pt x="0" y="536"/>
                    </a:lnTo>
                    <a:lnTo>
                      <a:pt x="322" y="1096"/>
                    </a:lnTo>
                    <a:cubicBezTo>
                      <a:pt x="429" y="1274"/>
                      <a:pt x="501" y="1489"/>
                      <a:pt x="596" y="1679"/>
                    </a:cubicBezTo>
                    <a:lnTo>
                      <a:pt x="858" y="2263"/>
                    </a:lnTo>
                    <a:cubicBezTo>
                      <a:pt x="929" y="2465"/>
                      <a:pt x="989" y="2667"/>
                      <a:pt x="1060" y="2870"/>
                    </a:cubicBezTo>
                    <a:cubicBezTo>
                      <a:pt x="1132" y="3072"/>
                      <a:pt x="1203" y="3275"/>
                      <a:pt x="1263" y="3489"/>
                    </a:cubicBezTo>
                    <a:lnTo>
                      <a:pt x="1405" y="4108"/>
                    </a:lnTo>
                    <a:cubicBezTo>
                      <a:pt x="1513" y="4525"/>
                      <a:pt x="1560" y="4953"/>
                      <a:pt x="1608" y="5382"/>
                    </a:cubicBezTo>
                    <a:lnTo>
                      <a:pt x="2644" y="5275"/>
                    </a:lnTo>
                    <a:cubicBezTo>
                      <a:pt x="2584" y="4811"/>
                      <a:pt x="2537" y="4346"/>
                      <a:pt x="2417" y="3894"/>
                    </a:cubicBezTo>
                    <a:lnTo>
                      <a:pt x="2263" y="3215"/>
                    </a:lnTo>
                    <a:cubicBezTo>
                      <a:pt x="2203" y="2989"/>
                      <a:pt x="2120" y="2763"/>
                      <a:pt x="2048" y="2548"/>
                    </a:cubicBezTo>
                    <a:cubicBezTo>
                      <a:pt x="1977" y="2322"/>
                      <a:pt x="1905" y="2096"/>
                      <a:pt x="1822" y="1882"/>
                    </a:cubicBezTo>
                    <a:lnTo>
                      <a:pt x="1536" y="1239"/>
                    </a:lnTo>
                    <a:cubicBezTo>
                      <a:pt x="1429" y="1036"/>
                      <a:pt x="1358" y="810"/>
                      <a:pt x="1239" y="608"/>
                    </a:cubicBezTo>
                    <a:lnTo>
                      <a:pt x="88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22"/>
              <p:cNvSpPr/>
              <p:nvPr/>
            </p:nvSpPr>
            <p:spPr>
              <a:xfrm>
                <a:off x="6017863" y="2821169"/>
                <a:ext cx="115817" cy="135074"/>
              </a:xfrm>
              <a:custGeom>
                <a:rect b="b" l="l" r="r" t="t"/>
                <a:pathLst>
                  <a:path extrusionOk="0" h="4847" w="4156">
                    <a:moveTo>
                      <a:pt x="810" y="1"/>
                    </a:moveTo>
                    <a:lnTo>
                      <a:pt x="0" y="644"/>
                    </a:lnTo>
                    <a:lnTo>
                      <a:pt x="3346" y="4846"/>
                    </a:lnTo>
                    <a:lnTo>
                      <a:pt x="4156"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22"/>
              <p:cNvSpPr/>
              <p:nvPr/>
            </p:nvSpPr>
            <p:spPr>
              <a:xfrm>
                <a:off x="5685415" y="2403115"/>
                <a:ext cx="115817" cy="135074"/>
              </a:xfrm>
              <a:custGeom>
                <a:rect b="b" l="l" r="r" t="t"/>
                <a:pathLst>
                  <a:path extrusionOk="0" h="4847" w="4156">
                    <a:moveTo>
                      <a:pt x="810" y="1"/>
                    </a:moveTo>
                    <a:lnTo>
                      <a:pt x="0" y="644"/>
                    </a:lnTo>
                    <a:lnTo>
                      <a:pt x="3334" y="4847"/>
                    </a:lnTo>
                    <a:lnTo>
                      <a:pt x="4156" y="4204"/>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22"/>
              <p:cNvSpPr/>
              <p:nvPr/>
            </p:nvSpPr>
            <p:spPr>
              <a:xfrm>
                <a:off x="5352298" y="1984419"/>
                <a:ext cx="115817" cy="135380"/>
              </a:xfrm>
              <a:custGeom>
                <a:rect b="b" l="l" r="r" t="t"/>
                <a:pathLst>
                  <a:path extrusionOk="0" h="4858" w="4156">
                    <a:moveTo>
                      <a:pt x="810" y="0"/>
                    </a:moveTo>
                    <a:lnTo>
                      <a:pt x="0" y="655"/>
                    </a:lnTo>
                    <a:lnTo>
                      <a:pt x="3346" y="4858"/>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22"/>
              <p:cNvSpPr/>
              <p:nvPr/>
            </p:nvSpPr>
            <p:spPr>
              <a:xfrm>
                <a:off x="6013544" y="3539152"/>
                <a:ext cx="28" cy="362"/>
              </a:xfrm>
              <a:custGeom>
                <a:rect b="b" l="l" r="r" t="t"/>
                <a:pathLst>
                  <a:path extrusionOk="0" h="13" w="1">
                    <a:moveTo>
                      <a:pt x="1" y="1"/>
                    </a:moveTo>
                    <a:lnTo>
                      <a:pt x="1" y="13"/>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22"/>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22"/>
              <p:cNvSpPr/>
              <p:nvPr/>
            </p:nvSpPr>
            <p:spPr>
              <a:xfrm>
                <a:off x="6025833" y="3565709"/>
                <a:ext cx="1003" cy="1672"/>
              </a:xfrm>
              <a:custGeom>
                <a:rect b="b" l="l" r="r" t="t"/>
                <a:pathLst>
                  <a:path extrusionOk="0" h="60" w="36">
                    <a:moveTo>
                      <a:pt x="36" y="60"/>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22"/>
              <p:cNvSpPr/>
              <p:nvPr/>
            </p:nvSpPr>
            <p:spPr>
              <a:xfrm>
                <a:off x="5945856" y="3502340"/>
                <a:ext cx="146695" cy="88619"/>
              </a:xfrm>
              <a:custGeom>
                <a:rect b="b" l="l" r="r" t="t"/>
                <a:pathLst>
                  <a:path extrusionOk="0" h="3180" w="5264">
                    <a:moveTo>
                      <a:pt x="4632" y="0"/>
                    </a:moveTo>
                    <a:cubicBezTo>
                      <a:pt x="3942" y="524"/>
                      <a:pt x="3215" y="976"/>
                      <a:pt x="2430" y="1334"/>
                    </a:cubicBezTo>
                    <a:cubicBezTo>
                      <a:pt x="2037" y="1512"/>
                      <a:pt x="1656" y="1703"/>
                      <a:pt x="1239" y="1822"/>
                    </a:cubicBezTo>
                    <a:lnTo>
                      <a:pt x="632" y="2024"/>
                    </a:lnTo>
                    <a:cubicBezTo>
                      <a:pt x="429" y="2084"/>
                      <a:pt x="215" y="2119"/>
                      <a:pt x="1" y="2179"/>
                    </a:cubicBezTo>
                    <a:lnTo>
                      <a:pt x="239" y="3179"/>
                    </a:lnTo>
                    <a:cubicBezTo>
                      <a:pt x="465" y="3131"/>
                      <a:pt x="691" y="3084"/>
                      <a:pt x="918" y="3024"/>
                    </a:cubicBezTo>
                    <a:lnTo>
                      <a:pt x="1584" y="2798"/>
                    </a:lnTo>
                    <a:cubicBezTo>
                      <a:pt x="2025" y="2667"/>
                      <a:pt x="2453" y="2465"/>
                      <a:pt x="2870" y="2274"/>
                    </a:cubicBezTo>
                    <a:cubicBezTo>
                      <a:pt x="3716" y="1881"/>
                      <a:pt x="4513" y="1393"/>
                      <a:pt x="5263" y="834"/>
                    </a:cubicBezTo>
                    <a:lnTo>
                      <a:pt x="463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22"/>
              <p:cNvSpPr/>
              <p:nvPr/>
            </p:nvSpPr>
            <p:spPr>
              <a:xfrm>
                <a:off x="5851304" y="2612142"/>
                <a:ext cx="116152" cy="135408"/>
              </a:xfrm>
              <a:custGeom>
                <a:rect b="b" l="l" r="r" t="t"/>
                <a:pathLst>
                  <a:path extrusionOk="0" h="4859" w="4168">
                    <a:moveTo>
                      <a:pt x="822" y="1"/>
                    </a:moveTo>
                    <a:lnTo>
                      <a:pt x="0" y="656"/>
                    </a:lnTo>
                    <a:lnTo>
                      <a:pt x="1679" y="2751"/>
                    </a:lnTo>
                    <a:lnTo>
                      <a:pt x="3346" y="4858"/>
                    </a:lnTo>
                    <a:lnTo>
                      <a:pt x="4168" y="4204"/>
                    </a:lnTo>
                    <a:lnTo>
                      <a:pt x="2489" y="2108"/>
                    </a:lnTo>
                    <a:lnTo>
                      <a:pt x="82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22"/>
              <p:cNvSpPr/>
              <p:nvPr/>
            </p:nvSpPr>
            <p:spPr>
              <a:xfrm>
                <a:off x="5518522" y="2193753"/>
                <a:ext cx="115817" cy="135408"/>
              </a:xfrm>
              <a:custGeom>
                <a:rect b="b" l="l" r="r" t="t"/>
                <a:pathLst>
                  <a:path extrusionOk="0" h="4859" w="4156">
                    <a:moveTo>
                      <a:pt x="810" y="1"/>
                    </a:moveTo>
                    <a:lnTo>
                      <a:pt x="1" y="656"/>
                    </a:lnTo>
                    <a:lnTo>
                      <a:pt x="1667" y="2739"/>
                    </a:lnTo>
                    <a:cubicBezTo>
                      <a:pt x="1667" y="2751"/>
                      <a:pt x="1667" y="2751"/>
                      <a:pt x="1667" y="2751"/>
                    </a:cubicBezTo>
                    <a:cubicBezTo>
                      <a:pt x="1679" y="2763"/>
                      <a:pt x="1679" y="2763"/>
                      <a:pt x="1691" y="2775"/>
                    </a:cubicBezTo>
                    <a:lnTo>
                      <a:pt x="3346" y="4859"/>
                    </a:lnTo>
                    <a:lnTo>
                      <a:pt x="4156" y="4216"/>
                    </a:lnTo>
                    <a:lnTo>
                      <a:pt x="2489" y="2108"/>
                    </a:ln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22"/>
              <p:cNvSpPr/>
              <p:nvPr/>
            </p:nvSpPr>
            <p:spPr>
              <a:xfrm>
                <a:off x="5498291" y="3333775"/>
                <a:ext cx="115817" cy="135408"/>
              </a:xfrm>
              <a:custGeom>
                <a:rect b="b" l="l" r="r" t="t"/>
                <a:pathLst>
                  <a:path extrusionOk="0" h="4859" w="4156">
                    <a:moveTo>
                      <a:pt x="810" y="1"/>
                    </a:moveTo>
                    <a:lnTo>
                      <a:pt x="0" y="656"/>
                    </a:lnTo>
                    <a:lnTo>
                      <a:pt x="1667" y="2751"/>
                    </a:lnTo>
                    <a:cubicBezTo>
                      <a:pt x="2239" y="3454"/>
                      <a:pt x="2762" y="4156"/>
                      <a:pt x="3358" y="4859"/>
                    </a:cubicBezTo>
                    <a:lnTo>
                      <a:pt x="4156" y="4192"/>
                    </a:lnTo>
                    <a:cubicBezTo>
                      <a:pt x="3596" y="3525"/>
                      <a:pt x="3036" y="2799"/>
                      <a:pt x="2477" y="2108"/>
                    </a:cubicBezTo>
                    <a:lnTo>
                      <a:pt x="8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22"/>
              <p:cNvSpPr/>
              <p:nvPr/>
            </p:nvSpPr>
            <p:spPr>
              <a:xfrm>
                <a:off x="5567288" y="3391180"/>
                <a:ext cx="1700" cy="1366"/>
              </a:xfrm>
              <a:custGeom>
                <a:rect b="b" l="l" r="r" t="t"/>
                <a:pathLst>
                  <a:path extrusionOk="0" h="49" w="61">
                    <a:moveTo>
                      <a:pt x="60" y="1"/>
                    </a:moveTo>
                    <a:lnTo>
                      <a:pt x="1" y="4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22"/>
              <p:cNvSpPr/>
              <p:nvPr/>
            </p:nvSpPr>
            <p:spPr>
              <a:xfrm>
                <a:off x="6713608" y="1785006"/>
                <a:ext cx="135408" cy="115817"/>
              </a:xfrm>
              <a:custGeom>
                <a:rect b="b" l="l" r="r" t="t"/>
                <a:pathLst>
                  <a:path extrusionOk="0" h="4156" w="4859">
                    <a:moveTo>
                      <a:pt x="4204" y="1"/>
                    </a:moveTo>
                    <a:lnTo>
                      <a:pt x="2108" y="1667"/>
                    </a:lnTo>
                    <a:lnTo>
                      <a:pt x="1" y="3346"/>
                    </a:lnTo>
                    <a:lnTo>
                      <a:pt x="644" y="4156"/>
                    </a:lnTo>
                    <a:lnTo>
                      <a:pt x="2751" y="2477"/>
                    </a:lnTo>
                    <a:lnTo>
                      <a:pt x="4859" y="810"/>
                    </a:lnTo>
                    <a:lnTo>
                      <a:pt x="42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22"/>
              <p:cNvSpPr/>
              <p:nvPr/>
            </p:nvSpPr>
            <p:spPr>
              <a:xfrm>
                <a:off x="6238510" y="1983751"/>
                <a:ext cx="148673" cy="77667"/>
              </a:xfrm>
              <a:custGeom>
                <a:rect b="b" l="l" r="r" t="t"/>
                <a:pathLst>
                  <a:path extrusionOk="0" h="2787" w="5335">
                    <a:moveTo>
                      <a:pt x="595" y="0"/>
                    </a:moveTo>
                    <a:lnTo>
                      <a:pt x="0" y="846"/>
                    </a:lnTo>
                    <a:cubicBezTo>
                      <a:pt x="191" y="989"/>
                      <a:pt x="393" y="1096"/>
                      <a:pt x="595" y="1227"/>
                    </a:cubicBezTo>
                    <a:cubicBezTo>
                      <a:pt x="798" y="1334"/>
                      <a:pt x="988" y="1477"/>
                      <a:pt x="1203" y="1572"/>
                    </a:cubicBezTo>
                    <a:cubicBezTo>
                      <a:pt x="1631" y="1774"/>
                      <a:pt x="2048" y="1989"/>
                      <a:pt x="2488" y="2143"/>
                    </a:cubicBezTo>
                    <a:cubicBezTo>
                      <a:pt x="3370" y="2489"/>
                      <a:pt x="4298" y="2667"/>
                      <a:pt x="5227" y="2786"/>
                    </a:cubicBezTo>
                    <a:lnTo>
                      <a:pt x="5334" y="1762"/>
                    </a:lnTo>
                    <a:cubicBezTo>
                      <a:pt x="4489" y="1643"/>
                      <a:pt x="3643" y="1489"/>
                      <a:pt x="2858" y="1167"/>
                    </a:cubicBezTo>
                    <a:cubicBezTo>
                      <a:pt x="2441" y="1036"/>
                      <a:pt x="2072" y="834"/>
                      <a:pt x="1679" y="655"/>
                    </a:cubicBezTo>
                    <a:cubicBezTo>
                      <a:pt x="1488" y="572"/>
                      <a:pt x="1310" y="441"/>
                      <a:pt x="1131" y="334"/>
                    </a:cubicBezTo>
                    <a:cubicBezTo>
                      <a:pt x="953" y="215"/>
                      <a:pt x="762" y="119"/>
                      <a:pt x="59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22"/>
              <p:cNvSpPr/>
              <p:nvPr/>
            </p:nvSpPr>
            <p:spPr>
              <a:xfrm>
                <a:off x="5893439" y="1576982"/>
                <a:ext cx="115817" cy="135074"/>
              </a:xfrm>
              <a:custGeom>
                <a:rect b="b" l="l" r="r" t="t"/>
                <a:pathLst>
                  <a:path extrusionOk="0" h="4847" w="4156">
                    <a:moveTo>
                      <a:pt x="810" y="0"/>
                    </a:moveTo>
                    <a:lnTo>
                      <a:pt x="1" y="643"/>
                    </a:lnTo>
                    <a:lnTo>
                      <a:pt x="1667" y="2751"/>
                    </a:lnTo>
                    <a:lnTo>
                      <a:pt x="3346" y="4846"/>
                    </a:lnTo>
                    <a:lnTo>
                      <a:pt x="4156" y="4203"/>
                    </a:lnTo>
                    <a:lnTo>
                      <a:pt x="2477" y="2108"/>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22"/>
              <p:cNvSpPr/>
              <p:nvPr/>
            </p:nvSpPr>
            <p:spPr>
              <a:xfrm>
                <a:off x="5259390" y="1500990"/>
                <a:ext cx="99571" cy="142041"/>
              </a:xfrm>
              <a:custGeom>
                <a:rect b="b" l="l" r="r" t="t"/>
                <a:pathLst>
                  <a:path extrusionOk="0" h="5097" w="3573">
                    <a:moveTo>
                      <a:pt x="2823" y="1"/>
                    </a:moveTo>
                    <a:cubicBezTo>
                      <a:pt x="1537" y="1358"/>
                      <a:pt x="572" y="3001"/>
                      <a:pt x="1" y="4775"/>
                    </a:cubicBezTo>
                    <a:lnTo>
                      <a:pt x="989" y="5097"/>
                    </a:lnTo>
                    <a:cubicBezTo>
                      <a:pt x="1513" y="3466"/>
                      <a:pt x="2406" y="1953"/>
                      <a:pt x="3573" y="703"/>
                    </a:cubicBezTo>
                    <a:lnTo>
                      <a:pt x="282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22"/>
              <p:cNvSpPr/>
              <p:nvPr/>
            </p:nvSpPr>
            <p:spPr>
              <a:xfrm>
                <a:off x="5435256" y="1389189"/>
                <a:ext cx="150652" cy="63733"/>
              </a:xfrm>
              <a:custGeom>
                <a:rect b="b" l="l" r="r" t="t"/>
                <a:pathLst>
                  <a:path extrusionOk="0" h="2287" w="5406">
                    <a:moveTo>
                      <a:pt x="5382" y="0"/>
                    </a:moveTo>
                    <a:cubicBezTo>
                      <a:pt x="5144" y="12"/>
                      <a:pt x="4917" y="0"/>
                      <a:pt x="4679" y="24"/>
                    </a:cubicBezTo>
                    <a:lnTo>
                      <a:pt x="3989" y="108"/>
                    </a:lnTo>
                    <a:cubicBezTo>
                      <a:pt x="3524" y="155"/>
                      <a:pt x="3072" y="286"/>
                      <a:pt x="2608" y="381"/>
                    </a:cubicBezTo>
                    <a:cubicBezTo>
                      <a:pt x="2381" y="429"/>
                      <a:pt x="2167" y="500"/>
                      <a:pt x="1941" y="572"/>
                    </a:cubicBezTo>
                    <a:lnTo>
                      <a:pt x="1274" y="798"/>
                    </a:lnTo>
                    <a:cubicBezTo>
                      <a:pt x="845" y="965"/>
                      <a:pt x="417" y="1167"/>
                      <a:pt x="0" y="1358"/>
                    </a:cubicBezTo>
                    <a:lnTo>
                      <a:pt x="464" y="2286"/>
                    </a:lnTo>
                    <a:cubicBezTo>
                      <a:pt x="857" y="2108"/>
                      <a:pt x="1250" y="1929"/>
                      <a:pt x="1643" y="1763"/>
                    </a:cubicBezTo>
                    <a:lnTo>
                      <a:pt x="2250" y="1560"/>
                    </a:lnTo>
                    <a:cubicBezTo>
                      <a:pt x="2453" y="1501"/>
                      <a:pt x="2655" y="1429"/>
                      <a:pt x="2869" y="1382"/>
                    </a:cubicBezTo>
                    <a:cubicBezTo>
                      <a:pt x="3286" y="1298"/>
                      <a:pt x="3703" y="1179"/>
                      <a:pt x="4132" y="1143"/>
                    </a:cubicBezTo>
                    <a:lnTo>
                      <a:pt x="4763" y="1060"/>
                    </a:lnTo>
                    <a:cubicBezTo>
                      <a:pt x="4977" y="1036"/>
                      <a:pt x="5191" y="1036"/>
                      <a:pt x="5405" y="1036"/>
                    </a:cubicBezTo>
                    <a:lnTo>
                      <a:pt x="538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22"/>
              <p:cNvSpPr/>
              <p:nvPr/>
            </p:nvSpPr>
            <p:spPr>
              <a:xfrm>
                <a:off x="5697035" y="1406439"/>
                <a:ext cx="141706" cy="100574"/>
              </a:xfrm>
              <a:custGeom>
                <a:rect b="b" l="l" r="r" t="t"/>
                <a:pathLst>
                  <a:path extrusionOk="0" h="3609" w="5085">
                    <a:moveTo>
                      <a:pt x="322" y="1"/>
                    </a:moveTo>
                    <a:lnTo>
                      <a:pt x="0" y="977"/>
                    </a:lnTo>
                    <a:cubicBezTo>
                      <a:pt x="1619" y="1525"/>
                      <a:pt x="3131" y="2417"/>
                      <a:pt x="4370" y="3608"/>
                    </a:cubicBezTo>
                    <a:lnTo>
                      <a:pt x="5084" y="2846"/>
                    </a:lnTo>
                    <a:cubicBezTo>
                      <a:pt x="3727" y="1560"/>
                      <a:pt x="2084" y="584"/>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22"/>
              <p:cNvSpPr/>
              <p:nvPr/>
            </p:nvSpPr>
            <p:spPr>
              <a:xfrm>
                <a:off x="6059997" y="1786009"/>
                <a:ext cx="115817" cy="135074"/>
              </a:xfrm>
              <a:custGeom>
                <a:rect b="b" l="l" r="r" t="t"/>
                <a:pathLst>
                  <a:path extrusionOk="0" h="4847" w="4156">
                    <a:moveTo>
                      <a:pt x="810" y="0"/>
                    </a:moveTo>
                    <a:lnTo>
                      <a:pt x="1" y="643"/>
                    </a:lnTo>
                    <a:lnTo>
                      <a:pt x="3346" y="4846"/>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22"/>
              <p:cNvSpPr/>
              <p:nvPr/>
            </p:nvSpPr>
            <p:spPr>
              <a:xfrm>
                <a:off x="6497948" y="1951230"/>
                <a:ext cx="141706" cy="99236"/>
              </a:xfrm>
              <a:custGeom>
                <a:rect b="b" l="l" r="r" t="t"/>
                <a:pathLst>
                  <a:path extrusionOk="0" h="3561" w="5085">
                    <a:moveTo>
                      <a:pt x="4442" y="1"/>
                    </a:moveTo>
                    <a:cubicBezTo>
                      <a:pt x="4085" y="274"/>
                      <a:pt x="3739" y="572"/>
                      <a:pt x="3394" y="834"/>
                    </a:cubicBezTo>
                    <a:lnTo>
                      <a:pt x="2870" y="1203"/>
                    </a:lnTo>
                    <a:cubicBezTo>
                      <a:pt x="2787" y="1263"/>
                      <a:pt x="2703" y="1334"/>
                      <a:pt x="2608" y="1382"/>
                    </a:cubicBezTo>
                    <a:lnTo>
                      <a:pt x="2334" y="1548"/>
                    </a:lnTo>
                    <a:lnTo>
                      <a:pt x="1775" y="1858"/>
                    </a:lnTo>
                    <a:cubicBezTo>
                      <a:pt x="1584" y="1953"/>
                      <a:pt x="1394" y="2037"/>
                      <a:pt x="1191" y="2132"/>
                    </a:cubicBezTo>
                    <a:cubicBezTo>
                      <a:pt x="810" y="2322"/>
                      <a:pt x="406" y="2429"/>
                      <a:pt x="1" y="2572"/>
                    </a:cubicBezTo>
                    <a:lnTo>
                      <a:pt x="287" y="3560"/>
                    </a:lnTo>
                    <a:cubicBezTo>
                      <a:pt x="739" y="3406"/>
                      <a:pt x="1191" y="3287"/>
                      <a:pt x="1608" y="3072"/>
                    </a:cubicBezTo>
                    <a:cubicBezTo>
                      <a:pt x="1822" y="2977"/>
                      <a:pt x="2037" y="2894"/>
                      <a:pt x="2251" y="2787"/>
                    </a:cubicBezTo>
                    <a:lnTo>
                      <a:pt x="2858" y="2441"/>
                    </a:lnTo>
                    <a:lnTo>
                      <a:pt x="3168" y="2263"/>
                    </a:lnTo>
                    <a:cubicBezTo>
                      <a:pt x="3263" y="2203"/>
                      <a:pt x="3358" y="2132"/>
                      <a:pt x="3454" y="2060"/>
                    </a:cubicBezTo>
                    <a:lnTo>
                      <a:pt x="4025" y="1644"/>
                    </a:lnTo>
                    <a:cubicBezTo>
                      <a:pt x="4394" y="1370"/>
                      <a:pt x="4728" y="1096"/>
                      <a:pt x="5085" y="810"/>
                    </a:cubicBezTo>
                    <a:lnTo>
                      <a:pt x="444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22"/>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22"/>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22"/>
              <p:cNvSpPr/>
              <p:nvPr/>
            </p:nvSpPr>
            <p:spPr>
              <a:xfrm>
                <a:off x="5211962" y="2992047"/>
                <a:ext cx="28" cy="28"/>
              </a:xfrm>
              <a:custGeom>
                <a:rect b="b" l="l" r="r" t="t"/>
                <a:pathLst>
                  <a:path extrusionOk="0" fill="none" h="1" w="1">
                    <a:moveTo>
                      <a:pt x="0" y="0"/>
                    </a:moveTo>
                    <a:lnTo>
                      <a:pt x="0" y="0"/>
                    </a:ln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22"/>
              <p:cNvSpPr/>
              <p:nvPr/>
            </p:nvSpPr>
            <p:spPr>
              <a:xfrm>
                <a:off x="3222233" y="4403796"/>
                <a:ext cx="697" cy="697"/>
              </a:xfrm>
              <a:custGeom>
                <a:rect b="b" l="l" r="r" t="t"/>
                <a:pathLst>
                  <a:path extrusionOk="0" h="25" w="25">
                    <a:moveTo>
                      <a:pt x="0" y="0"/>
                    </a:moveTo>
                    <a:lnTo>
                      <a:pt x="24" y="24"/>
                    </a:lnTo>
                    <a:lnTo>
                      <a:pt x="24" y="12"/>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22"/>
              <p:cNvSpPr/>
              <p:nvPr/>
            </p:nvSpPr>
            <p:spPr>
              <a:xfrm>
                <a:off x="3240151" y="4426033"/>
                <a:ext cx="362" cy="334"/>
              </a:xfrm>
              <a:custGeom>
                <a:rect b="b" l="l" r="r" t="t"/>
                <a:pathLst>
                  <a:path extrusionOk="0" h="12" w="13">
                    <a:moveTo>
                      <a:pt x="0" y="0"/>
                    </a:moveTo>
                    <a:lnTo>
                      <a:pt x="12" y="12"/>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22"/>
              <p:cNvSpPr/>
              <p:nvPr/>
            </p:nvSpPr>
            <p:spPr>
              <a:xfrm>
                <a:off x="3240151" y="4426033"/>
                <a:ext cx="362" cy="334"/>
              </a:xfrm>
              <a:custGeom>
                <a:rect b="b" l="l" r="r" t="t"/>
                <a:pathLst>
                  <a:path extrusionOk="0" fill="none" h="12" w="13">
                    <a:moveTo>
                      <a:pt x="0" y="0"/>
                    </a:moveTo>
                    <a:lnTo>
                      <a:pt x="12" y="12"/>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22"/>
              <p:cNvSpPr/>
              <p:nvPr/>
            </p:nvSpPr>
            <p:spPr>
              <a:xfrm>
                <a:off x="4499274" y="4298934"/>
                <a:ext cx="697" cy="362"/>
              </a:xfrm>
              <a:custGeom>
                <a:rect b="b" l="l" r="r" t="t"/>
                <a:pathLst>
                  <a:path extrusionOk="0" h="13" w="25">
                    <a:moveTo>
                      <a:pt x="24" y="1"/>
                    </a:moveTo>
                    <a:lnTo>
                      <a:pt x="1" y="13"/>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22"/>
              <p:cNvSpPr/>
              <p:nvPr/>
            </p:nvSpPr>
            <p:spPr>
              <a:xfrm>
                <a:off x="4499274" y="4298934"/>
                <a:ext cx="697" cy="362"/>
              </a:xfrm>
              <a:custGeom>
                <a:rect b="b" l="l" r="r" t="t"/>
                <a:pathLst>
                  <a:path extrusionOk="0" fill="none" h="13" w="25">
                    <a:moveTo>
                      <a:pt x="24" y="1"/>
                    </a:moveTo>
                    <a:lnTo>
                      <a:pt x="1" y="1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22"/>
              <p:cNvSpPr/>
              <p:nvPr/>
            </p:nvSpPr>
            <p:spPr>
              <a:xfrm>
                <a:off x="4468426" y="2267432"/>
                <a:ext cx="28" cy="362"/>
              </a:xfrm>
              <a:custGeom>
                <a:rect b="b" l="l" r="r" t="t"/>
                <a:pathLst>
                  <a:path extrusionOk="0" h="13" w="1">
                    <a:moveTo>
                      <a:pt x="0" y="12"/>
                    </a:moveTo>
                    <a:lnTo>
                      <a:pt x="0" y="0"/>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22"/>
              <p:cNvSpPr/>
              <p:nvPr/>
            </p:nvSpPr>
            <p:spPr>
              <a:xfrm>
                <a:off x="4468426" y="2267432"/>
                <a:ext cx="28" cy="362"/>
              </a:xfrm>
              <a:custGeom>
                <a:rect b="b" l="l" r="r" t="t"/>
                <a:pathLst>
                  <a:path extrusionOk="0" fill="none" h="13" w="1">
                    <a:moveTo>
                      <a:pt x="0" y="12"/>
                    </a:moveTo>
                    <a:lnTo>
                      <a:pt x="0"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22"/>
              <p:cNvSpPr/>
              <p:nvPr/>
            </p:nvSpPr>
            <p:spPr>
              <a:xfrm>
                <a:off x="4901054" y="2555740"/>
                <a:ext cx="697" cy="362"/>
              </a:xfrm>
              <a:custGeom>
                <a:rect b="b" l="l" r="r" t="t"/>
                <a:pathLst>
                  <a:path extrusionOk="0" h="13" w="25">
                    <a:moveTo>
                      <a:pt x="25" y="1"/>
                    </a:moveTo>
                    <a:lnTo>
                      <a:pt x="1" y="13"/>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22"/>
              <p:cNvSpPr/>
              <p:nvPr/>
            </p:nvSpPr>
            <p:spPr>
              <a:xfrm>
                <a:off x="4901054" y="2555740"/>
                <a:ext cx="697" cy="362"/>
              </a:xfrm>
              <a:custGeom>
                <a:rect b="b" l="l" r="r" t="t"/>
                <a:pathLst>
                  <a:path extrusionOk="0" fill="none" h="13" w="25">
                    <a:moveTo>
                      <a:pt x="25" y="1"/>
                    </a:moveTo>
                    <a:lnTo>
                      <a:pt x="1" y="1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22"/>
              <p:cNvSpPr/>
              <p:nvPr/>
            </p:nvSpPr>
            <p:spPr>
              <a:xfrm>
                <a:off x="5259390" y="1500990"/>
                <a:ext cx="99571" cy="142041"/>
              </a:xfrm>
              <a:custGeom>
                <a:rect b="b" l="l" r="r" t="t"/>
                <a:pathLst>
                  <a:path extrusionOk="0" h="5097" w="3573">
                    <a:moveTo>
                      <a:pt x="2823" y="1"/>
                    </a:moveTo>
                    <a:cubicBezTo>
                      <a:pt x="1537" y="1358"/>
                      <a:pt x="572" y="3001"/>
                      <a:pt x="1" y="4775"/>
                    </a:cubicBezTo>
                    <a:lnTo>
                      <a:pt x="989" y="5097"/>
                    </a:lnTo>
                    <a:cubicBezTo>
                      <a:pt x="1513" y="3466"/>
                      <a:pt x="2406" y="1953"/>
                      <a:pt x="3573" y="703"/>
                    </a:cubicBezTo>
                    <a:lnTo>
                      <a:pt x="282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22"/>
              <p:cNvSpPr/>
              <p:nvPr/>
            </p:nvSpPr>
            <p:spPr>
              <a:xfrm>
                <a:off x="5697035" y="1406439"/>
                <a:ext cx="141706" cy="100574"/>
              </a:xfrm>
              <a:custGeom>
                <a:rect b="b" l="l" r="r" t="t"/>
                <a:pathLst>
                  <a:path extrusionOk="0" h="3609" w="5085">
                    <a:moveTo>
                      <a:pt x="322" y="1"/>
                    </a:moveTo>
                    <a:lnTo>
                      <a:pt x="0" y="977"/>
                    </a:lnTo>
                    <a:cubicBezTo>
                      <a:pt x="1619" y="1525"/>
                      <a:pt x="3131" y="2417"/>
                      <a:pt x="4370" y="3608"/>
                    </a:cubicBezTo>
                    <a:lnTo>
                      <a:pt x="5084" y="2846"/>
                    </a:lnTo>
                    <a:cubicBezTo>
                      <a:pt x="3727" y="1560"/>
                      <a:pt x="2084" y="584"/>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22"/>
              <p:cNvSpPr/>
              <p:nvPr/>
            </p:nvSpPr>
            <p:spPr>
              <a:xfrm>
                <a:off x="6059663" y="1786344"/>
                <a:ext cx="115817" cy="135046"/>
              </a:xfrm>
              <a:custGeom>
                <a:rect b="b" l="l" r="r" t="t"/>
                <a:pathLst>
                  <a:path extrusionOk="0" h="4846" w="4156">
                    <a:moveTo>
                      <a:pt x="810" y="0"/>
                    </a:moveTo>
                    <a:lnTo>
                      <a:pt x="1" y="643"/>
                    </a:lnTo>
                    <a:lnTo>
                      <a:pt x="3334" y="4846"/>
                    </a:lnTo>
                    <a:lnTo>
                      <a:pt x="4156" y="4203"/>
                    </a:lnTo>
                    <a:lnTo>
                      <a:pt x="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22"/>
              <p:cNvSpPr/>
              <p:nvPr/>
            </p:nvSpPr>
            <p:spPr>
              <a:xfrm>
                <a:off x="6238510" y="1983416"/>
                <a:ext cx="148673" cy="78001"/>
              </a:xfrm>
              <a:custGeom>
                <a:rect b="b" l="l" r="r" t="t"/>
                <a:pathLst>
                  <a:path extrusionOk="0" h="2799" w="5335">
                    <a:moveTo>
                      <a:pt x="595" y="0"/>
                    </a:moveTo>
                    <a:lnTo>
                      <a:pt x="0" y="858"/>
                    </a:lnTo>
                    <a:cubicBezTo>
                      <a:pt x="191" y="1001"/>
                      <a:pt x="393" y="1108"/>
                      <a:pt x="595" y="1239"/>
                    </a:cubicBezTo>
                    <a:cubicBezTo>
                      <a:pt x="798" y="1346"/>
                      <a:pt x="988" y="1489"/>
                      <a:pt x="1203" y="1584"/>
                    </a:cubicBezTo>
                    <a:cubicBezTo>
                      <a:pt x="1631" y="1786"/>
                      <a:pt x="2048" y="2001"/>
                      <a:pt x="2488" y="2155"/>
                    </a:cubicBezTo>
                    <a:cubicBezTo>
                      <a:pt x="3370" y="2501"/>
                      <a:pt x="4298" y="2679"/>
                      <a:pt x="5227" y="2798"/>
                    </a:cubicBezTo>
                    <a:lnTo>
                      <a:pt x="5334" y="1774"/>
                    </a:lnTo>
                    <a:cubicBezTo>
                      <a:pt x="4489" y="1655"/>
                      <a:pt x="3643" y="1501"/>
                      <a:pt x="2858" y="1179"/>
                    </a:cubicBezTo>
                    <a:cubicBezTo>
                      <a:pt x="2441" y="1048"/>
                      <a:pt x="2072" y="846"/>
                      <a:pt x="1679" y="667"/>
                    </a:cubicBezTo>
                    <a:cubicBezTo>
                      <a:pt x="1488" y="584"/>
                      <a:pt x="1310" y="453"/>
                      <a:pt x="1131" y="346"/>
                    </a:cubicBezTo>
                    <a:cubicBezTo>
                      <a:pt x="953" y="227"/>
                      <a:pt x="762" y="131"/>
                      <a:pt x="59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22"/>
              <p:cNvSpPr/>
              <p:nvPr/>
            </p:nvSpPr>
            <p:spPr>
              <a:xfrm>
                <a:off x="6497948" y="1951230"/>
                <a:ext cx="141706" cy="99236"/>
              </a:xfrm>
              <a:custGeom>
                <a:rect b="b" l="l" r="r" t="t"/>
                <a:pathLst>
                  <a:path extrusionOk="0" h="3561" w="5085">
                    <a:moveTo>
                      <a:pt x="4442" y="1"/>
                    </a:moveTo>
                    <a:cubicBezTo>
                      <a:pt x="4085" y="274"/>
                      <a:pt x="3739" y="572"/>
                      <a:pt x="3394" y="834"/>
                    </a:cubicBezTo>
                    <a:lnTo>
                      <a:pt x="2870" y="1203"/>
                    </a:lnTo>
                    <a:cubicBezTo>
                      <a:pt x="2787" y="1263"/>
                      <a:pt x="2703" y="1334"/>
                      <a:pt x="2608" y="1382"/>
                    </a:cubicBezTo>
                    <a:lnTo>
                      <a:pt x="2334" y="1548"/>
                    </a:lnTo>
                    <a:lnTo>
                      <a:pt x="1775" y="1858"/>
                    </a:lnTo>
                    <a:cubicBezTo>
                      <a:pt x="1584" y="1953"/>
                      <a:pt x="1394" y="2037"/>
                      <a:pt x="1191" y="2132"/>
                    </a:cubicBezTo>
                    <a:cubicBezTo>
                      <a:pt x="810" y="2322"/>
                      <a:pt x="406" y="2429"/>
                      <a:pt x="1" y="2572"/>
                    </a:cubicBezTo>
                    <a:lnTo>
                      <a:pt x="287" y="3560"/>
                    </a:lnTo>
                    <a:cubicBezTo>
                      <a:pt x="739" y="3406"/>
                      <a:pt x="1191" y="3287"/>
                      <a:pt x="1608" y="3072"/>
                    </a:cubicBezTo>
                    <a:cubicBezTo>
                      <a:pt x="1822" y="2977"/>
                      <a:pt x="2037" y="2894"/>
                      <a:pt x="2251" y="2787"/>
                    </a:cubicBezTo>
                    <a:lnTo>
                      <a:pt x="2858" y="2441"/>
                    </a:lnTo>
                    <a:lnTo>
                      <a:pt x="3168" y="2263"/>
                    </a:lnTo>
                    <a:cubicBezTo>
                      <a:pt x="3263" y="2203"/>
                      <a:pt x="3358" y="2132"/>
                      <a:pt x="3454" y="2060"/>
                    </a:cubicBezTo>
                    <a:lnTo>
                      <a:pt x="4025" y="1644"/>
                    </a:lnTo>
                    <a:cubicBezTo>
                      <a:pt x="4394" y="1370"/>
                      <a:pt x="4728" y="1096"/>
                      <a:pt x="5085" y="810"/>
                    </a:cubicBezTo>
                    <a:lnTo>
                      <a:pt x="444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22"/>
              <p:cNvSpPr/>
              <p:nvPr/>
            </p:nvSpPr>
            <p:spPr>
              <a:xfrm>
                <a:off x="5507905" y="1399806"/>
                <a:ext cx="362" cy="362"/>
              </a:xfrm>
              <a:custGeom>
                <a:rect b="b" l="l" r="r" t="t"/>
                <a:pathLst>
                  <a:path extrusionOk="0" h="13" w="13">
                    <a:moveTo>
                      <a:pt x="12" y="12"/>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22"/>
              <p:cNvSpPr/>
              <p:nvPr/>
            </p:nvSpPr>
            <p:spPr>
              <a:xfrm>
                <a:off x="5515206" y="1427339"/>
                <a:ext cx="28" cy="362"/>
              </a:xfrm>
              <a:custGeom>
                <a:rect b="b" l="l" r="r" t="t"/>
                <a:pathLst>
                  <a:path extrusionOk="0" h="13" w="1">
                    <a:moveTo>
                      <a:pt x="0" y="13"/>
                    </a:moveTo>
                    <a:lnTo>
                      <a:pt x="0"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22"/>
              <p:cNvSpPr/>
              <p:nvPr/>
            </p:nvSpPr>
            <p:spPr>
              <a:xfrm>
                <a:off x="5515206" y="1427339"/>
                <a:ext cx="28" cy="362"/>
              </a:xfrm>
              <a:custGeom>
                <a:rect b="b" l="l" r="r" t="t"/>
                <a:pathLst>
                  <a:path extrusionOk="0" fill="none" h="13" w="1">
                    <a:moveTo>
                      <a:pt x="0" y="13"/>
                    </a:moveTo>
                    <a:lnTo>
                      <a:pt x="0"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22"/>
              <p:cNvSpPr/>
              <p:nvPr/>
            </p:nvSpPr>
            <p:spPr>
              <a:xfrm>
                <a:off x="5243144" y="1754158"/>
                <a:ext cx="65043" cy="150652"/>
              </a:xfrm>
              <a:custGeom>
                <a:rect b="b" l="l" r="r" t="t"/>
                <a:pathLst>
                  <a:path extrusionOk="0" h="5406" w="2334">
                    <a:moveTo>
                      <a:pt x="1036" y="0"/>
                    </a:moveTo>
                    <a:lnTo>
                      <a:pt x="0" y="36"/>
                    </a:lnTo>
                    <a:cubicBezTo>
                      <a:pt x="24" y="965"/>
                      <a:pt x="179" y="1893"/>
                      <a:pt x="405" y="2798"/>
                    </a:cubicBezTo>
                    <a:cubicBezTo>
                      <a:pt x="524" y="3251"/>
                      <a:pt x="691" y="3691"/>
                      <a:pt x="834" y="4132"/>
                    </a:cubicBezTo>
                    <a:cubicBezTo>
                      <a:pt x="1024" y="4560"/>
                      <a:pt x="1203" y="4989"/>
                      <a:pt x="1417" y="5406"/>
                    </a:cubicBezTo>
                    <a:lnTo>
                      <a:pt x="2334" y="4929"/>
                    </a:lnTo>
                    <a:cubicBezTo>
                      <a:pt x="2132" y="4548"/>
                      <a:pt x="1977" y="4144"/>
                      <a:pt x="1798" y="3763"/>
                    </a:cubicBezTo>
                    <a:cubicBezTo>
                      <a:pt x="1667" y="3346"/>
                      <a:pt x="1512" y="2953"/>
                      <a:pt x="1405" y="2536"/>
                    </a:cubicBezTo>
                    <a:cubicBezTo>
                      <a:pt x="1203" y="1703"/>
                      <a:pt x="1048" y="857"/>
                      <a:pt x="10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22"/>
              <p:cNvSpPr/>
              <p:nvPr/>
            </p:nvSpPr>
            <p:spPr>
              <a:xfrm>
                <a:off x="5023166" y="3862989"/>
                <a:ext cx="98902" cy="142347"/>
              </a:xfrm>
              <a:custGeom>
                <a:rect b="b" l="l" r="r" t="t"/>
                <a:pathLst>
                  <a:path extrusionOk="0" h="5108" w="3549">
                    <a:moveTo>
                      <a:pt x="822" y="0"/>
                    </a:moveTo>
                    <a:lnTo>
                      <a:pt x="0" y="643"/>
                    </a:lnTo>
                    <a:cubicBezTo>
                      <a:pt x="286" y="988"/>
                      <a:pt x="572" y="1346"/>
                      <a:pt x="810" y="1691"/>
                    </a:cubicBezTo>
                    <a:lnTo>
                      <a:pt x="1179" y="2215"/>
                    </a:lnTo>
                    <a:cubicBezTo>
                      <a:pt x="1310" y="2381"/>
                      <a:pt x="1394" y="2572"/>
                      <a:pt x="1501" y="2751"/>
                    </a:cubicBezTo>
                    <a:cubicBezTo>
                      <a:pt x="1513" y="2751"/>
                      <a:pt x="1513" y="2762"/>
                      <a:pt x="1513" y="2774"/>
                    </a:cubicBezTo>
                    <a:cubicBezTo>
                      <a:pt x="1524" y="2786"/>
                      <a:pt x="1524" y="2798"/>
                      <a:pt x="1536" y="2798"/>
                    </a:cubicBezTo>
                    <a:lnTo>
                      <a:pt x="1834" y="3322"/>
                    </a:lnTo>
                    <a:cubicBezTo>
                      <a:pt x="1929" y="3513"/>
                      <a:pt x="2013" y="3715"/>
                      <a:pt x="2108" y="3917"/>
                    </a:cubicBezTo>
                    <a:cubicBezTo>
                      <a:pt x="2191" y="4108"/>
                      <a:pt x="2286" y="4298"/>
                      <a:pt x="2358" y="4501"/>
                    </a:cubicBezTo>
                    <a:lnTo>
                      <a:pt x="2560" y="5108"/>
                    </a:lnTo>
                    <a:lnTo>
                      <a:pt x="3549" y="4798"/>
                    </a:lnTo>
                    <a:lnTo>
                      <a:pt x="3334" y="4132"/>
                    </a:lnTo>
                    <a:cubicBezTo>
                      <a:pt x="3239" y="3917"/>
                      <a:pt x="3144" y="3703"/>
                      <a:pt x="3048" y="3489"/>
                    </a:cubicBezTo>
                    <a:cubicBezTo>
                      <a:pt x="2953" y="3274"/>
                      <a:pt x="2870" y="3060"/>
                      <a:pt x="2763" y="2858"/>
                    </a:cubicBezTo>
                    <a:lnTo>
                      <a:pt x="2417" y="2250"/>
                    </a:lnTo>
                    <a:cubicBezTo>
                      <a:pt x="2286" y="2048"/>
                      <a:pt x="2191" y="1834"/>
                      <a:pt x="2048" y="1643"/>
                    </a:cubicBezTo>
                    <a:lnTo>
                      <a:pt x="1644" y="1084"/>
                    </a:lnTo>
                    <a:cubicBezTo>
                      <a:pt x="1382" y="691"/>
                      <a:pt x="1096" y="345"/>
                      <a:pt x="8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26" name="Google Shape;826;p22"/>
          <p:cNvSpPr/>
          <p:nvPr/>
        </p:nvSpPr>
        <p:spPr>
          <a:xfrm>
            <a:off x="1912368" y="4266104"/>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1</a:t>
            </a:r>
            <a:endParaRPr b="0" i="0" sz="1600" u="none" cap="none" strike="noStrike">
              <a:solidFill>
                <a:srgbClr val="FFFFFF"/>
              </a:solidFill>
              <a:latin typeface="Calibri"/>
              <a:ea typeface="Calibri"/>
              <a:cs typeface="Calibri"/>
              <a:sym typeface="Calibri"/>
            </a:endParaRPr>
          </a:p>
        </p:txBody>
      </p:sp>
      <p:sp>
        <p:nvSpPr>
          <p:cNvPr id="827" name="Google Shape;827;p22"/>
          <p:cNvSpPr/>
          <p:nvPr/>
        </p:nvSpPr>
        <p:spPr>
          <a:xfrm>
            <a:off x="3661481" y="3212054"/>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2</a:t>
            </a:r>
            <a:endParaRPr b="0" i="0" sz="1600" u="none" cap="none" strike="noStrike">
              <a:solidFill>
                <a:srgbClr val="FFFFFF"/>
              </a:solidFill>
              <a:latin typeface="Calibri"/>
              <a:ea typeface="Calibri"/>
              <a:cs typeface="Calibri"/>
              <a:sym typeface="Calibri"/>
            </a:endParaRPr>
          </a:p>
        </p:txBody>
      </p:sp>
      <p:sp>
        <p:nvSpPr>
          <p:cNvPr id="828" name="Google Shape;828;p22"/>
          <p:cNvSpPr/>
          <p:nvPr/>
        </p:nvSpPr>
        <p:spPr>
          <a:xfrm>
            <a:off x="4934018" y="3836517"/>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3</a:t>
            </a:r>
            <a:endParaRPr b="0" i="0" sz="1600" u="none" cap="none" strike="noStrike">
              <a:solidFill>
                <a:srgbClr val="FFFFFF"/>
              </a:solidFill>
              <a:latin typeface="Calibri"/>
              <a:ea typeface="Calibri"/>
              <a:cs typeface="Calibri"/>
              <a:sym typeface="Calibri"/>
            </a:endParaRPr>
          </a:p>
        </p:txBody>
      </p:sp>
      <p:sp>
        <p:nvSpPr>
          <p:cNvPr id="829" name="Google Shape;829;p22"/>
          <p:cNvSpPr/>
          <p:nvPr/>
        </p:nvSpPr>
        <p:spPr>
          <a:xfrm>
            <a:off x="4516981" y="1273704"/>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5</a:t>
            </a:r>
            <a:endParaRPr b="0" i="0" sz="1600" u="none" cap="none" strike="noStrike">
              <a:solidFill>
                <a:srgbClr val="FFFFFF"/>
              </a:solidFill>
              <a:latin typeface="Calibri"/>
              <a:ea typeface="Calibri"/>
              <a:cs typeface="Calibri"/>
              <a:sym typeface="Calibri"/>
            </a:endParaRPr>
          </a:p>
        </p:txBody>
      </p:sp>
      <p:sp>
        <p:nvSpPr>
          <p:cNvPr id="830" name="Google Shape;830;p22"/>
          <p:cNvSpPr/>
          <p:nvPr/>
        </p:nvSpPr>
        <p:spPr>
          <a:xfrm>
            <a:off x="6464268" y="2782454"/>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674EA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6</a:t>
            </a:r>
            <a:endParaRPr b="0" i="0" sz="1600" u="none" cap="none" strike="noStrike">
              <a:solidFill>
                <a:srgbClr val="FFFFFF"/>
              </a:solidFill>
              <a:latin typeface="Calibri"/>
              <a:ea typeface="Calibri"/>
              <a:cs typeface="Calibri"/>
              <a:sym typeface="Calibri"/>
            </a:endParaRPr>
          </a:p>
        </p:txBody>
      </p:sp>
      <p:sp>
        <p:nvSpPr>
          <p:cNvPr id="831" name="Google Shape;831;p22"/>
          <p:cNvSpPr txBox="1"/>
          <p:nvPr/>
        </p:nvSpPr>
        <p:spPr>
          <a:xfrm>
            <a:off x="949925" y="3621375"/>
            <a:ext cx="2127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1</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What data do digital devices store about their users?</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alibri"/>
              <a:ea typeface="Calibri"/>
              <a:cs typeface="Calibri"/>
              <a:sym typeface="Calibri"/>
            </a:endParaRPr>
          </a:p>
        </p:txBody>
      </p:sp>
      <p:sp>
        <p:nvSpPr>
          <p:cNvPr id="832" name="Google Shape;832;p22"/>
          <p:cNvSpPr txBox="1"/>
          <p:nvPr/>
        </p:nvSpPr>
        <p:spPr>
          <a:xfrm>
            <a:off x="5380375" y="4130950"/>
            <a:ext cx="17115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3</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What are the ethical issues of online adverts? What is metadata?</a:t>
            </a:r>
            <a:endParaRPr b="0" i="0" sz="1000" u="none" cap="none" strike="noStrike">
              <a:solidFill>
                <a:srgbClr val="000000"/>
              </a:solidFill>
              <a:latin typeface="Calibri"/>
              <a:ea typeface="Calibri"/>
              <a:cs typeface="Calibri"/>
              <a:sym typeface="Calibri"/>
            </a:endParaRPr>
          </a:p>
        </p:txBody>
      </p:sp>
      <p:sp>
        <p:nvSpPr>
          <p:cNvPr id="833" name="Google Shape;833;p22"/>
          <p:cNvSpPr txBox="1"/>
          <p:nvPr/>
        </p:nvSpPr>
        <p:spPr>
          <a:xfrm>
            <a:off x="2846475" y="911775"/>
            <a:ext cx="18576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5</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How do we protect ourselves against unwanted attention online?</a:t>
            </a:r>
            <a:endParaRPr b="0" i="0" sz="1000" u="none" cap="none" strike="noStrike">
              <a:solidFill>
                <a:srgbClr val="000000"/>
              </a:solidFill>
              <a:latin typeface="Calibri"/>
              <a:ea typeface="Calibri"/>
              <a:cs typeface="Calibri"/>
              <a:sym typeface="Calibri"/>
            </a:endParaRPr>
          </a:p>
        </p:txBody>
      </p:sp>
      <p:sp>
        <p:nvSpPr>
          <p:cNvPr id="834" name="Google Shape;834;p22"/>
          <p:cNvSpPr txBox="1"/>
          <p:nvPr/>
        </p:nvSpPr>
        <p:spPr>
          <a:xfrm>
            <a:off x="8430025" y="326200"/>
            <a:ext cx="1590000" cy="60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Aim</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t/>
            </a:r>
            <a:endParaRPr b="0" i="0" sz="900" u="none" cap="none" strike="noStrike">
              <a:solidFill>
                <a:srgbClr val="000000"/>
              </a:solidFill>
              <a:latin typeface="Calibri"/>
              <a:ea typeface="Calibri"/>
              <a:cs typeface="Calibri"/>
              <a:sym typeface="Calibri"/>
            </a:endParaRPr>
          </a:p>
        </p:txBody>
      </p:sp>
      <p:sp>
        <p:nvSpPr>
          <p:cNvPr id="835" name="Google Shape;835;p22"/>
          <p:cNvSpPr txBox="1"/>
          <p:nvPr/>
        </p:nvSpPr>
        <p:spPr>
          <a:xfrm>
            <a:off x="6773800" y="3268450"/>
            <a:ext cx="22008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000" u="none" cap="none" strike="noStrike">
                <a:solidFill>
                  <a:srgbClr val="000000"/>
                </a:solidFill>
                <a:latin typeface="Calibri"/>
                <a:ea typeface="Calibri"/>
                <a:cs typeface="Calibri"/>
                <a:sym typeface="Calibri"/>
              </a:rPr>
              <a:t>Lesson 6</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GB" sz="1000" u="none" cap="none" strike="noStrike">
                <a:solidFill>
                  <a:srgbClr val="000000"/>
                </a:solidFill>
                <a:latin typeface="Calibri"/>
                <a:ea typeface="Calibri"/>
                <a:cs typeface="Calibri"/>
                <a:sym typeface="Calibri"/>
              </a:rPr>
              <a:t>What is a brute force attack? What are VPNs, cookies, Internet search histories?</a:t>
            </a:r>
            <a:endParaRPr b="0" i="0" sz="1000" u="none" cap="none" strike="noStrike">
              <a:solidFill>
                <a:srgbClr val="000000"/>
              </a:solidFill>
              <a:latin typeface="Calibri"/>
              <a:ea typeface="Calibri"/>
              <a:cs typeface="Calibri"/>
              <a:sym typeface="Calibri"/>
            </a:endParaRPr>
          </a:p>
        </p:txBody>
      </p:sp>
      <p:sp>
        <p:nvSpPr>
          <p:cNvPr id="836" name="Google Shape;836;p22"/>
          <p:cNvSpPr txBox="1"/>
          <p:nvPr/>
        </p:nvSpPr>
        <p:spPr>
          <a:xfrm>
            <a:off x="2085300" y="170275"/>
            <a:ext cx="3788700" cy="52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2200" u="none" cap="none" strike="noStrike">
                <a:solidFill>
                  <a:srgbClr val="000000"/>
                </a:solidFill>
                <a:latin typeface="Calibri"/>
                <a:ea typeface="Calibri"/>
                <a:cs typeface="Calibri"/>
                <a:sym typeface="Calibri"/>
              </a:rPr>
              <a:t>Digital Forensics</a:t>
            </a:r>
            <a:endParaRPr b="0" i="0" sz="2200" u="none" cap="none" strike="noStrike">
              <a:solidFill>
                <a:srgbClr val="000000"/>
              </a:solidFill>
              <a:latin typeface="Calibri"/>
              <a:ea typeface="Calibri"/>
              <a:cs typeface="Calibri"/>
              <a:sym typeface="Calibri"/>
            </a:endParaRPr>
          </a:p>
        </p:txBody>
      </p:sp>
      <p:sp>
        <p:nvSpPr>
          <p:cNvPr id="837" name="Google Shape;837;p22"/>
          <p:cNvSpPr txBox="1"/>
          <p:nvPr/>
        </p:nvSpPr>
        <p:spPr>
          <a:xfrm>
            <a:off x="541713" y="911763"/>
            <a:ext cx="7938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0" i="0" lang="en-GB" sz="800" u="none" cap="none" strike="noStrike">
                <a:solidFill>
                  <a:srgbClr val="000000"/>
                </a:solidFill>
                <a:latin typeface="Calibri"/>
                <a:ea typeface="Calibri"/>
                <a:cs typeface="Calibri"/>
                <a:sym typeface="Calibri"/>
              </a:rPr>
              <a:t>Information Technology</a:t>
            </a:r>
            <a:endParaRPr b="0" i="0" sz="8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A4DAA1"/>
              </a:buClr>
              <a:buSzPts val="1100"/>
              <a:buFont typeface="Arial"/>
              <a:buNone/>
            </a:pPr>
            <a:r>
              <a:t/>
            </a:r>
            <a:endParaRPr b="0" i="0" sz="800" u="none" cap="none" strike="noStrike">
              <a:solidFill>
                <a:srgbClr val="000000"/>
              </a:solidFill>
              <a:latin typeface="Calibri"/>
              <a:ea typeface="Calibri"/>
              <a:cs typeface="Calibri"/>
              <a:sym typeface="Calibri"/>
            </a:endParaRPr>
          </a:p>
        </p:txBody>
      </p:sp>
      <p:sp>
        <p:nvSpPr>
          <p:cNvPr id="838" name="Google Shape;838;p22"/>
          <p:cNvSpPr txBox="1"/>
          <p:nvPr/>
        </p:nvSpPr>
        <p:spPr>
          <a:xfrm>
            <a:off x="524013" y="388975"/>
            <a:ext cx="8292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0" i="0" lang="en-GB" sz="800" u="none" cap="none" strike="noStrike">
                <a:solidFill>
                  <a:srgbClr val="000000"/>
                </a:solidFill>
                <a:latin typeface="Calibri"/>
                <a:ea typeface="Calibri"/>
                <a:cs typeface="Calibri"/>
                <a:sym typeface="Calibri"/>
              </a:rPr>
              <a:t>Computer Science</a:t>
            </a:r>
            <a:endParaRPr b="0" i="0" sz="8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A4DAA1"/>
              </a:buClr>
              <a:buSzPts val="1100"/>
              <a:buFont typeface="Arial"/>
              <a:buNone/>
            </a:pPr>
            <a:r>
              <a:t/>
            </a:r>
            <a:endParaRPr b="0" i="0" sz="800" u="none" cap="none" strike="noStrike">
              <a:solidFill>
                <a:srgbClr val="000000"/>
              </a:solidFill>
              <a:latin typeface="Calibri"/>
              <a:ea typeface="Calibri"/>
              <a:cs typeface="Calibri"/>
              <a:sym typeface="Calibri"/>
            </a:endParaRPr>
          </a:p>
        </p:txBody>
      </p:sp>
      <p:sp>
        <p:nvSpPr>
          <p:cNvPr id="839" name="Google Shape;839;p22"/>
          <p:cNvSpPr txBox="1"/>
          <p:nvPr/>
        </p:nvSpPr>
        <p:spPr>
          <a:xfrm>
            <a:off x="541700" y="1434563"/>
            <a:ext cx="793800" cy="35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800"/>
              <a:buFont typeface="Arial"/>
              <a:buNone/>
            </a:pPr>
            <a:r>
              <a:rPr b="0" i="0" lang="en-GB" sz="800" u="none" cap="none" strike="noStrike">
                <a:solidFill>
                  <a:srgbClr val="000000"/>
                </a:solidFill>
                <a:latin typeface="Calibri"/>
                <a:ea typeface="Calibri"/>
                <a:cs typeface="Calibri"/>
                <a:sym typeface="Calibri"/>
              </a:rPr>
              <a:t>Online Safety</a:t>
            </a:r>
            <a:endParaRPr b="0" i="0" sz="800" u="none" cap="none" strike="noStrike">
              <a:solidFill>
                <a:srgbClr val="000000"/>
              </a:solidFill>
              <a:latin typeface="Calibri"/>
              <a:ea typeface="Calibri"/>
              <a:cs typeface="Calibri"/>
              <a:sym typeface="Calibri"/>
            </a:endParaRPr>
          </a:p>
        </p:txBody>
      </p:sp>
      <p:sp>
        <p:nvSpPr>
          <p:cNvPr id="840" name="Google Shape;840;p22"/>
          <p:cNvSpPr txBox="1"/>
          <p:nvPr/>
        </p:nvSpPr>
        <p:spPr>
          <a:xfrm>
            <a:off x="147900" y="67163"/>
            <a:ext cx="1176600" cy="33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Computing</a:t>
            </a:r>
            <a:endParaRPr b="0" i="0" sz="800" u="none" cap="none" strike="noStrike">
              <a:solidFill>
                <a:srgbClr val="000000"/>
              </a:solidFill>
              <a:latin typeface="Calibri"/>
              <a:ea typeface="Calibri"/>
              <a:cs typeface="Calibri"/>
              <a:sym typeface="Calibri"/>
            </a:endParaRPr>
          </a:p>
        </p:txBody>
      </p:sp>
      <p:pic>
        <p:nvPicPr>
          <p:cNvPr id="841" name="Google Shape;841;p22"/>
          <p:cNvPicPr preferRelativeResize="0"/>
          <p:nvPr/>
        </p:nvPicPr>
        <p:blipFill rotWithShape="1">
          <a:blip r:embed="rId4">
            <a:alphaModFix/>
          </a:blip>
          <a:srcRect b="0" l="0" r="0" t="0"/>
          <a:stretch/>
        </p:blipFill>
        <p:spPr>
          <a:xfrm>
            <a:off x="7962010" y="290467"/>
            <a:ext cx="674739" cy="954301"/>
          </a:xfrm>
          <a:prstGeom prst="rect">
            <a:avLst/>
          </a:prstGeom>
          <a:noFill/>
          <a:ln>
            <a:noFill/>
          </a:ln>
        </p:spPr>
      </p:pic>
      <p:sp>
        <p:nvSpPr>
          <p:cNvPr id="842" name="Google Shape;842;p22"/>
          <p:cNvSpPr txBox="1"/>
          <p:nvPr/>
        </p:nvSpPr>
        <p:spPr>
          <a:xfrm>
            <a:off x="2241925" y="2548500"/>
            <a:ext cx="20043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2</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alibri"/>
                <a:ea typeface="Calibri"/>
                <a:cs typeface="Calibri"/>
                <a:sym typeface="Calibri"/>
              </a:rPr>
              <a:t>Do we really have privacy? Is our location always being tracked by the apps on our phones?</a:t>
            </a:r>
            <a:endParaRPr b="0" i="0" sz="1000" u="none" cap="none" strike="noStrike">
              <a:solidFill>
                <a:srgbClr val="000000"/>
              </a:solidFill>
              <a:latin typeface="Calibri"/>
              <a:ea typeface="Calibri"/>
              <a:cs typeface="Calibri"/>
              <a:sym typeface="Calibri"/>
            </a:endParaRPr>
          </a:p>
        </p:txBody>
      </p:sp>
      <p:sp>
        <p:nvSpPr>
          <p:cNvPr id="843" name="Google Shape;843;p22"/>
          <p:cNvSpPr/>
          <p:nvPr/>
        </p:nvSpPr>
        <p:spPr>
          <a:xfrm>
            <a:off x="5435393" y="632329"/>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7</a:t>
            </a:r>
            <a:endParaRPr b="0" i="0" sz="1600" u="none" cap="none" strike="noStrike">
              <a:solidFill>
                <a:srgbClr val="FFFFFF"/>
              </a:solidFill>
              <a:latin typeface="Calibri"/>
              <a:ea typeface="Calibri"/>
              <a:cs typeface="Calibri"/>
              <a:sym typeface="Calibri"/>
            </a:endParaRPr>
          </a:p>
        </p:txBody>
      </p:sp>
      <p:sp>
        <p:nvSpPr>
          <p:cNvPr id="844" name="Google Shape;844;p22"/>
          <p:cNvSpPr txBox="1"/>
          <p:nvPr/>
        </p:nvSpPr>
        <p:spPr>
          <a:xfrm>
            <a:off x="4139560" y="211204"/>
            <a:ext cx="1942500" cy="64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7</a:t>
            </a:r>
            <a:br>
              <a:rPr b="1" i="0" lang="en-GB" sz="1000" u="none" cap="none" strike="noStrike">
                <a:solidFill>
                  <a:srgbClr val="000000"/>
                </a:solidFill>
                <a:latin typeface="Calibri"/>
                <a:ea typeface="Calibri"/>
                <a:cs typeface="Calibri"/>
                <a:sym typeface="Calibri"/>
              </a:rPr>
            </a:br>
            <a:r>
              <a:rPr b="0" i="0" lang="en-GB" sz="1000" u="none" cap="none" strike="noStrike">
                <a:solidFill>
                  <a:srgbClr val="000000"/>
                </a:solidFill>
                <a:latin typeface="Calibri"/>
                <a:ea typeface="Calibri"/>
                <a:cs typeface="Calibri"/>
                <a:sym typeface="Calibri"/>
              </a:rPr>
              <a:t>How can instances of online grooming be avoided?</a:t>
            </a:r>
            <a:endParaRPr b="0" i="0" sz="1000" u="none" cap="none" strike="noStrike">
              <a:solidFill>
                <a:srgbClr val="000000"/>
              </a:solidFill>
              <a:latin typeface="Calibri"/>
              <a:ea typeface="Calibri"/>
              <a:cs typeface="Calibri"/>
              <a:sym typeface="Calibri"/>
            </a:endParaRPr>
          </a:p>
        </p:txBody>
      </p:sp>
      <p:pic>
        <p:nvPicPr>
          <p:cNvPr id="845" name="Google Shape;845;p22"/>
          <p:cNvPicPr preferRelativeResize="0"/>
          <p:nvPr/>
        </p:nvPicPr>
        <p:blipFill rotWithShape="1">
          <a:blip r:embed="rId5">
            <a:alphaModFix/>
          </a:blip>
          <a:srcRect b="0" l="0" r="0" t="0"/>
          <a:stretch/>
        </p:blipFill>
        <p:spPr>
          <a:xfrm>
            <a:off x="1471150" y="67163"/>
            <a:ext cx="606425" cy="606425"/>
          </a:xfrm>
          <a:prstGeom prst="rect">
            <a:avLst/>
          </a:prstGeom>
          <a:noFill/>
          <a:ln>
            <a:noFill/>
          </a:ln>
        </p:spPr>
      </p:pic>
      <p:pic>
        <p:nvPicPr>
          <p:cNvPr id="846" name="Google Shape;846;p22"/>
          <p:cNvPicPr preferRelativeResize="0"/>
          <p:nvPr/>
        </p:nvPicPr>
        <p:blipFill rotWithShape="1">
          <a:blip r:embed="rId6">
            <a:alphaModFix/>
          </a:blip>
          <a:srcRect b="0" l="0" r="0" t="0"/>
          <a:stretch/>
        </p:blipFill>
        <p:spPr>
          <a:xfrm>
            <a:off x="147887" y="411463"/>
            <a:ext cx="429768" cy="429768"/>
          </a:xfrm>
          <a:prstGeom prst="rect">
            <a:avLst/>
          </a:prstGeom>
          <a:noFill/>
          <a:ln>
            <a:noFill/>
          </a:ln>
        </p:spPr>
      </p:pic>
      <p:pic>
        <p:nvPicPr>
          <p:cNvPr id="847" name="Google Shape;847;p22"/>
          <p:cNvPicPr preferRelativeResize="0"/>
          <p:nvPr/>
        </p:nvPicPr>
        <p:blipFill rotWithShape="1">
          <a:blip r:embed="rId7">
            <a:alphaModFix/>
          </a:blip>
          <a:srcRect b="0" l="0" r="0" t="0"/>
          <a:stretch/>
        </p:blipFill>
        <p:spPr>
          <a:xfrm>
            <a:off x="147887" y="904363"/>
            <a:ext cx="429768" cy="429768"/>
          </a:xfrm>
          <a:prstGeom prst="rect">
            <a:avLst/>
          </a:prstGeom>
          <a:noFill/>
          <a:ln>
            <a:noFill/>
          </a:ln>
        </p:spPr>
      </p:pic>
      <p:pic>
        <p:nvPicPr>
          <p:cNvPr id="848" name="Google Shape;848;p22"/>
          <p:cNvPicPr preferRelativeResize="0"/>
          <p:nvPr/>
        </p:nvPicPr>
        <p:blipFill rotWithShape="1">
          <a:blip r:embed="rId3">
            <a:alphaModFix/>
          </a:blip>
          <a:srcRect b="0" l="0" r="0" t="0"/>
          <a:stretch/>
        </p:blipFill>
        <p:spPr>
          <a:xfrm>
            <a:off x="147888" y="1397275"/>
            <a:ext cx="429768" cy="429768"/>
          </a:xfrm>
          <a:prstGeom prst="rect">
            <a:avLst/>
          </a:prstGeom>
          <a:noFill/>
          <a:ln>
            <a:noFill/>
          </a:ln>
        </p:spPr>
      </p:pic>
      <p:sp>
        <p:nvSpPr>
          <p:cNvPr id="849" name="Google Shape;849;p22"/>
          <p:cNvSpPr txBox="1"/>
          <p:nvPr/>
        </p:nvSpPr>
        <p:spPr>
          <a:xfrm>
            <a:off x="7063450" y="1551050"/>
            <a:ext cx="18981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Calibri"/>
                <a:ea typeface="Calibri"/>
                <a:cs typeface="Calibri"/>
                <a:sym typeface="Calibri"/>
              </a:rPr>
              <a:t>Lesson  8</a:t>
            </a:r>
            <a:br>
              <a:rPr b="0" i="0" lang="en-GB" sz="1000" u="none" cap="none" strike="noStrike">
                <a:solidFill>
                  <a:srgbClr val="000000"/>
                </a:solidFill>
                <a:latin typeface="Calibri"/>
                <a:ea typeface="Calibri"/>
                <a:cs typeface="Calibri"/>
                <a:sym typeface="Calibri"/>
              </a:rPr>
            </a:br>
            <a:r>
              <a:rPr b="0" i="0" lang="en-GB" sz="1000" u="none" cap="none" strike="noStrike">
                <a:solidFill>
                  <a:srgbClr val="000000"/>
                </a:solidFill>
                <a:latin typeface="Calibri"/>
                <a:ea typeface="Calibri"/>
                <a:cs typeface="Calibri"/>
                <a:sym typeface="Calibri"/>
              </a:rPr>
              <a:t>What is my understanding of the lesson questions throughout this topic? &amp; SRT </a:t>
            </a:r>
            <a:endParaRPr b="0" i="0" sz="1000" u="none" cap="none" strike="noStrike">
              <a:solidFill>
                <a:srgbClr val="000000"/>
              </a:solidFill>
              <a:latin typeface="Calibri"/>
              <a:ea typeface="Calibri"/>
              <a:cs typeface="Calibri"/>
              <a:sym typeface="Calibri"/>
            </a:endParaRPr>
          </a:p>
        </p:txBody>
      </p:sp>
      <p:sp>
        <p:nvSpPr>
          <p:cNvPr id="850" name="Google Shape;850;p22"/>
          <p:cNvSpPr/>
          <p:nvPr/>
        </p:nvSpPr>
        <p:spPr>
          <a:xfrm>
            <a:off x="7063543" y="1004979"/>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8</a:t>
            </a:r>
            <a:endParaRPr b="0" i="0" sz="1600" u="none" cap="none" strike="noStrike">
              <a:solidFill>
                <a:srgbClr val="FFFFFF"/>
              </a:solidFill>
              <a:latin typeface="Calibri"/>
              <a:ea typeface="Calibri"/>
              <a:cs typeface="Calibri"/>
              <a:sym typeface="Calibri"/>
            </a:endParaRPr>
          </a:p>
        </p:txBody>
      </p:sp>
      <p:pic>
        <p:nvPicPr>
          <p:cNvPr id="851" name="Google Shape;851;p22"/>
          <p:cNvPicPr preferRelativeResize="0"/>
          <p:nvPr/>
        </p:nvPicPr>
        <p:blipFill rotWithShape="1">
          <a:blip r:embed="rId8">
            <a:alphaModFix/>
          </a:blip>
          <a:srcRect b="0" l="0" r="0" t="0"/>
          <a:stretch/>
        </p:blipFill>
        <p:spPr>
          <a:xfrm>
            <a:off x="7249626" y="4420802"/>
            <a:ext cx="1818171" cy="646500"/>
          </a:xfrm>
          <a:prstGeom prst="rect">
            <a:avLst/>
          </a:prstGeom>
          <a:noFill/>
          <a:ln>
            <a:noFill/>
          </a:ln>
        </p:spPr>
      </p:pic>
      <p:pic>
        <p:nvPicPr>
          <p:cNvPr id="852" name="Google Shape;852;p22"/>
          <p:cNvPicPr preferRelativeResize="0"/>
          <p:nvPr/>
        </p:nvPicPr>
        <p:blipFill rotWithShape="1">
          <a:blip r:embed="rId9">
            <a:alphaModFix/>
          </a:blip>
          <a:srcRect b="0" l="0" r="0" t="0"/>
          <a:stretch/>
        </p:blipFill>
        <p:spPr>
          <a:xfrm>
            <a:off x="76200" y="3987300"/>
            <a:ext cx="1080000" cy="1080000"/>
          </a:xfrm>
          <a:prstGeom prst="rect">
            <a:avLst/>
          </a:prstGeom>
          <a:noFill/>
          <a:ln>
            <a:noFill/>
          </a:ln>
        </p:spPr>
      </p:pic>
      <p:sp>
        <p:nvSpPr>
          <p:cNvPr id="853" name="Google Shape;853;p22"/>
          <p:cNvSpPr txBox="1"/>
          <p:nvPr/>
        </p:nvSpPr>
        <p:spPr>
          <a:xfrm>
            <a:off x="2504393" y="1828250"/>
            <a:ext cx="18981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000" u="none" cap="none" strike="noStrike">
                <a:solidFill>
                  <a:srgbClr val="000000"/>
                </a:solidFill>
                <a:latin typeface="Calibri"/>
                <a:ea typeface="Calibri"/>
                <a:cs typeface="Calibri"/>
                <a:sym typeface="Calibri"/>
              </a:rPr>
              <a:t>Lesson 4</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GB" sz="1000" u="none" cap="none" strike="noStrike">
                <a:solidFill>
                  <a:srgbClr val="000000"/>
                </a:solidFill>
                <a:latin typeface="Calibri"/>
                <a:ea typeface="Calibri"/>
                <a:cs typeface="Calibri"/>
                <a:sym typeface="Calibri"/>
              </a:rPr>
              <a:t>How can a database be questioned?</a:t>
            </a:r>
            <a:endParaRPr b="0" i="0" sz="1000" u="none" cap="none" strike="noStrike">
              <a:solidFill>
                <a:srgbClr val="000000"/>
              </a:solidFill>
              <a:latin typeface="Calibri"/>
              <a:ea typeface="Calibri"/>
              <a:cs typeface="Calibri"/>
              <a:sym typeface="Calibri"/>
            </a:endParaRPr>
          </a:p>
        </p:txBody>
      </p:sp>
      <p:sp>
        <p:nvSpPr>
          <p:cNvPr id="854" name="Google Shape;854;p22"/>
          <p:cNvSpPr/>
          <p:nvPr/>
        </p:nvSpPr>
        <p:spPr>
          <a:xfrm>
            <a:off x="3949081" y="1915542"/>
            <a:ext cx="358693" cy="429590"/>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Calibri"/>
                <a:ea typeface="Calibri"/>
                <a:cs typeface="Calibri"/>
                <a:sym typeface="Calibri"/>
              </a:rPr>
              <a:t>4</a:t>
            </a:r>
            <a:endParaRPr b="0" i="0" sz="1600" u="none" cap="none" strike="noStrik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23"/>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sz="3400">
                <a:latin typeface="Calibri"/>
                <a:ea typeface="Calibri"/>
                <a:cs typeface="Calibri"/>
                <a:sym typeface="Calibri"/>
              </a:rPr>
              <a:t>Keyword Recall</a:t>
            </a:r>
            <a:endParaRPr b="0" sz="3400">
              <a:latin typeface="Calibri"/>
              <a:ea typeface="Calibri"/>
              <a:cs typeface="Calibri"/>
              <a:sym typeface="Calibri"/>
            </a:endParaRPr>
          </a:p>
        </p:txBody>
      </p:sp>
      <p:sp>
        <p:nvSpPr>
          <p:cNvPr id="860" name="Google Shape;860;p23"/>
          <p:cNvSpPr txBox="1"/>
          <p:nvPr>
            <p:ph idx="1" type="body"/>
          </p:nvPr>
        </p:nvSpPr>
        <p:spPr>
          <a:xfrm>
            <a:off x="713275" y="1152475"/>
            <a:ext cx="43986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2200">
                <a:latin typeface="Calibri"/>
                <a:ea typeface="Calibri"/>
                <a:cs typeface="Calibri"/>
                <a:sym typeface="Calibri"/>
              </a:rPr>
              <a:t>From Google Classroom open the Digital Forensics Quiz and complete the 10 questions</a:t>
            </a:r>
            <a:endParaRPr sz="2200">
              <a:latin typeface="Calibri"/>
              <a:ea typeface="Calibri"/>
              <a:cs typeface="Calibri"/>
              <a:sym typeface="Calibri"/>
            </a:endParaRPr>
          </a:p>
        </p:txBody>
      </p:sp>
      <p:pic>
        <p:nvPicPr>
          <p:cNvPr id="861" name="Google Shape;861;p23"/>
          <p:cNvPicPr preferRelativeResize="0"/>
          <p:nvPr/>
        </p:nvPicPr>
        <p:blipFill rotWithShape="1">
          <a:blip r:embed="rId3">
            <a:alphaModFix/>
          </a:blip>
          <a:srcRect b="0" l="0" r="0" t="0"/>
          <a:stretch/>
        </p:blipFill>
        <p:spPr>
          <a:xfrm>
            <a:off x="5136349" y="1152475"/>
            <a:ext cx="2784856" cy="2571751"/>
          </a:xfrm>
          <a:prstGeom prst="rect">
            <a:avLst/>
          </a:prstGeom>
          <a:noFill/>
          <a:ln>
            <a:noFill/>
          </a:ln>
        </p:spPr>
      </p:pic>
      <p:pic>
        <p:nvPicPr>
          <p:cNvPr id="862" name="Google Shape;862;p23"/>
          <p:cNvPicPr preferRelativeResize="0"/>
          <p:nvPr/>
        </p:nvPicPr>
        <p:blipFill rotWithShape="1">
          <a:blip r:embed="rId4">
            <a:alphaModFix/>
          </a:blip>
          <a:srcRect b="0" l="0" r="0" t="0"/>
          <a:stretch/>
        </p:blipFill>
        <p:spPr>
          <a:xfrm>
            <a:off x="76188" y="3987300"/>
            <a:ext cx="1080000" cy="1080000"/>
          </a:xfrm>
          <a:prstGeom prst="rect">
            <a:avLst/>
          </a:prstGeom>
          <a:noFill/>
          <a:ln>
            <a:noFill/>
          </a:ln>
        </p:spPr>
      </p:pic>
      <p:pic>
        <p:nvPicPr>
          <p:cNvPr id="863" name="Google Shape;863;p23"/>
          <p:cNvPicPr preferRelativeResize="0"/>
          <p:nvPr/>
        </p:nvPicPr>
        <p:blipFill rotWithShape="1">
          <a:blip r:embed="rId5">
            <a:alphaModFix/>
          </a:blip>
          <a:srcRect b="0" l="0" r="0" t="0"/>
          <a:stretch/>
        </p:blipFill>
        <p:spPr>
          <a:xfrm>
            <a:off x="1232412" y="4254600"/>
            <a:ext cx="540000" cy="545400"/>
          </a:xfrm>
          <a:prstGeom prst="rect">
            <a:avLst/>
          </a:prstGeom>
          <a:noFill/>
          <a:ln>
            <a:noFill/>
          </a:ln>
        </p:spPr>
      </p:pic>
      <p:pic>
        <p:nvPicPr>
          <p:cNvPr id="864" name="Google Shape;864;p23" title="classroom.png"/>
          <p:cNvPicPr preferRelativeResize="0"/>
          <p:nvPr/>
        </p:nvPicPr>
        <p:blipFill rotWithShape="1">
          <a:blip r:embed="rId6">
            <a:alphaModFix/>
          </a:blip>
          <a:srcRect b="0" l="0" r="0" t="0"/>
          <a:stretch/>
        </p:blipFill>
        <p:spPr>
          <a:xfrm>
            <a:off x="4032000" y="3987294"/>
            <a:ext cx="1080000" cy="1080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A4A"/>
        </a:solidFill>
      </p:bgPr>
    </p:bg>
    <p:spTree>
      <p:nvGrpSpPr>
        <p:cNvPr id="868" name="Shape 868"/>
        <p:cNvGrpSpPr/>
        <p:nvPr/>
      </p:nvGrpSpPr>
      <p:grpSpPr>
        <a:xfrm>
          <a:off x="0" y="0"/>
          <a:ext cx="0" cy="0"/>
          <a:chOff x="0" y="0"/>
          <a:chExt cx="0" cy="0"/>
        </a:xfrm>
      </p:grpSpPr>
      <p:sp>
        <p:nvSpPr>
          <p:cNvPr id="869" name="Google Shape;869;p24"/>
          <p:cNvSpPr txBox="1"/>
          <p:nvPr/>
        </p:nvSpPr>
        <p:spPr>
          <a:xfrm>
            <a:off x="457200" y="80000"/>
            <a:ext cx="8229600" cy="530000"/>
          </a:xfrm>
          <a:prstGeom prst="rect">
            <a:avLst/>
          </a:prstGeom>
          <a:solidFill>
            <a:srgbClr val="028090"/>
          </a:solidFill>
          <a:ln>
            <a:noFill/>
          </a:ln>
        </p:spPr>
        <p:txBody>
          <a:bodyPr anchorCtr="0" anchor="ctr" bIns="45700" lIns="182875" spcFirstLastPara="1" rIns="18287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GB" sz="2800" u="none" cap="none" strike="noStrike">
                <a:solidFill>
                  <a:srgbClr val="FFFFFF"/>
                </a:solidFill>
                <a:latin typeface="Calibri"/>
                <a:ea typeface="Calibri"/>
                <a:cs typeface="Calibri"/>
                <a:sym typeface="Calibri"/>
              </a:rPr>
              <a:t>Careers in Digital Forensics</a:t>
            </a:r>
            <a:endParaRPr/>
          </a:p>
        </p:txBody>
      </p:sp>
      <p:sp>
        <p:nvSpPr>
          <p:cNvPr id="870" name="Google Shape;870;p24"/>
          <p:cNvSpPr/>
          <p:nvPr/>
        </p:nvSpPr>
        <p:spPr>
          <a:xfrm>
            <a:off x="457200" y="660000"/>
            <a:ext cx="2590800" cy="4200000"/>
          </a:xfrm>
          <a:prstGeom prst="roundRect">
            <a:avLst>
              <a:gd fmla="val 30000" name="adj"/>
            </a:avLst>
          </a:prstGeom>
          <a:solidFill>
            <a:srgbClr val="0D2B38"/>
          </a:solidFill>
          <a:ln cap="flat" cmpd="sng" w="254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1" name="Google Shape;871;p24"/>
          <p:cNvSpPr txBox="1"/>
          <p:nvPr/>
        </p:nvSpPr>
        <p:spPr>
          <a:xfrm>
            <a:off x="457200" y="660000"/>
            <a:ext cx="2590800" cy="43000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FFFFFF"/>
                </a:solidFill>
                <a:latin typeface="Calibri"/>
                <a:ea typeface="Calibri"/>
                <a:cs typeface="Calibri"/>
                <a:sym typeface="Calibri"/>
              </a:rPr>
              <a:t>Digital Forensic Investigator</a:t>
            </a:r>
            <a:endParaRPr/>
          </a:p>
        </p:txBody>
      </p:sp>
      <p:sp>
        <p:nvSpPr>
          <p:cNvPr id="872" name="Google Shape;872;p24"/>
          <p:cNvSpPr txBox="1"/>
          <p:nvPr/>
        </p:nvSpPr>
        <p:spPr>
          <a:xfrm>
            <a:off x="503400" y="1110000"/>
            <a:ext cx="2498400" cy="50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OVERVIEW</a:t>
            </a:r>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C8D8E0"/>
                </a:solidFill>
                <a:latin typeface="Calibri"/>
                <a:ea typeface="Calibri"/>
                <a:cs typeface="Calibri"/>
                <a:sym typeface="Calibri"/>
              </a:rPr>
              <a:t>Recovers and analyses digital evidence from devices for criminal investigations and court proceedings.</a:t>
            </a:r>
            <a:endParaRPr/>
          </a:p>
        </p:txBody>
      </p:sp>
      <p:sp>
        <p:nvSpPr>
          <p:cNvPr id="873" name="Google Shape;873;p24"/>
          <p:cNvSpPr txBox="1"/>
          <p:nvPr/>
        </p:nvSpPr>
        <p:spPr>
          <a:xfrm>
            <a:off x="503400" y="1770766"/>
            <a:ext cx="2498400" cy="380000"/>
          </a:xfrm>
          <a:prstGeom prst="rect">
            <a:avLst/>
          </a:prstGeom>
          <a:solidFill>
            <a:srgbClr val="013A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rgbClr val="02C39A"/>
                </a:solidFill>
                <a:latin typeface="Calibri"/>
                <a:ea typeface="Calibri"/>
                <a:cs typeface="Calibri"/>
                <a:sym typeface="Calibri"/>
              </a:rPr>
              <a:t>AVG SALARY</a:t>
            </a:r>
            <a:r>
              <a:rPr b="0" i="0" lang="en-GB" sz="1000" u="none" cap="none" strike="noStrike">
                <a:solidFill>
                  <a:srgbClr val="FFFFFF"/>
                </a:solidFill>
                <a:latin typeface="Calibri"/>
                <a:ea typeface="Calibri"/>
                <a:cs typeface="Calibri"/>
                <a:sym typeface="Calibri"/>
              </a:rPr>
              <a:t>  £28,000 – £55,000</a:t>
            </a:r>
            <a:endParaRPr/>
          </a:p>
        </p:txBody>
      </p:sp>
      <p:sp>
        <p:nvSpPr>
          <p:cNvPr id="874" name="Google Shape;874;p24"/>
          <p:cNvSpPr txBox="1"/>
          <p:nvPr/>
        </p:nvSpPr>
        <p:spPr>
          <a:xfrm>
            <a:off x="503400" y="2060000"/>
            <a:ext cx="2498400" cy="108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SOFT SKILLS</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Analytical thinking</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Attention to detail</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Written communication</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Ethical judgement</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Problem solving</a:t>
            </a:r>
            <a:endParaRPr/>
          </a:p>
        </p:txBody>
      </p:sp>
      <p:sp>
        <p:nvSpPr>
          <p:cNvPr id="875" name="Google Shape;875;p24"/>
          <p:cNvSpPr txBox="1"/>
          <p:nvPr/>
        </p:nvSpPr>
        <p:spPr>
          <a:xfrm>
            <a:off x="503400" y="3180000"/>
            <a:ext cx="2498400" cy="150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2C39A"/>
                </a:solidFill>
                <a:latin typeface="Calibri"/>
                <a:ea typeface="Calibri"/>
                <a:cs typeface="Calibri"/>
                <a:sym typeface="Calibri"/>
              </a:rPr>
              <a:t>QUALIFICATIONS</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Degree in Computer Forensics / Computing</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A-levels in Maths, IT or Science</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EnCE or GCFE certification</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GCSEs incl. Maths &amp; English (gr 4+)</a:t>
            </a:r>
            <a:endParaRPr/>
          </a:p>
        </p:txBody>
      </p:sp>
      <p:sp>
        <p:nvSpPr>
          <p:cNvPr id="876" name="Google Shape;876;p24"/>
          <p:cNvSpPr/>
          <p:nvPr/>
        </p:nvSpPr>
        <p:spPr>
          <a:xfrm>
            <a:off x="3276600" y="660000"/>
            <a:ext cx="2590800" cy="4200000"/>
          </a:xfrm>
          <a:prstGeom prst="roundRect">
            <a:avLst>
              <a:gd fmla="val 30000" name="adj"/>
            </a:avLst>
          </a:prstGeom>
          <a:solidFill>
            <a:srgbClr val="0D2B38"/>
          </a:solidFill>
          <a:ln cap="flat" cmpd="sng" w="254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7" name="Google Shape;877;p24"/>
          <p:cNvSpPr txBox="1"/>
          <p:nvPr/>
        </p:nvSpPr>
        <p:spPr>
          <a:xfrm>
            <a:off x="3276600" y="660000"/>
            <a:ext cx="2590800" cy="43000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FFFFFF"/>
                </a:solidFill>
                <a:latin typeface="Calibri"/>
                <a:ea typeface="Calibri"/>
                <a:cs typeface="Calibri"/>
                <a:sym typeface="Calibri"/>
              </a:rPr>
              <a:t>Police Digital Forensics Officer</a:t>
            </a:r>
            <a:endParaRPr/>
          </a:p>
        </p:txBody>
      </p:sp>
      <p:sp>
        <p:nvSpPr>
          <p:cNvPr id="878" name="Google Shape;878;p24"/>
          <p:cNvSpPr txBox="1"/>
          <p:nvPr/>
        </p:nvSpPr>
        <p:spPr>
          <a:xfrm>
            <a:off x="3322800" y="1110000"/>
            <a:ext cx="2498400" cy="56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OVERVIEW</a:t>
            </a:r>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C8D8E0"/>
                </a:solidFill>
                <a:latin typeface="Calibri"/>
                <a:ea typeface="Calibri"/>
                <a:cs typeface="Calibri"/>
                <a:sym typeface="Calibri"/>
              </a:rPr>
              <a:t>Works within a police force extracting evidence from phones, computers and other devices seized during investigations.</a:t>
            </a:r>
            <a:endParaRPr/>
          </a:p>
        </p:txBody>
      </p:sp>
      <p:sp>
        <p:nvSpPr>
          <p:cNvPr id="879" name="Google Shape;879;p24"/>
          <p:cNvSpPr txBox="1"/>
          <p:nvPr/>
        </p:nvSpPr>
        <p:spPr>
          <a:xfrm>
            <a:off x="3322800" y="1850723"/>
            <a:ext cx="2498400" cy="380000"/>
          </a:xfrm>
          <a:prstGeom prst="rect">
            <a:avLst/>
          </a:prstGeom>
          <a:solidFill>
            <a:srgbClr val="013A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rgbClr val="02C39A"/>
                </a:solidFill>
                <a:latin typeface="Calibri"/>
                <a:ea typeface="Calibri"/>
                <a:cs typeface="Calibri"/>
                <a:sym typeface="Calibri"/>
              </a:rPr>
              <a:t>AVG SALARY</a:t>
            </a:r>
            <a:r>
              <a:rPr b="0" i="0" lang="en-GB" sz="1000" u="none" cap="none" strike="noStrike">
                <a:solidFill>
                  <a:srgbClr val="FFFFFF"/>
                </a:solidFill>
                <a:latin typeface="Calibri"/>
                <a:ea typeface="Calibri"/>
                <a:cs typeface="Calibri"/>
                <a:sym typeface="Calibri"/>
              </a:rPr>
              <a:t>  £25,000 – £45,000</a:t>
            </a:r>
            <a:endParaRPr/>
          </a:p>
        </p:txBody>
      </p:sp>
      <p:sp>
        <p:nvSpPr>
          <p:cNvPr id="880" name="Google Shape;880;p24"/>
          <p:cNvSpPr txBox="1"/>
          <p:nvPr/>
        </p:nvSpPr>
        <p:spPr>
          <a:xfrm>
            <a:off x="3322800" y="2217657"/>
            <a:ext cx="2498400" cy="108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SOFT SKILLS</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Integrity &amp; discretion</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Resilience under pressure</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Teamwork</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Report writing</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Critical thinking</a:t>
            </a:r>
            <a:endParaRPr/>
          </a:p>
        </p:txBody>
      </p:sp>
      <p:sp>
        <p:nvSpPr>
          <p:cNvPr id="881" name="Google Shape;881;p24"/>
          <p:cNvSpPr txBox="1"/>
          <p:nvPr/>
        </p:nvSpPr>
        <p:spPr>
          <a:xfrm>
            <a:off x="3322800" y="3274596"/>
            <a:ext cx="2498400" cy="150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2C39A"/>
                </a:solidFill>
                <a:latin typeface="Calibri"/>
                <a:ea typeface="Calibri"/>
                <a:cs typeface="Calibri"/>
                <a:sym typeface="Calibri"/>
              </a:rPr>
              <a:t>QUALIFICATIONS</a:t>
            </a:r>
            <a:endParaRPr/>
          </a:p>
          <a:p>
            <a:pPr indent="-114300" lvl="0" marL="114300"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C8D8E0"/>
                </a:solidFill>
                <a:latin typeface="Calibri"/>
                <a:ea typeface="Calibri"/>
                <a:cs typeface="Calibri"/>
                <a:sym typeface="Calibri"/>
              </a:rPr>
              <a:t>Degree or HND in IT / Forensics</a:t>
            </a:r>
            <a:endParaRPr/>
          </a:p>
          <a:p>
            <a:pPr indent="-114300" lvl="0" marL="114300"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C8D8E0"/>
                </a:solidFill>
                <a:latin typeface="Calibri"/>
                <a:ea typeface="Calibri"/>
                <a:cs typeface="Calibri"/>
                <a:sym typeface="Calibri"/>
              </a:rPr>
              <a:t>Police vetting clearance</a:t>
            </a:r>
            <a:endParaRPr/>
          </a:p>
          <a:p>
            <a:pPr indent="-114300" lvl="0" marL="114300"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C8D8E0"/>
                </a:solidFill>
                <a:latin typeface="Calibri"/>
                <a:ea typeface="Calibri"/>
                <a:cs typeface="Calibri"/>
                <a:sym typeface="Calibri"/>
              </a:rPr>
              <a:t>ACPO / NPCC guidelines training</a:t>
            </a:r>
            <a:endParaRPr/>
          </a:p>
          <a:p>
            <a:pPr indent="-114300" lvl="0" marL="114300"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C8D8E0"/>
                </a:solidFill>
                <a:latin typeface="Calibri"/>
                <a:ea typeface="Calibri"/>
                <a:cs typeface="Calibri"/>
                <a:sym typeface="Calibri"/>
              </a:rPr>
              <a:t>GCSEs incl. Maths &amp; English (gr 4+)</a:t>
            </a:r>
            <a:endParaRPr/>
          </a:p>
        </p:txBody>
      </p:sp>
      <p:sp>
        <p:nvSpPr>
          <p:cNvPr id="882" name="Google Shape;882;p24"/>
          <p:cNvSpPr/>
          <p:nvPr/>
        </p:nvSpPr>
        <p:spPr>
          <a:xfrm>
            <a:off x="6096000" y="660000"/>
            <a:ext cx="2590800" cy="4200000"/>
          </a:xfrm>
          <a:prstGeom prst="roundRect">
            <a:avLst>
              <a:gd fmla="val 30000" name="adj"/>
            </a:avLst>
          </a:prstGeom>
          <a:solidFill>
            <a:srgbClr val="0D2B38"/>
          </a:solidFill>
          <a:ln cap="flat" cmpd="sng" w="254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3" name="Google Shape;883;p24"/>
          <p:cNvSpPr txBox="1"/>
          <p:nvPr/>
        </p:nvSpPr>
        <p:spPr>
          <a:xfrm>
            <a:off x="6096000" y="660000"/>
            <a:ext cx="2590800" cy="430000"/>
          </a:xfrm>
          <a:prstGeom prst="rect">
            <a:avLst/>
          </a:prstGeom>
          <a:solidFill>
            <a:srgbClr val="028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FFFFFF"/>
                </a:solidFill>
                <a:latin typeface="Calibri"/>
                <a:ea typeface="Calibri"/>
                <a:cs typeface="Calibri"/>
                <a:sym typeface="Calibri"/>
              </a:rPr>
              <a:t>Forensic IT Technician</a:t>
            </a:r>
            <a:endParaRPr/>
          </a:p>
        </p:txBody>
      </p:sp>
      <p:sp>
        <p:nvSpPr>
          <p:cNvPr id="884" name="Google Shape;884;p24"/>
          <p:cNvSpPr txBox="1"/>
          <p:nvPr/>
        </p:nvSpPr>
        <p:spPr>
          <a:xfrm>
            <a:off x="6142200" y="1110000"/>
            <a:ext cx="2498400" cy="65131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OVERVIEW</a:t>
            </a:r>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C8D8E0"/>
                </a:solidFill>
                <a:latin typeface="Calibri"/>
                <a:ea typeface="Calibri"/>
                <a:cs typeface="Calibri"/>
                <a:sym typeface="Calibri"/>
              </a:rPr>
              <a:t>Supports forensic investigations by imaging drives, recovering deleted files and maintaining evidence integrity.</a:t>
            </a:r>
            <a:endParaRPr/>
          </a:p>
        </p:txBody>
      </p:sp>
      <p:sp>
        <p:nvSpPr>
          <p:cNvPr id="885" name="Google Shape;885;p24"/>
          <p:cNvSpPr txBox="1"/>
          <p:nvPr/>
        </p:nvSpPr>
        <p:spPr>
          <a:xfrm>
            <a:off x="6142200" y="1795542"/>
            <a:ext cx="2498400" cy="380000"/>
          </a:xfrm>
          <a:prstGeom prst="rect">
            <a:avLst/>
          </a:prstGeom>
          <a:solidFill>
            <a:srgbClr val="013A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rgbClr val="02C39A"/>
                </a:solidFill>
                <a:latin typeface="Calibri"/>
                <a:ea typeface="Calibri"/>
                <a:cs typeface="Calibri"/>
                <a:sym typeface="Calibri"/>
              </a:rPr>
              <a:t>AVG SALARY</a:t>
            </a:r>
            <a:r>
              <a:rPr b="0" i="0" lang="en-GB" sz="1000" u="none" cap="none" strike="noStrike">
                <a:solidFill>
                  <a:srgbClr val="FFFFFF"/>
                </a:solidFill>
                <a:latin typeface="Calibri"/>
                <a:ea typeface="Calibri"/>
                <a:cs typeface="Calibri"/>
                <a:sym typeface="Calibri"/>
              </a:rPr>
              <a:t>  £22,000 – £40,000</a:t>
            </a:r>
            <a:endParaRPr/>
          </a:p>
        </p:txBody>
      </p:sp>
      <p:sp>
        <p:nvSpPr>
          <p:cNvPr id="886" name="Google Shape;886;p24"/>
          <p:cNvSpPr txBox="1"/>
          <p:nvPr/>
        </p:nvSpPr>
        <p:spPr>
          <a:xfrm>
            <a:off x="6142200" y="2209774"/>
            <a:ext cx="2498400" cy="108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GB" sz="1050" u="none" cap="none" strike="noStrike">
                <a:solidFill>
                  <a:srgbClr val="02C39A"/>
                </a:solidFill>
                <a:latin typeface="Calibri"/>
                <a:ea typeface="Calibri"/>
                <a:cs typeface="Calibri"/>
                <a:sym typeface="Calibri"/>
              </a:rPr>
              <a:t>SOFT SKILLS</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Patience &amp; meticulousness</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Logical reasoning</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Time management</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Collaborative working</a:t>
            </a:r>
            <a:endParaRPr/>
          </a:p>
          <a:p>
            <a:pPr indent="-114300" lvl="0" marL="114300" marR="0" rtl="0" algn="l">
              <a:lnSpc>
                <a:spcPct val="100000"/>
              </a:lnSpc>
              <a:spcBef>
                <a:spcPts val="0"/>
              </a:spcBef>
              <a:spcAft>
                <a:spcPts val="0"/>
              </a:spcAft>
              <a:buClr>
                <a:srgbClr val="000000"/>
              </a:buClr>
              <a:buSzPts val="1000"/>
              <a:buFont typeface="Arial"/>
              <a:buChar char="•"/>
            </a:pPr>
            <a:r>
              <a:rPr b="0" i="0" lang="en-GB" sz="1000" u="none" cap="none" strike="noStrike">
                <a:solidFill>
                  <a:srgbClr val="C8D8E0"/>
                </a:solidFill>
                <a:latin typeface="Calibri"/>
                <a:ea typeface="Calibri"/>
                <a:cs typeface="Calibri"/>
                <a:sym typeface="Calibri"/>
              </a:rPr>
              <a:t>Curiosity &amp; initiative</a:t>
            </a:r>
            <a:endParaRPr/>
          </a:p>
        </p:txBody>
      </p:sp>
      <p:sp>
        <p:nvSpPr>
          <p:cNvPr id="887" name="Google Shape;887;p24"/>
          <p:cNvSpPr txBox="1"/>
          <p:nvPr/>
        </p:nvSpPr>
        <p:spPr>
          <a:xfrm>
            <a:off x="6142200" y="3274596"/>
            <a:ext cx="2498400" cy="15000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2C39A"/>
                </a:solidFill>
                <a:latin typeface="Calibri"/>
                <a:ea typeface="Calibri"/>
                <a:cs typeface="Calibri"/>
                <a:sym typeface="Calibri"/>
              </a:rPr>
              <a:t>QUALIFICATIONS</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Level 3 IT or Computing qualification</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CompTIA A+ or Network+ cert.</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Apprenticeship pathway available</a:t>
            </a:r>
            <a:endParaRPr/>
          </a:p>
          <a:p>
            <a:pPr indent="-114300" lvl="0" marL="114300" marR="0" rtl="0" algn="l">
              <a:lnSpc>
                <a:spcPct val="100000"/>
              </a:lnSpc>
              <a:spcBef>
                <a:spcPts val="0"/>
              </a:spcBef>
              <a:spcAft>
                <a:spcPts val="0"/>
              </a:spcAft>
              <a:buClr>
                <a:srgbClr val="000000"/>
              </a:buClr>
              <a:buSzPts val="1050"/>
              <a:buFont typeface="Arial"/>
              <a:buChar char="•"/>
            </a:pPr>
            <a:r>
              <a:rPr b="0" i="0" lang="en-GB" sz="1050" u="none" cap="none" strike="noStrike">
                <a:solidFill>
                  <a:srgbClr val="C8D8E0"/>
                </a:solidFill>
                <a:latin typeface="Calibri"/>
                <a:ea typeface="Calibri"/>
                <a:cs typeface="Calibri"/>
                <a:sym typeface="Calibri"/>
              </a:rPr>
              <a:t>GCSEs incl. Maths &amp; English (gr 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graphicFrame>
        <p:nvGraphicFramePr>
          <p:cNvPr id="892" name="Google Shape;892;p25"/>
          <p:cNvGraphicFramePr/>
          <p:nvPr/>
        </p:nvGraphicFramePr>
        <p:xfrm>
          <a:off x="514838" y="713100"/>
          <a:ext cx="3000000" cy="3000000"/>
        </p:xfrm>
        <a:graphic>
          <a:graphicData uri="http://schemas.openxmlformats.org/drawingml/2006/table">
            <a:tbl>
              <a:tblPr>
                <a:noFill/>
                <a:tableStyleId>{91F4AFC3-EAD0-4143-9F15-C550427DF202}</a:tableStyleId>
              </a:tblPr>
              <a:tblGrid>
                <a:gridCol w="1355675"/>
                <a:gridCol w="6842275"/>
              </a:tblGrid>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Analysis</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A detailed examination of the elements or structure of something.</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2256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Brute Force Attack</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A brute force attack is a hacking method that uses trial and error to crack passwords, login credentials, and encryption keys</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Chain of Custody</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The term Chain of Custody refers to the chronological documentation associated with the evidence.  </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This records the paper trail, custody, transfer, analysis and disposal of the evidence.</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Chronological</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Following the order in which they occurred. "the entries are in chronological order"</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Digital Forensics</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Digital forensics is the process of uncovering and interpreting electronic data.</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It is the process of identifying, preserving, analysing, and documenting digital evidence.</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IP Address</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A unique string of characters that identifies each computer using the Internet Protocol to communicate over a network i.e. 123.23.46.232</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234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MAC Address</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A MAC address is the unique identifier that is assigned by the manufacturer to a piece of network hardware </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Metadata</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Metadata is data about data - it allows a computer to construct an image. </a:t>
                      </a:r>
                      <a:endParaRPr sz="1400" u="none" cap="none" strike="noStrike">
                        <a:latin typeface="Calibri"/>
                        <a:ea typeface="Calibri"/>
                        <a:cs typeface="Calibri"/>
                        <a:sym typeface="Calibri"/>
                      </a:endParaRPr>
                    </a:p>
                  </a:txBody>
                  <a:tcPr marT="54000" marB="54000" marR="91425" marL="91425">
                    <a:lnL cap="flat" cmpd="sng" w="19050">
                      <a:solidFill>
                        <a:srgbClr val="F3E3C5"/>
                      </a:solidFill>
                      <a:prstDash val="solid"/>
                      <a:round/>
                      <a:headEnd len="sm" w="sm" type="none"/>
                      <a:tailEnd len="sm" w="sm" type="none"/>
                    </a:lnL>
                    <a:lnR cap="flat" cmpd="sng" w="19050">
                      <a:solidFill>
                        <a:srgbClr val="F3E3C5"/>
                      </a:solidFill>
                      <a:prstDash val="solid"/>
                      <a:round/>
                      <a:headEnd len="sm" w="sm" type="none"/>
                      <a:tailEnd len="sm" w="sm" type="none"/>
                    </a:lnR>
                    <a:lnT cap="flat" cmpd="sng" w="19050">
                      <a:solidFill>
                        <a:srgbClr val="F3E3C5"/>
                      </a:solidFill>
                      <a:prstDash val="solid"/>
                      <a:round/>
                      <a:headEnd len="sm" w="sm" type="none"/>
                      <a:tailEnd len="sm" w="sm" type="none"/>
                    </a:lnT>
                    <a:lnB cap="flat" cmpd="sng" w="19050">
                      <a:solidFill>
                        <a:srgbClr val="F3E3C5"/>
                      </a:solidFill>
                      <a:prstDash val="solid"/>
                      <a:round/>
                      <a:headEnd len="sm" w="sm" type="none"/>
                      <a:tailEnd len="sm" w="sm" type="none"/>
                    </a:lnB>
                  </a:tcPr>
                </a:tc>
              </a:tr>
            </a:tbl>
          </a:graphicData>
        </a:graphic>
      </p:graphicFrame>
      <p:sp>
        <p:nvSpPr>
          <p:cNvPr id="893" name="Google Shape;893;p25"/>
          <p:cNvSpPr txBox="1"/>
          <p:nvPr>
            <p:ph type="title"/>
          </p:nvPr>
        </p:nvSpPr>
        <p:spPr>
          <a:xfrm>
            <a:off x="713275" y="64025"/>
            <a:ext cx="7717500" cy="78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Vocabulary List</a:t>
            </a:r>
            <a:endParaRPr b="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6"/>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Recap</a:t>
            </a:r>
            <a:endParaRPr b="0">
              <a:latin typeface="Calibri"/>
              <a:ea typeface="Calibri"/>
              <a:cs typeface="Calibri"/>
              <a:sym typeface="Calibri"/>
            </a:endParaRPr>
          </a:p>
        </p:txBody>
      </p:sp>
      <p:sp>
        <p:nvSpPr>
          <p:cNvPr id="899" name="Google Shape;899;p26"/>
          <p:cNvSpPr txBox="1"/>
          <p:nvPr>
            <p:ph idx="1" type="body"/>
          </p:nvPr>
        </p:nvSpPr>
        <p:spPr>
          <a:xfrm>
            <a:off x="713275" y="988600"/>
            <a:ext cx="57843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Last lesson you searched the home of suspect Ashley Williams.</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You had to unlock his safe and his computer in order to gather evidence.</a:t>
            </a:r>
            <a:endParaRPr>
              <a:latin typeface="Calibri"/>
              <a:ea typeface="Calibri"/>
              <a:cs typeface="Calibri"/>
              <a:sym typeface="Calibri"/>
            </a:endParaRPr>
          </a:p>
        </p:txBody>
      </p:sp>
      <p:pic>
        <p:nvPicPr>
          <p:cNvPr id="900" name="Google Shape;900;p26"/>
          <p:cNvPicPr preferRelativeResize="0"/>
          <p:nvPr/>
        </p:nvPicPr>
        <p:blipFill rotWithShape="1">
          <a:blip r:embed="rId3">
            <a:alphaModFix/>
          </a:blip>
          <a:srcRect b="0" l="0" r="0" t="0"/>
          <a:stretch/>
        </p:blipFill>
        <p:spPr>
          <a:xfrm rot="-1398017">
            <a:off x="5234650" y="1824325"/>
            <a:ext cx="3604200" cy="2019785"/>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1" name="Google Shape;901;p26"/>
          <p:cNvPicPr preferRelativeResize="0"/>
          <p:nvPr/>
        </p:nvPicPr>
        <p:blipFill rotWithShape="1">
          <a:blip r:embed="rId4">
            <a:alphaModFix/>
          </a:blip>
          <a:srcRect b="0" l="0" r="0" t="0"/>
          <a:stretch/>
        </p:blipFill>
        <p:spPr>
          <a:xfrm>
            <a:off x="4504800" y="3568050"/>
            <a:ext cx="2240676" cy="1297125"/>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2" name="Google Shape;902;p26"/>
          <p:cNvPicPr preferRelativeResize="0"/>
          <p:nvPr/>
        </p:nvPicPr>
        <p:blipFill rotWithShape="1">
          <a:blip r:embed="rId5">
            <a:alphaModFix/>
          </a:blip>
          <a:srcRect b="0" l="0" r="0" t="0"/>
          <a:stretch/>
        </p:blipFill>
        <p:spPr>
          <a:xfrm>
            <a:off x="6794700" y="605550"/>
            <a:ext cx="1948976" cy="984274"/>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3" name="Google Shape;903;p26"/>
          <p:cNvPicPr preferRelativeResize="0"/>
          <p:nvPr/>
        </p:nvPicPr>
        <p:blipFill rotWithShape="1">
          <a:blip r:embed="rId6">
            <a:alphaModFix/>
          </a:blip>
          <a:srcRect b="0" l="0" r="0" t="0"/>
          <a:stretch/>
        </p:blipFill>
        <p:spPr>
          <a:xfrm rot="-891208">
            <a:off x="401512" y="2652209"/>
            <a:ext cx="2832198" cy="1555005"/>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4" name="Google Shape;904;p26"/>
          <p:cNvPicPr preferRelativeResize="0"/>
          <p:nvPr/>
        </p:nvPicPr>
        <p:blipFill rotWithShape="1">
          <a:blip r:embed="rId7">
            <a:alphaModFix/>
          </a:blip>
          <a:srcRect b="0" l="0" r="0" t="0"/>
          <a:stretch/>
        </p:blipFill>
        <p:spPr>
          <a:xfrm rot="459964">
            <a:off x="2280463" y="2789849"/>
            <a:ext cx="2903225" cy="1662826"/>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5" name="Google Shape;905;p26"/>
          <p:cNvPicPr preferRelativeResize="0"/>
          <p:nvPr/>
        </p:nvPicPr>
        <p:blipFill rotWithShape="1">
          <a:blip r:embed="rId8">
            <a:alphaModFix/>
          </a:blip>
          <a:srcRect b="0" l="0" r="0" t="0"/>
          <a:stretch/>
        </p:blipFill>
        <p:spPr>
          <a:xfrm rot="-1422239">
            <a:off x="6767827" y="3266635"/>
            <a:ext cx="2063673" cy="1086056"/>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06" name="Google Shape;906;p26"/>
          <p:cNvPicPr preferRelativeResize="0"/>
          <p:nvPr/>
        </p:nvPicPr>
        <p:blipFill rotWithShape="1">
          <a:blip r:embed="rId9">
            <a:alphaModFix/>
          </a:blip>
          <a:srcRect b="0" l="0" r="0" t="0"/>
          <a:stretch/>
        </p:blipFill>
        <p:spPr>
          <a:xfrm>
            <a:off x="76188" y="3987300"/>
            <a:ext cx="1080000" cy="108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27"/>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What do you think these are?</a:t>
            </a:r>
            <a:endParaRPr b="0">
              <a:latin typeface="Calibri"/>
              <a:ea typeface="Calibri"/>
              <a:cs typeface="Calibri"/>
              <a:sym typeface="Calibri"/>
            </a:endParaRPr>
          </a:p>
        </p:txBody>
      </p:sp>
      <p:sp>
        <p:nvSpPr>
          <p:cNvPr id="912" name="Google Shape;912;p27"/>
          <p:cNvSpPr txBox="1"/>
          <p:nvPr>
            <p:ph idx="1" type="body"/>
          </p:nvPr>
        </p:nvSpPr>
        <p:spPr>
          <a:xfrm>
            <a:off x="713275" y="1152475"/>
            <a:ext cx="37290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From Google Classroom open 5. What are VPNs, Cookies etc</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Read the questions, but DO NOT attempt them… yet.</a:t>
            </a:r>
            <a:endParaRPr>
              <a:latin typeface="Calibri"/>
              <a:ea typeface="Calibri"/>
              <a:cs typeface="Calibri"/>
              <a:sym typeface="Calibri"/>
            </a:endParaRPr>
          </a:p>
        </p:txBody>
      </p:sp>
      <p:pic>
        <p:nvPicPr>
          <p:cNvPr id="913" name="Google Shape;913;p27"/>
          <p:cNvPicPr preferRelativeResize="0"/>
          <p:nvPr/>
        </p:nvPicPr>
        <p:blipFill rotWithShape="1">
          <a:blip r:embed="rId3">
            <a:alphaModFix/>
          </a:blip>
          <a:srcRect b="0" l="0" r="0" t="0"/>
          <a:stretch/>
        </p:blipFill>
        <p:spPr>
          <a:xfrm rot="781779">
            <a:off x="4196253" y="1423947"/>
            <a:ext cx="4348347" cy="2373731"/>
          </a:xfrm>
          <a:prstGeom prst="rect">
            <a:avLst/>
          </a:prstGeom>
          <a:noFill/>
          <a:ln cap="flat" cmpd="sng" w="19050">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14" name="Google Shape;914;p27"/>
          <p:cNvPicPr preferRelativeResize="0"/>
          <p:nvPr/>
        </p:nvPicPr>
        <p:blipFill rotWithShape="1">
          <a:blip r:embed="rId4">
            <a:alphaModFix/>
          </a:blip>
          <a:srcRect b="0" l="0" r="0" t="0"/>
          <a:stretch/>
        </p:blipFill>
        <p:spPr>
          <a:xfrm>
            <a:off x="76200" y="3987300"/>
            <a:ext cx="1080000" cy="1080000"/>
          </a:xfrm>
          <a:prstGeom prst="rect">
            <a:avLst/>
          </a:prstGeom>
          <a:noFill/>
          <a:ln>
            <a:noFill/>
          </a:ln>
        </p:spPr>
      </p:pic>
      <p:pic>
        <p:nvPicPr>
          <p:cNvPr id="915" name="Google Shape;915;p27" title="classroom.png"/>
          <p:cNvPicPr preferRelativeResize="0"/>
          <p:nvPr/>
        </p:nvPicPr>
        <p:blipFill rotWithShape="1">
          <a:blip r:embed="rId5">
            <a:alphaModFix/>
          </a:blip>
          <a:srcRect b="0" l="0" r="0" t="0"/>
          <a:stretch/>
        </p:blipFill>
        <p:spPr>
          <a:xfrm>
            <a:off x="4032025" y="3987294"/>
            <a:ext cx="1080000" cy="108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28"/>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Brute Force Attack</a:t>
            </a:r>
            <a:endParaRPr b="0">
              <a:latin typeface="Calibri"/>
              <a:ea typeface="Calibri"/>
              <a:cs typeface="Calibri"/>
              <a:sym typeface="Calibri"/>
            </a:endParaRPr>
          </a:p>
        </p:txBody>
      </p:sp>
      <p:sp>
        <p:nvSpPr>
          <p:cNvPr id="921" name="Google Shape;921;p28"/>
          <p:cNvSpPr txBox="1"/>
          <p:nvPr>
            <p:ph idx="1" type="body"/>
          </p:nvPr>
        </p:nvSpPr>
        <p:spPr>
          <a:xfrm>
            <a:off x="713275" y="804725"/>
            <a:ext cx="7717500" cy="376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1800">
                <a:latin typeface="Calibri"/>
                <a:ea typeface="Calibri"/>
                <a:cs typeface="Calibri"/>
                <a:sym typeface="Calibri"/>
              </a:rPr>
              <a:t>To work out the password for the computer you used a dictionary hack which is a form of a brute force attack.</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t/>
            </a:r>
            <a:endParaRPr sz="1800">
              <a:latin typeface="Calibri"/>
              <a:ea typeface="Calibri"/>
              <a:cs typeface="Calibri"/>
              <a:sym typeface="Calibri"/>
            </a:endParaRPr>
          </a:p>
          <a:p>
            <a:pPr indent="0" lvl="0" marL="0" marR="300293" rtl="0" algn="l">
              <a:lnSpc>
                <a:spcPct val="100000"/>
              </a:lnSpc>
              <a:spcBef>
                <a:spcPts val="0"/>
              </a:spcBef>
              <a:spcAft>
                <a:spcPts val="0"/>
              </a:spcAft>
              <a:buSzPts val="2000"/>
              <a:buNone/>
            </a:pPr>
            <a:r>
              <a:rPr lang="en-GB" sz="1800">
                <a:latin typeface="Calibri"/>
                <a:ea typeface="Calibri"/>
                <a:cs typeface="Calibri"/>
                <a:sym typeface="Calibri"/>
              </a:rPr>
              <a:t>This is where different words are used through trial and error to work out a password.</a:t>
            </a:r>
            <a:endParaRPr sz="1800">
              <a:latin typeface="Calibri"/>
              <a:ea typeface="Calibri"/>
              <a:cs typeface="Calibri"/>
              <a:sym typeface="Calibri"/>
            </a:endParaRPr>
          </a:p>
          <a:p>
            <a:pPr indent="0" lvl="0" marL="0" marR="300293" rtl="0" algn="l">
              <a:lnSpc>
                <a:spcPct val="100000"/>
              </a:lnSpc>
              <a:spcBef>
                <a:spcPts val="0"/>
              </a:spcBef>
              <a:spcAft>
                <a:spcPts val="0"/>
              </a:spcAft>
              <a:buSzPts val="2000"/>
              <a:buNone/>
            </a:pPr>
            <a:r>
              <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rPr lang="en-GB" sz="1800">
                <a:latin typeface="Calibri"/>
                <a:ea typeface="Calibri"/>
                <a:cs typeface="Calibri"/>
                <a:sym typeface="Calibri"/>
              </a:rPr>
              <a:t>You found the words: Maria, Ibiza and 23 in the journal but then you had to put these words in the correct order. Luckily you were given other clues (use capital letters and wordnumberword) otherwise you might have never been able to hack the password.</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rPr lang="en-GB" sz="1800">
                <a:latin typeface="Calibri"/>
                <a:ea typeface="Calibri"/>
                <a:cs typeface="Calibri"/>
                <a:sym typeface="Calibri"/>
              </a:rPr>
              <a:t>These are some of the combinations you might have tried:</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t/>
            </a:r>
            <a:endParaRPr sz="1800">
              <a:latin typeface="Calibri"/>
              <a:ea typeface="Calibri"/>
              <a:cs typeface="Calibri"/>
              <a:sym typeface="Calibri"/>
            </a:endParaRPr>
          </a:p>
        </p:txBody>
      </p:sp>
      <p:sp>
        <p:nvSpPr>
          <p:cNvPr id="922" name="Google Shape;922;p28"/>
          <p:cNvSpPr txBox="1"/>
          <p:nvPr/>
        </p:nvSpPr>
        <p:spPr>
          <a:xfrm>
            <a:off x="1365525" y="4107125"/>
            <a:ext cx="91440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MARIA 23 IBIZA   IBIZA 23 MARIA   IBIZA23MARIA     MARIA23IBIZA</a:t>
            </a:r>
            <a:endParaRPr b="0" i="0" sz="1400" u="none" cap="none" strike="noStrike">
              <a:solidFill>
                <a:srgbClr val="000000"/>
              </a:solidFill>
              <a:latin typeface="Calibri"/>
              <a:ea typeface="Calibri"/>
              <a:cs typeface="Calibri"/>
              <a:sym typeface="Calibri"/>
            </a:endParaRPr>
          </a:p>
        </p:txBody>
      </p:sp>
      <p:pic>
        <p:nvPicPr>
          <p:cNvPr id="923" name="Google Shape;923;p28"/>
          <p:cNvPicPr preferRelativeResize="0"/>
          <p:nvPr/>
        </p:nvPicPr>
        <p:blipFill rotWithShape="1">
          <a:blip r:embed="rId3">
            <a:alphaModFix/>
          </a:blip>
          <a:srcRect b="0" l="0" r="0" t="0"/>
          <a:stretch/>
        </p:blipFill>
        <p:spPr>
          <a:xfrm>
            <a:off x="76188" y="3987300"/>
            <a:ext cx="1080000" cy="108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29"/>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Brute Force Attacks</a:t>
            </a:r>
            <a:endParaRPr b="0">
              <a:latin typeface="Calibri"/>
              <a:ea typeface="Calibri"/>
              <a:cs typeface="Calibri"/>
              <a:sym typeface="Calibri"/>
            </a:endParaRPr>
          </a:p>
        </p:txBody>
      </p:sp>
      <p:sp>
        <p:nvSpPr>
          <p:cNvPr id="929" name="Google Shape;929;p29"/>
          <p:cNvSpPr txBox="1"/>
          <p:nvPr>
            <p:ph idx="1" type="body"/>
          </p:nvPr>
        </p:nvSpPr>
        <p:spPr>
          <a:xfrm>
            <a:off x="713275" y="804725"/>
            <a:ext cx="8093100" cy="51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1800">
                <a:latin typeface="Calibri"/>
                <a:ea typeface="Calibri"/>
                <a:cs typeface="Calibri"/>
                <a:sym typeface="Calibri"/>
              </a:rPr>
              <a:t>From Google Classroom open the Brute Force Activity Walkthrough</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t/>
            </a:r>
            <a:endParaRPr sz="1800">
              <a:latin typeface="Calibri"/>
              <a:ea typeface="Calibri"/>
              <a:cs typeface="Calibri"/>
              <a:sym typeface="Calibri"/>
            </a:endParaRPr>
          </a:p>
          <a:p>
            <a:pPr indent="0" lvl="0" marL="0" rtl="0" algn="l">
              <a:lnSpc>
                <a:spcPct val="115000"/>
              </a:lnSpc>
              <a:spcBef>
                <a:spcPts val="0"/>
              </a:spcBef>
              <a:spcAft>
                <a:spcPts val="0"/>
              </a:spcAft>
              <a:buSzPts val="2000"/>
              <a:buNone/>
            </a:pPr>
            <a:r>
              <a:t/>
            </a:r>
            <a:endParaRPr sz="1800">
              <a:latin typeface="Calibri"/>
              <a:ea typeface="Calibri"/>
              <a:cs typeface="Calibri"/>
              <a:sym typeface="Calibri"/>
            </a:endParaRPr>
          </a:p>
          <a:p>
            <a:pPr indent="0" lvl="0" marL="0" rtl="0" algn="l">
              <a:lnSpc>
                <a:spcPct val="100000"/>
              </a:lnSpc>
              <a:spcBef>
                <a:spcPts val="1600"/>
              </a:spcBef>
              <a:spcAft>
                <a:spcPts val="0"/>
              </a:spcAft>
              <a:buSzPts val="2000"/>
              <a:buNone/>
            </a:pPr>
            <a:r>
              <a:t/>
            </a:r>
            <a:endParaRPr sz="1800">
              <a:latin typeface="Calibri"/>
              <a:ea typeface="Calibri"/>
              <a:cs typeface="Calibri"/>
              <a:sym typeface="Calibri"/>
            </a:endParaRPr>
          </a:p>
          <a:p>
            <a:pPr indent="0" lvl="0" marL="0" rtl="0" algn="l">
              <a:lnSpc>
                <a:spcPct val="100000"/>
              </a:lnSpc>
              <a:spcBef>
                <a:spcPts val="0"/>
              </a:spcBef>
              <a:spcAft>
                <a:spcPts val="0"/>
              </a:spcAft>
              <a:buSzPts val="2000"/>
              <a:buNone/>
            </a:pPr>
            <a:r>
              <a:t/>
            </a:r>
            <a:endParaRPr sz="1800">
              <a:latin typeface="Calibri"/>
              <a:ea typeface="Calibri"/>
              <a:cs typeface="Calibri"/>
              <a:sym typeface="Calibri"/>
            </a:endParaRPr>
          </a:p>
        </p:txBody>
      </p:sp>
      <p:pic>
        <p:nvPicPr>
          <p:cNvPr id="930" name="Google Shape;930;p29"/>
          <p:cNvPicPr preferRelativeResize="0"/>
          <p:nvPr/>
        </p:nvPicPr>
        <p:blipFill rotWithShape="1">
          <a:blip r:embed="rId3">
            <a:alphaModFix/>
          </a:blip>
          <a:srcRect b="0" l="0" r="0" t="0"/>
          <a:stretch/>
        </p:blipFill>
        <p:spPr>
          <a:xfrm>
            <a:off x="5372375" y="1412888"/>
            <a:ext cx="3398697" cy="2187963"/>
          </a:xfrm>
          <a:prstGeom prst="rect">
            <a:avLst/>
          </a:prstGeom>
          <a:noFill/>
          <a:ln>
            <a:noFill/>
          </a:ln>
        </p:spPr>
      </p:pic>
      <p:pic>
        <p:nvPicPr>
          <p:cNvPr id="931" name="Google Shape;931;p29"/>
          <p:cNvPicPr preferRelativeResize="0"/>
          <p:nvPr/>
        </p:nvPicPr>
        <p:blipFill rotWithShape="1">
          <a:blip r:embed="rId4">
            <a:alphaModFix/>
          </a:blip>
          <a:srcRect b="0" l="0" r="0" t="0"/>
          <a:stretch/>
        </p:blipFill>
        <p:spPr>
          <a:xfrm>
            <a:off x="1241012" y="4257301"/>
            <a:ext cx="540000" cy="540000"/>
          </a:xfrm>
          <a:prstGeom prst="rect">
            <a:avLst/>
          </a:prstGeom>
          <a:noFill/>
          <a:ln>
            <a:noFill/>
          </a:ln>
        </p:spPr>
      </p:pic>
      <p:pic>
        <p:nvPicPr>
          <p:cNvPr id="932" name="Google Shape;932;p29"/>
          <p:cNvPicPr preferRelativeResize="0"/>
          <p:nvPr/>
        </p:nvPicPr>
        <p:blipFill rotWithShape="1">
          <a:blip r:embed="rId5">
            <a:alphaModFix/>
          </a:blip>
          <a:srcRect b="0" l="0" r="0" t="0"/>
          <a:stretch/>
        </p:blipFill>
        <p:spPr>
          <a:xfrm>
            <a:off x="84800" y="3987300"/>
            <a:ext cx="1080000" cy="1080000"/>
          </a:xfrm>
          <a:prstGeom prst="rect">
            <a:avLst/>
          </a:prstGeom>
          <a:noFill/>
          <a:ln>
            <a:noFill/>
          </a:ln>
        </p:spPr>
      </p:pic>
      <p:pic>
        <p:nvPicPr>
          <p:cNvPr id="933" name="Google Shape;933;p29" title="classroom.png"/>
          <p:cNvPicPr preferRelativeResize="0"/>
          <p:nvPr/>
        </p:nvPicPr>
        <p:blipFill rotWithShape="1">
          <a:blip r:embed="rId6">
            <a:alphaModFix/>
          </a:blip>
          <a:srcRect b="0" l="0" r="0" t="0"/>
          <a:stretch/>
        </p:blipFill>
        <p:spPr>
          <a:xfrm>
            <a:off x="4032025" y="3987294"/>
            <a:ext cx="1080000" cy="1080000"/>
          </a:xfrm>
          <a:prstGeom prst="rect">
            <a:avLst/>
          </a:prstGeom>
          <a:noFill/>
          <a:ln>
            <a:noFill/>
          </a:ln>
        </p:spPr>
      </p:pic>
      <p:sp>
        <p:nvSpPr>
          <p:cNvPr id="934" name="Google Shape;934;p29"/>
          <p:cNvSpPr txBox="1"/>
          <p:nvPr/>
        </p:nvSpPr>
        <p:spPr>
          <a:xfrm>
            <a:off x="713275" y="1288863"/>
            <a:ext cx="4510200" cy="248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Use the words in the dictionary to try to brute force the password.</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Make a list of rules for creating a strong password.</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160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Explain how each of the methods can prevent brute force attacks - you can use the web to research these!</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30"/>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Showcase what you have learnt?</a:t>
            </a:r>
            <a:endParaRPr b="0">
              <a:latin typeface="Calibri"/>
              <a:ea typeface="Calibri"/>
              <a:cs typeface="Calibri"/>
              <a:sym typeface="Calibri"/>
            </a:endParaRPr>
          </a:p>
        </p:txBody>
      </p:sp>
      <p:sp>
        <p:nvSpPr>
          <p:cNvPr id="940" name="Google Shape;940;p30"/>
          <p:cNvSpPr txBox="1"/>
          <p:nvPr>
            <p:ph idx="1" type="body"/>
          </p:nvPr>
        </p:nvSpPr>
        <p:spPr>
          <a:xfrm>
            <a:off x="713275" y="1152475"/>
            <a:ext cx="40650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Go to the tab:</a:t>
            </a:r>
            <a:endParaRPr>
              <a:latin typeface="Calibri"/>
              <a:ea typeface="Calibri"/>
              <a:cs typeface="Calibri"/>
              <a:sym typeface="Calibri"/>
            </a:endParaRPr>
          </a:p>
          <a:p>
            <a:pPr indent="-355600" lvl="0" marL="457200" rtl="0" algn="l">
              <a:lnSpc>
                <a:spcPct val="100000"/>
              </a:lnSpc>
              <a:spcBef>
                <a:spcPts val="0"/>
              </a:spcBef>
              <a:spcAft>
                <a:spcPts val="0"/>
              </a:spcAft>
              <a:buSzPts val="2000"/>
              <a:buFont typeface="Calibri"/>
              <a:buChar char="●"/>
            </a:pPr>
            <a:r>
              <a:rPr lang="en-GB">
                <a:latin typeface="Calibri"/>
                <a:ea typeface="Calibri"/>
                <a:cs typeface="Calibri"/>
                <a:sym typeface="Calibri"/>
              </a:rPr>
              <a:t>5. What are VPNs, Cookies etc.</a:t>
            </a:r>
            <a:endParaRPr>
              <a:latin typeface="Calibri"/>
              <a:ea typeface="Calibri"/>
              <a:cs typeface="Calibri"/>
              <a:sym typeface="Calibri"/>
            </a:endParaRPr>
          </a:p>
          <a:p>
            <a:pPr indent="0" lvl="0" marL="45720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Answer question 4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What is a brute force attack?</a:t>
            </a:r>
            <a:endParaRPr>
              <a:latin typeface="Calibri"/>
              <a:ea typeface="Calibri"/>
              <a:cs typeface="Calibri"/>
              <a:sym typeface="Calibri"/>
            </a:endParaRPr>
          </a:p>
        </p:txBody>
      </p:sp>
      <p:pic>
        <p:nvPicPr>
          <p:cNvPr id="941" name="Google Shape;941;p30"/>
          <p:cNvPicPr preferRelativeResize="0"/>
          <p:nvPr/>
        </p:nvPicPr>
        <p:blipFill rotWithShape="1">
          <a:blip r:embed="rId3">
            <a:alphaModFix/>
          </a:blip>
          <a:srcRect b="0" l="0" r="0" t="0"/>
          <a:stretch/>
        </p:blipFill>
        <p:spPr>
          <a:xfrm rot="-201277">
            <a:off x="4544309" y="1071361"/>
            <a:ext cx="3878933" cy="2117479"/>
          </a:xfrm>
          <a:prstGeom prst="rect">
            <a:avLst/>
          </a:prstGeom>
          <a:noFill/>
          <a:ln cap="flat" cmpd="sng" w="19050">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942" name="Google Shape;942;p30"/>
          <p:cNvPicPr preferRelativeResize="0"/>
          <p:nvPr/>
        </p:nvPicPr>
        <p:blipFill rotWithShape="1">
          <a:blip r:embed="rId4">
            <a:alphaModFix/>
          </a:blip>
          <a:srcRect b="0" l="0" r="0" t="0"/>
          <a:stretch/>
        </p:blipFill>
        <p:spPr>
          <a:xfrm>
            <a:off x="76188" y="3987300"/>
            <a:ext cx="1080000" cy="1080000"/>
          </a:xfrm>
          <a:prstGeom prst="rect">
            <a:avLst/>
          </a:prstGeom>
          <a:noFill/>
          <a:ln>
            <a:noFill/>
          </a:ln>
        </p:spPr>
      </p:pic>
      <p:pic>
        <p:nvPicPr>
          <p:cNvPr id="943" name="Google Shape;943;p30"/>
          <p:cNvPicPr preferRelativeResize="0"/>
          <p:nvPr/>
        </p:nvPicPr>
        <p:blipFill rotWithShape="1">
          <a:blip r:embed="rId5">
            <a:alphaModFix/>
          </a:blip>
          <a:srcRect b="0" l="0" r="0" t="0"/>
          <a:stretch/>
        </p:blipFill>
        <p:spPr>
          <a:xfrm>
            <a:off x="1232412" y="4254600"/>
            <a:ext cx="540000" cy="545400"/>
          </a:xfrm>
          <a:prstGeom prst="rect">
            <a:avLst/>
          </a:prstGeom>
          <a:noFill/>
          <a:ln>
            <a:noFill/>
          </a:ln>
        </p:spPr>
      </p:pic>
      <p:pic>
        <p:nvPicPr>
          <p:cNvPr id="944" name="Google Shape;944;p30" title="classroom.png"/>
          <p:cNvPicPr preferRelativeResize="0"/>
          <p:nvPr/>
        </p:nvPicPr>
        <p:blipFill rotWithShape="1">
          <a:blip r:embed="rId6">
            <a:alphaModFix/>
          </a:blip>
          <a:srcRect b="0" l="0" r="0" t="0"/>
          <a:stretch/>
        </p:blipFill>
        <p:spPr>
          <a:xfrm>
            <a:off x="4032025" y="3987294"/>
            <a:ext cx="1080000" cy="108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31"/>
          <p:cNvSpPr/>
          <p:nvPr/>
        </p:nvSpPr>
        <p:spPr>
          <a:xfrm>
            <a:off x="1196325" y="853525"/>
            <a:ext cx="7002300" cy="3469800"/>
          </a:xfrm>
          <a:prstGeom prst="rect">
            <a:avLst/>
          </a:prstGeom>
          <a:solidFill>
            <a:srgbClr val="F8EAD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0" name="Google Shape;950;p31"/>
          <p:cNvPicPr preferRelativeResize="0"/>
          <p:nvPr/>
        </p:nvPicPr>
        <p:blipFill rotWithShape="1">
          <a:blip r:embed="rId3">
            <a:alphaModFix/>
          </a:blip>
          <a:srcRect b="0" l="29076" r="28773" t="0"/>
          <a:stretch/>
        </p:blipFill>
        <p:spPr>
          <a:xfrm>
            <a:off x="7221325" y="853525"/>
            <a:ext cx="930375" cy="1103600"/>
          </a:xfrm>
          <a:prstGeom prst="rect">
            <a:avLst/>
          </a:prstGeom>
          <a:noFill/>
          <a:ln>
            <a:noFill/>
          </a:ln>
        </p:spPr>
      </p:pic>
      <p:pic>
        <p:nvPicPr>
          <p:cNvPr id="951" name="Google Shape;951;p31"/>
          <p:cNvPicPr preferRelativeResize="0"/>
          <p:nvPr/>
        </p:nvPicPr>
        <p:blipFill rotWithShape="1">
          <a:blip r:embed="rId4">
            <a:alphaModFix/>
          </a:blip>
          <a:srcRect b="0" l="0" r="0" t="0"/>
          <a:stretch/>
        </p:blipFill>
        <p:spPr>
          <a:xfrm rot="956169">
            <a:off x="1505766" y="709638"/>
            <a:ext cx="357192" cy="1125867"/>
          </a:xfrm>
          <a:prstGeom prst="rect">
            <a:avLst/>
          </a:prstGeom>
          <a:noFill/>
          <a:ln>
            <a:noFill/>
          </a:ln>
        </p:spPr>
      </p:pic>
      <p:sp>
        <p:nvSpPr>
          <p:cNvPr id="952" name="Google Shape;952;p31"/>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Get Digging</a:t>
            </a:r>
            <a:endParaRPr b="0">
              <a:latin typeface="Calibri"/>
              <a:ea typeface="Calibri"/>
              <a:cs typeface="Calibri"/>
              <a:sym typeface="Calibri"/>
            </a:endParaRPr>
          </a:p>
        </p:txBody>
      </p:sp>
      <p:sp>
        <p:nvSpPr>
          <p:cNvPr id="953" name="Google Shape;953;p31"/>
          <p:cNvSpPr txBox="1"/>
          <p:nvPr>
            <p:ph idx="1" type="body"/>
          </p:nvPr>
        </p:nvSpPr>
        <p:spPr>
          <a:xfrm>
            <a:off x="1901725" y="978575"/>
            <a:ext cx="5112600" cy="828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000"/>
              <a:buNone/>
            </a:pPr>
            <a:r>
              <a:rPr lang="en-GB">
                <a:solidFill>
                  <a:srgbClr val="000000"/>
                </a:solidFill>
                <a:latin typeface="Calibri"/>
                <a:ea typeface="Calibri"/>
                <a:cs typeface="Calibri"/>
                <a:sym typeface="Calibri"/>
              </a:rPr>
              <a:t>The files on the computer and messages on the Samsung phone</a:t>
            </a:r>
            <a:endParaRPr>
              <a:solidFill>
                <a:srgbClr val="000000"/>
              </a:solidFill>
              <a:latin typeface="Calibri"/>
              <a:ea typeface="Calibri"/>
              <a:cs typeface="Calibri"/>
              <a:sym typeface="Calibri"/>
            </a:endParaRPr>
          </a:p>
        </p:txBody>
      </p:sp>
      <p:sp>
        <p:nvSpPr>
          <p:cNvPr id="954" name="Google Shape;954;p31"/>
          <p:cNvSpPr txBox="1"/>
          <p:nvPr/>
        </p:nvSpPr>
        <p:spPr>
          <a:xfrm>
            <a:off x="1196325" y="1741350"/>
            <a:ext cx="7053600" cy="264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Calibri"/>
                <a:ea typeface="Calibri"/>
                <a:cs typeface="Calibri"/>
                <a:sym typeface="Calibri"/>
              </a:rPr>
              <a:t>The digital forensic team have found files that show that Ashley Williams was stalking Maria for a substantial amount of time (before he even contacted her on instagram). The files included photographs of Maria and her friends at the shops and walking home from school. These were taken using the Samsung phone found in the house.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Calibri"/>
                <a:ea typeface="Calibri"/>
                <a:cs typeface="Calibri"/>
                <a:sym typeface="Calibri"/>
              </a:rPr>
              <a:t>There were also photographs of other young girls including indecent imagery.</a:t>
            </a:r>
            <a:endParaRPr b="0" i="0" sz="1600" u="none" cap="none" strike="noStrike">
              <a:solidFill>
                <a:srgbClr val="000000"/>
              </a:solidFill>
              <a:latin typeface="Calibri"/>
              <a:ea typeface="Calibri"/>
              <a:cs typeface="Calibri"/>
              <a:sym typeface="Calibri"/>
            </a:endParaRPr>
          </a:p>
        </p:txBody>
      </p:sp>
      <p:pic>
        <p:nvPicPr>
          <p:cNvPr id="955" name="Google Shape;955;p31"/>
          <p:cNvPicPr preferRelativeResize="0"/>
          <p:nvPr/>
        </p:nvPicPr>
        <p:blipFill rotWithShape="1">
          <a:blip r:embed="rId5">
            <a:alphaModFix/>
          </a:blip>
          <a:srcRect b="0" l="0" r="0" t="0"/>
          <a:stretch/>
        </p:blipFill>
        <p:spPr>
          <a:xfrm>
            <a:off x="76200" y="3987300"/>
            <a:ext cx="1080000" cy="108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32"/>
          <p:cNvSpPr/>
          <p:nvPr/>
        </p:nvSpPr>
        <p:spPr>
          <a:xfrm>
            <a:off x="1196325" y="853525"/>
            <a:ext cx="7002300" cy="3469800"/>
          </a:xfrm>
          <a:prstGeom prst="rect">
            <a:avLst/>
          </a:prstGeom>
          <a:solidFill>
            <a:srgbClr val="F8EAD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1" name="Google Shape;961;p32"/>
          <p:cNvPicPr preferRelativeResize="0"/>
          <p:nvPr/>
        </p:nvPicPr>
        <p:blipFill rotWithShape="1">
          <a:blip r:embed="rId3">
            <a:alphaModFix/>
          </a:blip>
          <a:srcRect b="0" l="29076" r="28773" t="0"/>
          <a:stretch/>
        </p:blipFill>
        <p:spPr>
          <a:xfrm>
            <a:off x="7221325" y="853525"/>
            <a:ext cx="930375" cy="1103600"/>
          </a:xfrm>
          <a:prstGeom prst="rect">
            <a:avLst/>
          </a:prstGeom>
          <a:noFill/>
          <a:ln>
            <a:noFill/>
          </a:ln>
        </p:spPr>
      </p:pic>
      <p:pic>
        <p:nvPicPr>
          <p:cNvPr id="962" name="Google Shape;962;p32"/>
          <p:cNvPicPr preferRelativeResize="0"/>
          <p:nvPr/>
        </p:nvPicPr>
        <p:blipFill rotWithShape="1">
          <a:blip r:embed="rId4">
            <a:alphaModFix/>
          </a:blip>
          <a:srcRect b="0" l="0" r="0" t="0"/>
          <a:stretch/>
        </p:blipFill>
        <p:spPr>
          <a:xfrm rot="956169">
            <a:off x="1505766" y="709638"/>
            <a:ext cx="357192" cy="1125867"/>
          </a:xfrm>
          <a:prstGeom prst="rect">
            <a:avLst/>
          </a:prstGeom>
          <a:noFill/>
          <a:ln>
            <a:noFill/>
          </a:ln>
        </p:spPr>
      </p:pic>
      <p:sp>
        <p:nvSpPr>
          <p:cNvPr id="963" name="Google Shape;963;p32"/>
          <p:cNvSpPr txBox="1"/>
          <p:nvPr/>
        </p:nvSpPr>
        <p:spPr>
          <a:xfrm>
            <a:off x="1234125" y="1719875"/>
            <a:ext cx="6939000" cy="253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Calibri"/>
                <a:ea typeface="Calibri"/>
                <a:cs typeface="Calibri"/>
                <a:sym typeface="Calibri"/>
              </a:rPr>
              <a:t>Internet history searches revealed several </a:t>
            </a:r>
            <a:br>
              <a:rPr b="0" i="0" lang="en-GB" sz="1700" u="none" cap="none" strike="noStrike">
                <a:solidFill>
                  <a:srgbClr val="000000"/>
                </a:solidFill>
                <a:latin typeface="Calibri"/>
                <a:ea typeface="Calibri"/>
                <a:cs typeface="Calibri"/>
                <a:sym typeface="Calibri"/>
              </a:rPr>
            </a:br>
            <a:r>
              <a:rPr b="0" i="0" lang="en-GB" sz="1700" u="none" cap="none" strike="noStrike">
                <a:solidFill>
                  <a:srgbClr val="000000"/>
                </a:solidFill>
                <a:latin typeface="Calibri"/>
                <a:ea typeface="Calibri"/>
                <a:cs typeface="Calibri"/>
                <a:sym typeface="Calibri"/>
              </a:rPr>
              <a:t>instagram accounts set up from the same IP address. All the messages sent to Maria had the IP address and MAC address in the source code. </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0" i="0" lang="en-GB" sz="1700" u="none" cap="none" strike="noStrike">
                <a:solidFill>
                  <a:srgbClr val="000000"/>
                </a:solidFill>
                <a:latin typeface="Calibri"/>
                <a:ea typeface="Calibri"/>
                <a:cs typeface="Calibri"/>
                <a:sym typeface="Calibri"/>
              </a:rPr>
              <a:t>The same MAC address and IP address were used to send other girls messages.</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Calibri"/>
              <a:ea typeface="Calibri"/>
              <a:cs typeface="Calibri"/>
              <a:sym typeface="Calibri"/>
            </a:endParaRPr>
          </a:p>
        </p:txBody>
      </p:sp>
      <p:sp>
        <p:nvSpPr>
          <p:cNvPr id="964" name="Google Shape;964;p32"/>
          <p:cNvSpPr/>
          <p:nvPr/>
        </p:nvSpPr>
        <p:spPr>
          <a:xfrm>
            <a:off x="3181375" y="3765175"/>
            <a:ext cx="2859000" cy="1005300"/>
          </a:xfrm>
          <a:prstGeom prst="wedgeRectCallout">
            <a:avLst>
              <a:gd fmla="val 51765" name="adj1"/>
              <a:gd fmla="val 87879" name="adj2"/>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Calibri"/>
                <a:ea typeface="Calibri"/>
                <a:cs typeface="Calibri"/>
                <a:sym typeface="Calibri"/>
              </a:rPr>
              <a:t>What are MAC address and IP address? What are they used for?</a:t>
            </a:r>
            <a:endParaRPr b="0" i="0" sz="1400" u="none" cap="none" strike="noStrike">
              <a:solidFill>
                <a:srgbClr val="000000"/>
              </a:solidFill>
              <a:latin typeface="Calibri"/>
              <a:ea typeface="Calibri"/>
              <a:cs typeface="Calibri"/>
              <a:sym typeface="Calibri"/>
            </a:endParaRPr>
          </a:p>
        </p:txBody>
      </p:sp>
      <p:sp>
        <p:nvSpPr>
          <p:cNvPr id="965" name="Google Shape;965;p32"/>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Get Digging</a:t>
            </a:r>
            <a:endParaRPr b="0">
              <a:latin typeface="Calibri"/>
              <a:ea typeface="Calibri"/>
              <a:cs typeface="Calibri"/>
              <a:sym typeface="Calibri"/>
            </a:endParaRPr>
          </a:p>
        </p:txBody>
      </p:sp>
      <p:sp>
        <p:nvSpPr>
          <p:cNvPr id="966" name="Google Shape;966;p32"/>
          <p:cNvSpPr txBox="1"/>
          <p:nvPr>
            <p:ph idx="1" type="body"/>
          </p:nvPr>
        </p:nvSpPr>
        <p:spPr>
          <a:xfrm>
            <a:off x="1901725" y="978575"/>
            <a:ext cx="4955700" cy="588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000"/>
              <a:buNone/>
            </a:pPr>
            <a:r>
              <a:rPr lang="en-GB">
                <a:solidFill>
                  <a:srgbClr val="000000"/>
                </a:solidFill>
                <a:latin typeface="Calibri"/>
                <a:ea typeface="Calibri"/>
                <a:cs typeface="Calibri"/>
                <a:sym typeface="Calibri"/>
              </a:rPr>
              <a:t>The files on the computer and messages on the Samsung phone</a:t>
            </a:r>
            <a:endParaRPr>
              <a:solidFill>
                <a:srgbClr val="000000"/>
              </a:solidFill>
              <a:latin typeface="Calibri"/>
              <a:ea typeface="Calibri"/>
              <a:cs typeface="Calibri"/>
              <a:sym typeface="Calibri"/>
            </a:endParaRPr>
          </a:p>
        </p:txBody>
      </p:sp>
      <p:pic>
        <p:nvPicPr>
          <p:cNvPr id="967" name="Google Shape;967;p32"/>
          <p:cNvPicPr preferRelativeResize="0"/>
          <p:nvPr/>
        </p:nvPicPr>
        <p:blipFill rotWithShape="1">
          <a:blip r:embed="rId5">
            <a:alphaModFix/>
          </a:blip>
          <a:srcRect b="0" l="0" r="0" t="0"/>
          <a:stretch/>
        </p:blipFill>
        <p:spPr>
          <a:xfrm>
            <a:off x="76200" y="3987300"/>
            <a:ext cx="1080000" cy="10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1000"/>
                                        <p:tgtEl>
                                          <p:spTgt spid="9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33"/>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Covering his tracks</a:t>
            </a:r>
            <a:endParaRPr b="0">
              <a:latin typeface="Calibri"/>
              <a:ea typeface="Calibri"/>
              <a:cs typeface="Calibri"/>
              <a:sym typeface="Calibri"/>
            </a:endParaRPr>
          </a:p>
        </p:txBody>
      </p:sp>
      <p:sp>
        <p:nvSpPr>
          <p:cNvPr id="973" name="Google Shape;973;p33"/>
          <p:cNvSpPr txBox="1"/>
          <p:nvPr>
            <p:ph idx="1" type="body"/>
          </p:nvPr>
        </p:nvSpPr>
        <p:spPr>
          <a:xfrm>
            <a:off x="713275" y="1000075"/>
            <a:ext cx="7717500" cy="84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2100">
                <a:latin typeface="Calibri"/>
                <a:ea typeface="Calibri"/>
                <a:cs typeface="Calibri"/>
                <a:sym typeface="Calibri"/>
              </a:rPr>
              <a:t>How could suspect Ashley Williams covered his tracks?</a:t>
            </a:r>
            <a:endParaRPr sz="2100">
              <a:latin typeface="Calibri"/>
              <a:ea typeface="Calibri"/>
              <a:cs typeface="Calibri"/>
              <a:sym typeface="Calibri"/>
            </a:endParaRPr>
          </a:p>
        </p:txBody>
      </p:sp>
      <p:sp>
        <p:nvSpPr>
          <p:cNvPr id="974" name="Google Shape;974;p33"/>
          <p:cNvSpPr txBox="1"/>
          <p:nvPr/>
        </p:nvSpPr>
        <p:spPr>
          <a:xfrm>
            <a:off x="713275" y="1543125"/>
            <a:ext cx="4546800" cy="244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GB" sz="2100" u="none" cap="none" strike="noStrike">
                <a:solidFill>
                  <a:srgbClr val="000000"/>
                </a:solidFill>
                <a:latin typeface="Calibri"/>
                <a:ea typeface="Calibri"/>
                <a:cs typeface="Calibri"/>
                <a:sym typeface="Calibri"/>
              </a:rPr>
              <a:t>Answers could include:</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GB" sz="2100" u="none" cap="none" strike="noStrike">
                <a:solidFill>
                  <a:srgbClr val="000000"/>
                </a:solidFill>
                <a:latin typeface="Calibri"/>
                <a:ea typeface="Calibri"/>
                <a:cs typeface="Calibri"/>
                <a:sym typeface="Calibri"/>
              </a:rPr>
              <a:t>Deleting cookies</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GB" sz="2100" u="none" cap="none" strike="noStrike">
                <a:solidFill>
                  <a:srgbClr val="000000"/>
                </a:solidFill>
                <a:latin typeface="Calibri"/>
                <a:ea typeface="Calibri"/>
                <a:cs typeface="Calibri"/>
                <a:sym typeface="Calibri"/>
              </a:rPr>
              <a:t>Clearing internet history</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GB" sz="2100" u="none" cap="none" strike="noStrike">
                <a:solidFill>
                  <a:srgbClr val="000000"/>
                </a:solidFill>
                <a:latin typeface="Calibri"/>
                <a:ea typeface="Calibri"/>
                <a:cs typeface="Calibri"/>
                <a:sym typeface="Calibri"/>
              </a:rPr>
              <a:t>Deleting files</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GB" sz="2100" u="none" cap="none" strike="noStrike">
                <a:solidFill>
                  <a:srgbClr val="000000"/>
                </a:solidFill>
                <a:latin typeface="Calibri"/>
                <a:ea typeface="Calibri"/>
                <a:cs typeface="Calibri"/>
                <a:sym typeface="Calibri"/>
              </a:rPr>
              <a:t>Using a VPN</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0" i="0" lang="en-GB" sz="2100" u="none" cap="none" strike="noStrike">
                <a:solidFill>
                  <a:srgbClr val="000000"/>
                </a:solidFill>
                <a:latin typeface="Calibri"/>
                <a:ea typeface="Calibri"/>
                <a:cs typeface="Calibri"/>
                <a:sym typeface="Calibri"/>
              </a:rPr>
              <a:t>Let’s look into these in a bit more detail</a:t>
            </a:r>
            <a:endParaRPr b="0" i="0" sz="2100" u="none" cap="none" strike="noStrike">
              <a:solidFill>
                <a:srgbClr val="000000"/>
              </a:solidFill>
              <a:latin typeface="Calibri"/>
              <a:ea typeface="Calibri"/>
              <a:cs typeface="Calibri"/>
              <a:sym typeface="Calibri"/>
            </a:endParaRPr>
          </a:p>
        </p:txBody>
      </p:sp>
      <p:pic>
        <p:nvPicPr>
          <p:cNvPr id="975" name="Google Shape;975;p33"/>
          <p:cNvPicPr preferRelativeResize="0"/>
          <p:nvPr/>
        </p:nvPicPr>
        <p:blipFill rotWithShape="1">
          <a:blip r:embed="rId3">
            <a:alphaModFix/>
          </a:blip>
          <a:srcRect b="0" l="0" r="0" t="0"/>
          <a:stretch/>
        </p:blipFill>
        <p:spPr>
          <a:xfrm>
            <a:off x="76188" y="3987300"/>
            <a:ext cx="1080000" cy="1080000"/>
          </a:xfrm>
          <a:prstGeom prst="rect">
            <a:avLst/>
          </a:prstGeom>
          <a:noFill/>
          <a:ln>
            <a:noFill/>
          </a:ln>
        </p:spPr>
      </p:pic>
      <p:pic>
        <p:nvPicPr>
          <p:cNvPr id="976" name="Google Shape;976;p33"/>
          <p:cNvPicPr preferRelativeResize="0"/>
          <p:nvPr/>
        </p:nvPicPr>
        <p:blipFill rotWithShape="1">
          <a:blip r:embed="rId4">
            <a:alphaModFix/>
          </a:blip>
          <a:srcRect b="0" l="0" r="0" t="0"/>
          <a:stretch/>
        </p:blipFill>
        <p:spPr>
          <a:xfrm>
            <a:off x="1232412" y="4254600"/>
            <a:ext cx="540000" cy="545400"/>
          </a:xfrm>
          <a:prstGeom prst="rect">
            <a:avLst/>
          </a:prstGeom>
          <a:noFill/>
          <a:ln>
            <a:noFill/>
          </a:ln>
        </p:spPr>
      </p:pic>
      <p:pic>
        <p:nvPicPr>
          <p:cNvPr id="977" name="Google Shape;977;p33" title="classroom.png"/>
          <p:cNvPicPr preferRelativeResize="0"/>
          <p:nvPr/>
        </p:nvPicPr>
        <p:blipFill rotWithShape="1">
          <a:blip r:embed="rId5">
            <a:alphaModFix/>
          </a:blip>
          <a:srcRect b="0" l="0" r="0" t="0"/>
          <a:stretch/>
        </p:blipFill>
        <p:spPr>
          <a:xfrm>
            <a:off x="4032000" y="3987294"/>
            <a:ext cx="1080000" cy="10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1000"/>
                                        <p:tgtEl>
                                          <p:spTgt spid="9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34"/>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Internet History</a:t>
            </a:r>
            <a:endParaRPr b="0">
              <a:latin typeface="Calibri"/>
              <a:ea typeface="Calibri"/>
              <a:cs typeface="Calibri"/>
              <a:sym typeface="Calibri"/>
            </a:endParaRPr>
          </a:p>
        </p:txBody>
      </p:sp>
      <p:sp>
        <p:nvSpPr>
          <p:cNvPr id="983" name="Google Shape;983;p34"/>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2100">
                <a:latin typeface="Calibri"/>
                <a:ea typeface="Calibri"/>
                <a:cs typeface="Calibri"/>
                <a:sym typeface="Calibri"/>
              </a:rPr>
              <a:t>How to view your internet history</a:t>
            </a:r>
            <a:endParaRPr sz="2100">
              <a:latin typeface="Calibri"/>
              <a:ea typeface="Calibri"/>
              <a:cs typeface="Calibri"/>
              <a:sym typeface="Calibri"/>
            </a:endParaRPr>
          </a:p>
        </p:txBody>
      </p:sp>
      <p:pic>
        <p:nvPicPr>
          <p:cNvPr id="984" name="Google Shape;984;p34"/>
          <p:cNvPicPr preferRelativeResize="0"/>
          <p:nvPr/>
        </p:nvPicPr>
        <p:blipFill rotWithShape="1">
          <a:blip r:embed="rId3">
            <a:alphaModFix/>
          </a:blip>
          <a:srcRect b="33880" l="0" r="0" t="0"/>
          <a:stretch/>
        </p:blipFill>
        <p:spPr>
          <a:xfrm>
            <a:off x="791200" y="1758800"/>
            <a:ext cx="7226349" cy="1625900"/>
          </a:xfrm>
          <a:prstGeom prst="rect">
            <a:avLst/>
          </a:prstGeom>
          <a:noFill/>
          <a:ln>
            <a:noFill/>
          </a:ln>
        </p:spPr>
      </p:pic>
      <p:pic>
        <p:nvPicPr>
          <p:cNvPr id="985" name="Google Shape;985;p34"/>
          <p:cNvPicPr preferRelativeResize="0"/>
          <p:nvPr/>
        </p:nvPicPr>
        <p:blipFill rotWithShape="1">
          <a:blip r:embed="rId4">
            <a:alphaModFix/>
          </a:blip>
          <a:srcRect b="0" l="0" r="0" t="0"/>
          <a:stretch/>
        </p:blipFill>
        <p:spPr>
          <a:xfrm>
            <a:off x="76200" y="3987300"/>
            <a:ext cx="1080000" cy="1080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35"/>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Internet History</a:t>
            </a:r>
            <a:endParaRPr b="0">
              <a:latin typeface="Calibri"/>
              <a:ea typeface="Calibri"/>
              <a:cs typeface="Calibri"/>
              <a:sym typeface="Calibri"/>
            </a:endParaRPr>
          </a:p>
        </p:txBody>
      </p:sp>
      <p:sp>
        <p:nvSpPr>
          <p:cNvPr id="991" name="Google Shape;991;p35"/>
          <p:cNvSpPr txBox="1"/>
          <p:nvPr>
            <p:ph idx="1" type="body"/>
          </p:nvPr>
        </p:nvSpPr>
        <p:spPr>
          <a:xfrm>
            <a:off x="713275" y="863550"/>
            <a:ext cx="7659600" cy="143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sz="1900">
                <a:latin typeface="Calibri"/>
                <a:ea typeface="Calibri"/>
                <a:cs typeface="Calibri"/>
                <a:sym typeface="Calibri"/>
              </a:rPr>
              <a:t>It will show the time, date and the name of the website and webpage you were on.</a:t>
            </a:r>
            <a:endParaRPr sz="1900">
              <a:latin typeface="Calibri"/>
              <a:ea typeface="Calibri"/>
              <a:cs typeface="Calibri"/>
              <a:sym typeface="Calibri"/>
            </a:endParaRPr>
          </a:p>
          <a:p>
            <a:pPr indent="0" lvl="0" marL="0" rtl="0" algn="l">
              <a:lnSpc>
                <a:spcPct val="100000"/>
              </a:lnSpc>
              <a:spcBef>
                <a:spcPts val="0"/>
              </a:spcBef>
              <a:spcAft>
                <a:spcPts val="0"/>
              </a:spcAft>
              <a:buSzPts val="2000"/>
              <a:buNone/>
            </a:pPr>
            <a:r>
              <a:rPr lang="en-GB" sz="1900">
                <a:latin typeface="Calibri"/>
                <a:ea typeface="Calibri"/>
                <a:cs typeface="Calibri"/>
                <a:sym typeface="Calibri"/>
              </a:rPr>
              <a:t>You can click on the link to go back to that site again. </a:t>
            </a:r>
            <a:endParaRPr sz="1900">
              <a:latin typeface="Calibri"/>
              <a:ea typeface="Calibri"/>
              <a:cs typeface="Calibri"/>
              <a:sym typeface="Calibri"/>
            </a:endParaRPr>
          </a:p>
          <a:p>
            <a:pPr indent="0" lvl="0" marL="0" rtl="0" algn="l">
              <a:lnSpc>
                <a:spcPct val="100000"/>
              </a:lnSpc>
              <a:spcBef>
                <a:spcPts val="0"/>
              </a:spcBef>
              <a:spcAft>
                <a:spcPts val="0"/>
              </a:spcAft>
              <a:buSzPts val="2000"/>
              <a:buNone/>
            </a:pPr>
            <a:r>
              <a:rPr lang="en-GB" sz="1900">
                <a:latin typeface="Calibri"/>
                <a:ea typeface="Calibri"/>
                <a:cs typeface="Calibri"/>
                <a:sym typeface="Calibri"/>
              </a:rPr>
              <a:t>And you can also clear your browsing data</a:t>
            </a:r>
            <a:endParaRPr sz="1900">
              <a:latin typeface="Calibri"/>
              <a:ea typeface="Calibri"/>
              <a:cs typeface="Calibri"/>
              <a:sym typeface="Calibri"/>
            </a:endParaRPr>
          </a:p>
        </p:txBody>
      </p:sp>
      <p:pic>
        <p:nvPicPr>
          <p:cNvPr id="992" name="Google Shape;992;p35"/>
          <p:cNvPicPr preferRelativeResize="0"/>
          <p:nvPr/>
        </p:nvPicPr>
        <p:blipFill rotWithShape="1">
          <a:blip r:embed="rId3">
            <a:alphaModFix/>
          </a:blip>
          <a:srcRect b="0" l="0" r="0" t="0"/>
          <a:stretch/>
        </p:blipFill>
        <p:spPr>
          <a:xfrm>
            <a:off x="2438813" y="2226025"/>
            <a:ext cx="4408774" cy="2593800"/>
          </a:xfrm>
          <a:prstGeom prst="rect">
            <a:avLst/>
          </a:prstGeom>
          <a:noFill/>
          <a:ln>
            <a:noFill/>
          </a:ln>
        </p:spPr>
      </p:pic>
      <p:pic>
        <p:nvPicPr>
          <p:cNvPr id="993" name="Google Shape;993;p35"/>
          <p:cNvPicPr preferRelativeResize="0"/>
          <p:nvPr/>
        </p:nvPicPr>
        <p:blipFill rotWithShape="1">
          <a:blip r:embed="rId4">
            <a:alphaModFix/>
          </a:blip>
          <a:srcRect b="0" l="0" r="0" t="0"/>
          <a:stretch/>
        </p:blipFill>
        <p:spPr>
          <a:xfrm>
            <a:off x="76200" y="3987300"/>
            <a:ext cx="1080000" cy="108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36"/>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Is it gone for good?</a:t>
            </a:r>
            <a:endParaRPr b="0">
              <a:latin typeface="Calibri"/>
              <a:ea typeface="Calibri"/>
              <a:cs typeface="Calibri"/>
              <a:sym typeface="Calibri"/>
            </a:endParaRPr>
          </a:p>
        </p:txBody>
      </p:sp>
      <p:sp>
        <p:nvSpPr>
          <p:cNvPr id="999" name="Google Shape;999;p36"/>
          <p:cNvSpPr txBox="1"/>
          <p:nvPr>
            <p:ph idx="1" type="body"/>
          </p:nvPr>
        </p:nvSpPr>
        <p:spPr>
          <a:xfrm>
            <a:off x="713275" y="1000075"/>
            <a:ext cx="77175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You spend some time surfing the web, close your browser, and clear your internet history.  But is your history really deleted, and is there any way to find out what websites you visited?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Your browser history is stored just like everything else on your computer, as a file (or collection of files).  Clearing your browser history merely deletes these files from your hard drive. However files from your hard drive can be recovered using specialist software.</a:t>
            </a:r>
            <a:endParaRPr>
              <a:latin typeface="Calibri"/>
              <a:ea typeface="Calibri"/>
              <a:cs typeface="Calibri"/>
              <a:sym typeface="Calibri"/>
            </a:endParaRPr>
          </a:p>
        </p:txBody>
      </p:sp>
      <p:pic>
        <p:nvPicPr>
          <p:cNvPr id="1000" name="Google Shape;1000;p36"/>
          <p:cNvPicPr preferRelativeResize="0"/>
          <p:nvPr/>
        </p:nvPicPr>
        <p:blipFill rotWithShape="1">
          <a:blip r:embed="rId3">
            <a:alphaModFix/>
          </a:blip>
          <a:srcRect b="0" l="0" r="0" t="0"/>
          <a:stretch/>
        </p:blipFill>
        <p:spPr>
          <a:xfrm>
            <a:off x="76200" y="3987300"/>
            <a:ext cx="1080000" cy="108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37"/>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Deleting files permanently - LTT</a:t>
            </a:r>
            <a:endParaRPr b="0">
              <a:latin typeface="Calibri"/>
              <a:ea typeface="Calibri"/>
              <a:cs typeface="Calibri"/>
              <a:sym typeface="Calibri"/>
            </a:endParaRPr>
          </a:p>
        </p:txBody>
      </p:sp>
      <p:pic>
        <p:nvPicPr>
          <p:cNvPr descr="Are files actually removed from your computer when you delete them? How do you make sure you remove them completely?  Sponsor link: Check out Fractal Design's excellent products at http://www.fractal-design.com/.  And let them know what embarrassing way you want to see me do an integration next at https://www.facebook.com/FractalDesignNA or https://twitter.com/FractalDesignNA." id="1006" name="Google Shape;1006;p37" title="What Happens to Deleted Data as Fast As Possible">
            <a:hlinkClick r:id="rId3"/>
          </p:cNvPr>
          <p:cNvPicPr preferRelativeResize="0"/>
          <p:nvPr/>
        </p:nvPicPr>
        <p:blipFill rotWithShape="1">
          <a:blip r:embed="rId4">
            <a:alphaModFix/>
          </a:blip>
          <a:srcRect b="0" l="0" r="0" t="0"/>
          <a:stretch/>
        </p:blipFill>
        <p:spPr>
          <a:xfrm>
            <a:off x="1396475" y="789500"/>
            <a:ext cx="6351100" cy="3564500"/>
          </a:xfrm>
          <a:prstGeom prst="rect">
            <a:avLst/>
          </a:prstGeom>
          <a:noFill/>
          <a:ln>
            <a:noFill/>
          </a:ln>
        </p:spPr>
      </p:pic>
      <p:pic>
        <p:nvPicPr>
          <p:cNvPr id="1007" name="Google Shape;1007;p37"/>
          <p:cNvPicPr preferRelativeResize="0"/>
          <p:nvPr/>
        </p:nvPicPr>
        <p:blipFill rotWithShape="1">
          <a:blip r:embed="rId5">
            <a:alphaModFix/>
          </a:blip>
          <a:srcRect b="0" l="0" r="0" t="0"/>
          <a:stretch/>
        </p:blipFill>
        <p:spPr>
          <a:xfrm>
            <a:off x="76200" y="3987300"/>
            <a:ext cx="1080000" cy="10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38"/>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Showcase what you have learnt?</a:t>
            </a:r>
            <a:endParaRPr b="0">
              <a:latin typeface="Calibri"/>
              <a:ea typeface="Calibri"/>
              <a:cs typeface="Calibri"/>
              <a:sym typeface="Calibri"/>
            </a:endParaRPr>
          </a:p>
        </p:txBody>
      </p:sp>
      <p:sp>
        <p:nvSpPr>
          <p:cNvPr id="1013" name="Google Shape;1013;p38"/>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Go to the tab:</a:t>
            </a:r>
            <a:endParaRPr>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lang="en-GB">
                <a:latin typeface="Calibri"/>
                <a:ea typeface="Calibri"/>
                <a:cs typeface="Calibri"/>
                <a:sym typeface="Calibri"/>
              </a:rPr>
              <a:t>5. What are VPNs, Cookies etc.</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sz="2100">
                <a:latin typeface="Calibri"/>
                <a:ea typeface="Calibri"/>
                <a:cs typeface="Calibri"/>
                <a:sym typeface="Calibri"/>
              </a:rPr>
              <a:t>Answer question 5</a:t>
            </a:r>
            <a:endParaRPr sz="2100">
              <a:latin typeface="Calibri"/>
              <a:ea typeface="Calibri"/>
              <a:cs typeface="Calibri"/>
              <a:sym typeface="Calibri"/>
            </a:endParaRPr>
          </a:p>
          <a:p>
            <a:pPr indent="0" lvl="0" marL="0" rtl="0" algn="l">
              <a:lnSpc>
                <a:spcPct val="100000"/>
              </a:lnSpc>
              <a:spcBef>
                <a:spcPts val="0"/>
              </a:spcBef>
              <a:spcAft>
                <a:spcPts val="0"/>
              </a:spcAft>
              <a:buSzPts val="2000"/>
              <a:buNone/>
            </a:pPr>
            <a:r>
              <a:t/>
            </a:r>
            <a:endParaRPr sz="2100">
              <a:latin typeface="Calibri"/>
              <a:ea typeface="Calibri"/>
              <a:cs typeface="Calibri"/>
              <a:sym typeface="Calibri"/>
            </a:endParaRPr>
          </a:p>
          <a:p>
            <a:pPr indent="0" lvl="0" marL="0" rtl="0" algn="l">
              <a:lnSpc>
                <a:spcPct val="100000"/>
              </a:lnSpc>
              <a:spcBef>
                <a:spcPts val="0"/>
              </a:spcBef>
              <a:spcAft>
                <a:spcPts val="0"/>
              </a:spcAft>
              <a:buSzPts val="2000"/>
              <a:buNone/>
            </a:pPr>
            <a:r>
              <a:rPr lang="en-GB" sz="2100">
                <a:latin typeface="Calibri"/>
                <a:ea typeface="Calibri"/>
                <a:cs typeface="Calibri"/>
                <a:sym typeface="Calibri"/>
              </a:rPr>
              <a:t>When you delete a file on your computer, what actually happens to that file?</a:t>
            </a:r>
            <a:endParaRPr sz="2100">
              <a:latin typeface="Calibri"/>
              <a:ea typeface="Calibri"/>
              <a:cs typeface="Calibri"/>
              <a:sym typeface="Calibri"/>
            </a:endParaRPr>
          </a:p>
        </p:txBody>
      </p:sp>
      <p:pic>
        <p:nvPicPr>
          <p:cNvPr id="1014" name="Google Shape;1014;p38"/>
          <p:cNvPicPr preferRelativeResize="0"/>
          <p:nvPr/>
        </p:nvPicPr>
        <p:blipFill rotWithShape="1">
          <a:blip r:embed="rId3">
            <a:alphaModFix/>
          </a:blip>
          <a:srcRect b="0" l="0" r="0" t="0"/>
          <a:stretch/>
        </p:blipFill>
        <p:spPr>
          <a:xfrm rot="-726302">
            <a:off x="5134505" y="653770"/>
            <a:ext cx="3414514" cy="1863934"/>
          </a:xfrm>
          <a:prstGeom prst="rect">
            <a:avLst/>
          </a:prstGeom>
          <a:noFill/>
          <a:ln cap="flat" cmpd="sng" w="19050">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1015" name="Google Shape;1015;p38"/>
          <p:cNvPicPr preferRelativeResize="0"/>
          <p:nvPr/>
        </p:nvPicPr>
        <p:blipFill rotWithShape="1">
          <a:blip r:embed="rId4">
            <a:alphaModFix/>
          </a:blip>
          <a:srcRect b="0" l="0" r="0" t="0"/>
          <a:stretch/>
        </p:blipFill>
        <p:spPr>
          <a:xfrm>
            <a:off x="76188" y="3987300"/>
            <a:ext cx="1080000" cy="1080000"/>
          </a:xfrm>
          <a:prstGeom prst="rect">
            <a:avLst/>
          </a:prstGeom>
          <a:noFill/>
          <a:ln>
            <a:noFill/>
          </a:ln>
        </p:spPr>
      </p:pic>
      <p:pic>
        <p:nvPicPr>
          <p:cNvPr id="1016" name="Google Shape;1016;p38"/>
          <p:cNvPicPr preferRelativeResize="0"/>
          <p:nvPr/>
        </p:nvPicPr>
        <p:blipFill rotWithShape="1">
          <a:blip r:embed="rId5">
            <a:alphaModFix/>
          </a:blip>
          <a:srcRect b="0" l="0" r="0" t="0"/>
          <a:stretch/>
        </p:blipFill>
        <p:spPr>
          <a:xfrm>
            <a:off x="1232412" y="4254600"/>
            <a:ext cx="540000" cy="545400"/>
          </a:xfrm>
          <a:prstGeom prst="rect">
            <a:avLst/>
          </a:prstGeom>
          <a:noFill/>
          <a:ln>
            <a:noFill/>
          </a:ln>
        </p:spPr>
      </p:pic>
      <p:pic>
        <p:nvPicPr>
          <p:cNvPr id="1017" name="Google Shape;1017;p38" title="classroom.png"/>
          <p:cNvPicPr preferRelativeResize="0"/>
          <p:nvPr/>
        </p:nvPicPr>
        <p:blipFill rotWithShape="1">
          <a:blip r:embed="rId6">
            <a:alphaModFix/>
          </a:blip>
          <a:srcRect b="0" l="0" r="0" t="0"/>
          <a:stretch/>
        </p:blipFill>
        <p:spPr>
          <a:xfrm>
            <a:off x="4032025" y="3987294"/>
            <a:ext cx="1080000" cy="108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39"/>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Cookies</a:t>
            </a:r>
            <a:endParaRPr b="0">
              <a:latin typeface="Calibri"/>
              <a:ea typeface="Calibri"/>
              <a:cs typeface="Calibri"/>
              <a:sym typeface="Calibri"/>
            </a:endParaRPr>
          </a:p>
        </p:txBody>
      </p:sp>
      <p:pic>
        <p:nvPicPr>
          <p:cNvPr descr="Browser Cookies, Internet Cookies, HTTP Cookies, Computer Cookies... Cookies have many names. But WHAT THE HECK are they?! Well, sit tight and hold onto your knickers because in this video I answer the question, &quot;What Are Cookies?&quot; And explain How They Work!  First off, a cookie is a small piece of data from a specific website, that is stored on a user’s computer while their browsing the web.   And they can have several different functions, such as:  1. Keeping track of that user’s browsing data in order to serve up targeted information such as ads for goods, or services.  This is why when you’re browsing Amazon for a Halloween costume for your dog, you will then see ads on Facebook later for more dog costumes.  2. Remembering your login details for a specific website.  Because of cookies, you can close out of a website like Facebook, and reopen it again later without having to sign back in again.   3. Cookies can also allow website owners to track exactly how many unique visitors they’re getting to their website. Because each cookie has its own unique ID.  So if the a user visits the same website 2 or 3 times in a day, the cookie allows us to count this as one unique viewer. So website owners can collect more accurate data about their website traffic.   Where did the cookie come from? And why?  The first cookie was invented in 1994 by a 24yr old programmer for NetScape Communications named Lou Montulli.  He was creating an online store for a company that said their servers were getting too full from storing each individual user’s shopping cart data as they were browsing the store. So he thought back to an old computing token called the “magic cookie” which was used to identify when someone logged into a system by passing a small bit of information between server and their computer. Lou then recreated this concept for the web and thus the modern day cookie was born!   So how does a cookie work?  Well when you visit a website for the first time, for this example let’s say it’s an online store, the website will put a cookie on your computer’s hard drive, that has a unique identification code.  The site then uses this ID to keep track of your “session”.   The reason it does this is so it can keep track of things like which items you’ve saved to your shopping cart, or which items you’ve looked already at so it can suggest similar items, or even save coupon codes for you that can be used even if you close out of the website and come back to it later that day.  There’s another type of cookie called a third party cookie. Which I’ll explain with an example.  Let’s say you’re browsing a website that has a button to like or share on Facebook embedded into it. Well this button has to talk to Facebook.com which now means that facebook can now send their own cookies through this website to see some of your activity, and use it to target ads specific for you next you’re scrolling down your Facebook news feed.    But not all cookies are privacy breaching parasites and generally they can help you have a much more enjoyable browsing experience and save you lots of time and headache on the web.  RELATED BLOG POST ----------------------------------------- https://createaprowebsite.com/best-wordpress-plugins  FOLLOW &amp; CONNECT WITH US --------------------------------------------------  My Website : https://createaprowebsite.com  Create a Pro Website Instagram: https://www.instagram.com/createaprowebsite/  Create a Pro Website Facebook: https://www.facebook.com/createaprowebsite/  Dale McManus Instagram: https://instagram.com/dalemcmanus/  And don't forget to SUBSCRIBE to Create a Pro Website for more awesome website tutorials: http://youtube.com/createaprowebsite?sub_confirmation=1" id="1023" name="Google Shape;1023;p39" title="What Are Cookies? And How They Work | Explained for Beginners!">
            <a:hlinkClick r:id="rId3"/>
          </p:cNvPr>
          <p:cNvPicPr preferRelativeResize="0"/>
          <p:nvPr/>
        </p:nvPicPr>
        <p:blipFill rotWithShape="1">
          <a:blip r:embed="rId4">
            <a:alphaModFix/>
          </a:blip>
          <a:srcRect b="0" l="0" r="0" t="0"/>
          <a:stretch/>
        </p:blipFill>
        <p:spPr>
          <a:xfrm>
            <a:off x="1524850" y="829738"/>
            <a:ext cx="6054025" cy="3484025"/>
          </a:xfrm>
          <a:prstGeom prst="rect">
            <a:avLst/>
          </a:prstGeom>
          <a:noFill/>
          <a:ln>
            <a:noFill/>
          </a:ln>
        </p:spPr>
      </p:pic>
      <p:pic>
        <p:nvPicPr>
          <p:cNvPr id="1024" name="Google Shape;1024;p39"/>
          <p:cNvPicPr preferRelativeResize="0"/>
          <p:nvPr/>
        </p:nvPicPr>
        <p:blipFill rotWithShape="1">
          <a:blip r:embed="rId5">
            <a:alphaModFix/>
          </a:blip>
          <a:srcRect b="0" l="0" r="0" t="0"/>
          <a:stretch/>
        </p:blipFill>
        <p:spPr>
          <a:xfrm>
            <a:off x="76200" y="3987300"/>
            <a:ext cx="1080000" cy="10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1000"/>
                                        <p:tgtEl>
                                          <p:spTgt spid="10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40"/>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Showcase what you have learnt?</a:t>
            </a:r>
            <a:endParaRPr b="0">
              <a:latin typeface="Calibri"/>
              <a:ea typeface="Calibri"/>
              <a:cs typeface="Calibri"/>
              <a:sym typeface="Calibri"/>
            </a:endParaRPr>
          </a:p>
        </p:txBody>
      </p:sp>
      <p:sp>
        <p:nvSpPr>
          <p:cNvPr id="1030" name="Google Shape;1030;p40"/>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Go to the tab:</a:t>
            </a:r>
            <a:endParaRPr>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lang="en-GB">
                <a:latin typeface="Calibri"/>
                <a:ea typeface="Calibri"/>
                <a:cs typeface="Calibri"/>
                <a:sym typeface="Calibri"/>
              </a:rPr>
              <a:t>5. What are VPNs, Cookies etc.</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Answer question 1</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What is a cookie and what type of data does it collect about a user?</a:t>
            </a:r>
            <a:endParaRPr sz="2100">
              <a:latin typeface="Calibri"/>
              <a:ea typeface="Calibri"/>
              <a:cs typeface="Calibri"/>
              <a:sym typeface="Calibri"/>
            </a:endParaRPr>
          </a:p>
        </p:txBody>
      </p:sp>
      <p:pic>
        <p:nvPicPr>
          <p:cNvPr id="1031" name="Google Shape;1031;p40"/>
          <p:cNvPicPr preferRelativeResize="0"/>
          <p:nvPr/>
        </p:nvPicPr>
        <p:blipFill rotWithShape="1">
          <a:blip r:embed="rId3">
            <a:alphaModFix/>
          </a:blip>
          <a:srcRect b="0" l="0" r="0" t="0"/>
          <a:stretch/>
        </p:blipFill>
        <p:spPr>
          <a:xfrm rot="-726306">
            <a:off x="5134848" y="672908"/>
            <a:ext cx="3195951" cy="1744634"/>
          </a:xfrm>
          <a:prstGeom prst="rect">
            <a:avLst/>
          </a:prstGeom>
          <a:noFill/>
          <a:ln cap="flat" cmpd="sng" w="19050">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1032" name="Google Shape;1032;p40"/>
          <p:cNvPicPr preferRelativeResize="0"/>
          <p:nvPr/>
        </p:nvPicPr>
        <p:blipFill rotWithShape="1">
          <a:blip r:embed="rId4">
            <a:alphaModFix/>
          </a:blip>
          <a:srcRect b="0" l="0" r="0" t="0"/>
          <a:stretch/>
        </p:blipFill>
        <p:spPr>
          <a:xfrm>
            <a:off x="76188" y="3987300"/>
            <a:ext cx="1080000" cy="1080000"/>
          </a:xfrm>
          <a:prstGeom prst="rect">
            <a:avLst/>
          </a:prstGeom>
          <a:noFill/>
          <a:ln>
            <a:noFill/>
          </a:ln>
        </p:spPr>
      </p:pic>
      <p:pic>
        <p:nvPicPr>
          <p:cNvPr id="1033" name="Google Shape;1033;p40"/>
          <p:cNvPicPr preferRelativeResize="0"/>
          <p:nvPr/>
        </p:nvPicPr>
        <p:blipFill rotWithShape="1">
          <a:blip r:embed="rId5">
            <a:alphaModFix/>
          </a:blip>
          <a:srcRect b="0" l="0" r="0" t="0"/>
          <a:stretch/>
        </p:blipFill>
        <p:spPr>
          <a:xfrm>
            <a:off x="1232412" y="4254600"/>
            <a:ext cx="540000" cy="545400"/>
          </a:xfrm>
          <a:prstGeom prst="rect">
            <a:avLst/>
          </a:prstGeom>
          <a:noFill/>
          <a:ln>
            <a:noFill/>
          </a:ln>
        </p:spPr>
      </p:pic>
      <p:pic>
        <p:nvPicPr>
          <p:cNvPr id="1034" name="Google Shape;1034;p40" title="classroom.png"/>
          <p:cNvPicPr preferRelativeResize="0"/>
          <p:nvPr/>
        </p:nvPicPr>
        <p:blipFill rotWithShape="1">
          <a:blip r:embed="rId6">
            <a:alphaModFix/>
          </a:blip>
          <a:srcRect b="0" l="0" r="0" t="0"/>
          <a:stretch/>
        </p:blipFill>
        <p:spPr>
          <a:xfrm>
            <a:off x="4032025" y="3987294"/>
            <a:ext cx="1080000" cy="1080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41"/>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What is a VPN?</a:t>
            </a:r>
            <a:endParaRPr b="0">
              <a:latin typeface="Calibri"/>
              <a:ea typeface="Calibri"/>
              <a:cs typeface="Calibri"/>
              <a:sym typeface="Calibri"/>
            </a:endParaRPr>
          </a:p>
        </p:txBody>
      </p:sp>
      <p:pic>
        <p:nvPicPr>
          <p:cNvPr descr="💥Get the best deal on ExpressVPN💥: https://www.vpnmentor.com/yt/expressvpn/?target=yt207&amp;loc=tfd/  👉🏻Everything you need to know about a VPN explained in an easy-to-understand way.  Discover how a VPN works and when you would use one, in this video.   👉🏻Check out the best VPNs to use: https://www.vpnmentor.com/?utm_source=youtube&amp;utm_content=whatisavpn&amp;utm_term=des1/  👉🏻Compare VPNs head-on - we've done the work for you! https://www.vpnmentor.com/?utm_source=youtube&amp;utm_content=whatisavpn&amp;utm_term=des2/  Check out What is a VPN and How Does it Work 00:00 Intro 00:11 Why you need a VPN 00:41 How does a VPN work 02:08 VPN explained 02:43 Why to use VPN for streaming 03:12 VPN Geolocation 03:24 VPN Advanced privacy 04:07 VPN best deals 2022" id="1040" name="Google Shape;1040;p41" title="What is a VPN and How Does it Work? [Video Explainer]">
            <a:hlinkClick r:id="rId3"/>
          </p:cNvPr>
          <p:cNvPicPr preferRelativeResize="0"/>
          <p:nvPr/>
        </p:nvPicPr>
        <p:blipFill rotWithShape="1">
          <a:blip r:embed="rId4">
            <a:alphaModFix/>
          </a:blip>
          <a:srcRect b="0" l="0" r="0" t="0"/>
          <a:stretch/>
        </p:blipFill>
        <p:spPr>
          <a:xfrm>
            <a:off x="1501350" y="734875"/>
            <a:ext cx="6141300" cy="3463700"/>
          </a:xfrm>
          <a:prstGeom prst="rect">
            <a:avLst/>
          </a:prstGeom>
          <a:noFill/>
          <a:ln>
            <a:noFill/>
          </a:ln>
        </p:spPr>
      </p:pic>
      <p:pic>
        <p:nvPicPr>
          <p:cNvPr id="1041" name="Google Shape;1041;p41"/>
          <p:cNvPicPr preferRelativeResize="0"/>
          <p:nvPr/>
        </p:nvPicPr>
        <p:blipFill rotWithShape="1">
          <a:blip r:embed="rId5">
            <a:alphaModFix/>
          </a:blip>
          <a:srcRect b="0" l="0" r="0" t="0"/>
          <a:stretch/>
        </p:blipFill>
        <p:spPr>
          <a:xfrm>
            <a:off x="76200" y="3987300"/>
            <a:ext cx="1080000" cy="108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42"/>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a:latin typeface="Calibri"/>
                <a:ea typeface="Calibri"/>
                <a:cs typeface="Calibri"/>
                <a:sym typeface="Calibri"/>
              </a:rPr>
              <a:t>Showcase what you have learnt?</a:t>
            </a:r>
            <a:endParaRPr b="0">
              <a:latin typeface="Calibri"/>
              <a:ea typeface="Calibri"/>
              <a:cs typeface="Calibri"/>
              <a:sym typeface="Calibri"/>
            </a:endParaRPr>
          </a:p>
        </p:txBody>
      </p:sp>
      <p:sp>
        <p:nvSpPr>
          <p:cNvPr id="1047" name="Google Shape;1047;p42"/>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GB">
                <a:latin typeface="Calibri"/>
                <a:ea typeface="Calibri"/>
                <a:cs typeface="Calibri"/>
                <a:sym typeface="Calibri"/>
              </a:rPr>
              <a:t>Go to the tab:</a:t>
            </a:r>
            <a:endParaRPr>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lang="en-GB">
                <a:latin typeface="Calibri"/>
                <a:ea typeface="Calibri"/>
                <a:cs typeface="Calibri"/>
                <a:sym typeface="Calibri"/>
              </a:rPr>
              <a:t>5. What are VPNs, Cookies etc.</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Answer question 3</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a:p>
            <a:pPr indent="0" lvl="0" marL="0" rtl="0" algn="l">
              <a:lnSpc>
                <a:spcPct val="100000"/>
              </a:lnSpc>
              <a:spcBef>
                <a:spcPts val="0"/>
              </a:spcBef>
              <a:spcAft>
                <a:spcPts val="0"/>
              </a:spcAft>
              <a:buSzPts val="2000"/>
              <a:buNone/>
            </a:pPr>
            <a:r>
              <a:rPr lang="en-GB">
                <a:latin typeface="Calibri"/>
                <a:ea typeface="Calibri"/>
                <a:cs typeface="Calibri"/>
                <a:sym typeface="Calibri"/>
              </a:rPr>
              <a:t>What is a VPN? What do people use it for?</a:t>
            </a:r>
            <a:endParaRPr>
              <a:latin typeface="Calibri"/>
              <a:ea typeface="Calibri"/>
              <a:cs typeface="Calibri"/>
              <a:sym typeface="Calibri"/>
            </a:endParaRPr>
          </a:p>
          <a:p>
            <a:pPr indent="0" lvl="0" marL="0" rtl="0" algn="l">
              <a:lnSpc>
                <a:spcPct val="100000"/>
              </a:lnSpc>
              <a:spcBef>
                <a:spcPts val="0"/>
              </a:spcBef>
              <a:spcAft>
                <a:spcPts val="0"/>
              </a:spcAft>
              <a:buSzPts val="2000"/>
              <a:buNone/>
            </a:pPr>
            <a:r>
              <a:t/>
            </a:r>
            <a:endParaRPr>
              <a:latin typeface="Calibri"/>
              <a:ea typeface="Calibri"/>
              <a:cs typeface="Calibri"/>
              <a:sym typeface="Calibri"/>
            </a:endParaRPr>
          </a:p>
        </p:txBody>
      </p:sp>
      <p:pic>
        <p:nvPicPr>
          <p:cNvPr id="1048" name="Google Shape;1048;p42"/>
          <p:cNvPicPr preferRelativeResize="0"/>
          <p:nvPr/>
        </p:nvPicPr>
        <p:blipFill rotWithShape="1">
          <a:blip r:embed="rId3">
            <a:alphaModFix/>
          </a:blip>
          <a:srcRect b="0" l="0" r="0" t="0"/>
          <a:stretch/>
        </p:blipFill>
        <p:spPr>
          <a:xfrm rot="-726301">
            <a:off x="5143012" y="749974"/>
            <a:ext cx="3076425" cy="1679378"/>
          </a:xfrm>
          <a:prstGeom prst="rect">
            <a:avLst/>
          </a:prstGeom>
          <a:noFill/>
          <a:ln cap="flat" cmpd="sng" w="19050">
            <a:solidFill>
              <a:schemeClr val="dk2"/>
            </a:solidFill>
            <a:prstDash val="solid"/>
            <a:round/>
            <a:headEnd len="sm" w="sm" type="none"/>
            <a:tailEnd len="sm" w="sm" type="none"/>
          </a:ln>
          <a:effectLst>
            <a:outerShdw blurRad="57150" rotWithShape="0" algn="bl" dir="5400000" dist="19050">
              <a:srgbClr val="000000">
                <a:alpha val="50196"/>
              </a:srgbClr>
            </a:outerShdw>
          </a:effectLst>
        </p:spPr>
      </p:pic>
      <p:pic>
        <p:nvPicPr>
          <p:cNvPr id="1049" name="Google Shape;1049;p42"/>
          <p:cNvPicPr preferRelativeResize="0"/>
          <p:nvPr/>
        </p:nvPicPr>
        <p:blipFill rotWithShape="1">
          <a:blip r:embed="rId4">
            <a:alphaModFix/>
          </a:blip>
          <a:srcRect b="0" l="0" r="0" t="0"/>
          <a:stretch/>
        </p:blipFill>
        <p:spPr>
          <a:xfrm>
            <a:off x="76188" y="3987300"/>
            <a:ext cx="1080000" cy="1080000"/>
          </a:xfrm>
          <a:prstGeom prst="rect">
            <a:avLst/>
          </a:prstGeom>
          <a:noFill/>
          <a:ln>
            <a:noFill/>
          </a:ln>
        </p:spPr>
      </p:pic>
      <p:pic>
        <p:nvPicPr>
          <p:cNvPr id="1050" name="Google Shape;1050;p42"/>
          <p:cNvPicPr preferRelativeResize="0"/>
          <p:nvPr/>
        </p:nvPicPr>
        <p:blipFill rotWithShape="1">
          <a:blip r:embed="rId5">
            <a:alphaModFix/>
          </a:blip>
          <a:srcRect b="0" l="0" r="0" t="0"/>
          <a:stretch/>
        </p:blipFill>
        <p:spPr>
          <a:xfrm>
            <a:off x="1232412" y="4254600"/>
            <a:ext cx="540000" cy="545400"/>
          </a:xfrm>
          <a:prstGeom prst="rect">
            <a:avLst/>
          </a:prstGeom>
          <a:noFill/>
          <a:ln>
            <a:noFill/>
          </a:ln>
        </p:spPr>
      </p:pic>
      <p:pic>
        <p:nvPicPr>
          <p:cNvPr id="1051" name="Google Shape;1051;p42" title="classroom.png"/>
          <p:cNvPicPr preferRelativeResize="0"/>
          <p:nvPr/>
        </p:nvPicPr>
        <p:blipFill rotWithShape="1">
          <a:blip r:embed="rId6">
            <a:alphaModFix/>
          </a:blip>
          <a:srcRect b="0" l="0" r="0" t="0"/>
          <a:stretch/>
        </p:blipFill>
        <p:spPr>
          <a:xfrm>
            <a:off x="4032025" y="3987294"/>
            <a:ext cx="1080000" cy="108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43"/>
          <p:cNvSpPr/>
          <p:nvPr/>
        </p:nvSpPr>
        <p:spPr>
          <a:xfrm>
            <a:off x="1196325" y="853525"/>
            <a:ext cx="7002300" cy="3469800"/>
          </a:xfrm>
          <a:prstGeom prst="rect">
            <a:avLst/>
          </a:prstGeom>
          <a:solidFill>
            <a:srgbClr val="F8EAD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57" name="Google Shape;1057;p43"/>
          <p:cNvPicPr preferRelativeResize="0"/>
          <p:nvPr/>
        </p:nvPicPr>
        <p:blipFill rotWithShape="1">
          <a:blip r:embed="rId3">
            <a:alphaModFix/>
          </a:blip>
          <a:srcRect b="0" l="0" r="0" t="0"/>
          <a:stretch/>
        </p:blipFill>
        <p:spPr>
          <a:xfrm rot="956169">
            <a:off x="1505766" y="709638"/>
            <a:ext cx="357192" cy="1125867"/>
          </a:xfrm>
          <a:prstGeom prst="rect">
            <a:avLst/>
          </a:prstGeom>
          <a:noFill/>
          <a:ln>
            <a:noFill/>
          </a:ln>
        </p:spPr>
      </p:pic>
      <p:sp>
        <p:nvSpPr>
          <p:cNvPr id="1058" name="Google Shape;1058;p43"/>
          <p:cNvSpPr txBox="1"/>
          <p:nvPr>
            <p:ph idx="1" type="body"/>
          </p:nvPr>
        </p:nvSpPr>
        <p:spPr>
          <a:xfrm>
            <a:off x="1952200" y="903425"/>
            <a:ext cx="5178600" cy="588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000"/>
              <a:buNone/>
            </a:pPr>
            <a:r>
              <a:rPr lang="en-GB" sz="1900">
                <a:solidFill>
                  <a:srgbClr val="000000"/>
                </a:solidFill>
                <a:latin typeface="Calibri"/>
                <a:ea typeface="Calibri"/>
                <a:cs typeface="Calibri"/>
                <a:sym typeface="Calibri"/>
              </a:rPr>
              <a:t>They will examine a device very closely. They may analyse the following (not an exhaustive list):</a:t>
            </a:r>
            <a:endParaRPr sz="1900">
              <a:solidFill>
                <a:srgbClr val="000000"/>
              </a:solidFill>
              <a:latin typeface="Calibri"/>
              <a:ea typeface="Calibri"/>
              <a:cs typeface="Calibri"/>
              <a:sym typeface="Calibri"/>
            </a:endParaRPr>
          </a:p>
          <a:p>
            <a:pPr indent="0" lvl="0" marL="0" rtl="0" algn="just">
              <a:lnSpc>
                <a:spcPct val="100000"/>
              </a:lnSpc>
              <a:spcBef>
                <a:spcPts val="0"/>
              </a:spcBef>
              <a:spcAft>
                <a:spcPts val="0"/>
              </a:spcAft>
              <a:buSzPts val="2000"/>
              <a:buNone/>
            </a:pPr>
            <a:r>
              <a:t/>
            </a:r>
            <a:endParaRPr sz="1900">
              <a:solidFill>
                <a:srgbClr val="000000"/>
              </a:solidFill>
              <a:latin typeface="Calibri"/>
              <a:ea typeface="Calibri"/>
              <a:cs typeface="Calibri"/>
              <a:sym typeface="Calibri"/>
            </a:endParaRPr>
          </a:p>
          <a:p>
            <a:pPr indent="0" lvl="0" marL="0" rtl="0" algn="just">
              <a:lnSpc>
                <a:spcPct val="100000"/>
              </a:lnSpc>
              <a:spcBef>
                <a:spcPts val="0"/>
              </a:spcBef>
              <a:spcAft>
                <a:spcPts val="0"/>
              </a:spcAft>
              <a:buSzPts val="2000"/>
              <a:buNone/>
            </a:pPr>
            <a:r>
              <a:t/>
            </a:r>
            <a:endParaRPr sz="1900">
              <a:solidFill>
                <a:srgbClr val="000000"/>
              </a:solidFill>
              <a:latin typeface="Calibri"/>
              <a:ea typeface="Calibri"/>
              <a:cs typeface="Calibri"/>
              <a:sym typeface="Calibri"/>
            </a:endParaRPr>
          </a:p>
        </p:txBody>
      </p:sp>
      <p:sp>
        <p:nvSpPr>
          <p:cNvPr id="1059" name="Google Shape;1059;p43"/>
          <p:cNvSpPr txBox="1"/>
          <p:nvPr>
            <p:ph type="title"/>
          </p:nvPr>
        </p:nvSpPr>
        <p:spPr>
          <a:xfrm>
            <a:off x="713275" y="64025"/>
            <a:ext cx="7717500" cy="74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b="0" lang="en-GB" sz="2700">
                <a:latin typeface="Calibri"/>
                <a:ea typeface="Calibri"/>
                <a:cs typeface="Calibri"/>
                <a:sym typeface="Calibri"/>
              </a:rPr>
              <a:t>Digital Forensic Investigators-what do they search for?</a:t>
            </a:r>
            <a:endParaRPr b="0" sz="2700">
              <a:latin typeface="Calibri"/>
              <a:ea typeface="Calibri"/>
              <a:cs typeface="Calibri"/>
              <a:sym typeface="Calibri"/>
            </a:endParaRPr>
          </a:p>
        </p:txBody>
      </p:sp>
      <p:sp>
        <p:nvSpPr>
          <p:cNvPr id="1060" name="Google Shape;1060;p43"/>
          <p:cNvSpPr txBox="1"/>
          <p:nvPr/>
        </p:nvSpPr>
        <p:spPr>
          <a:xfrm>
            <a:off x="1189750" y="1678675"/>
            <a:ext cx="7002300" cy="2724300"/>
          </a:xfrm>
          <a:prstGeom prst="rect">
            <a:avLst/>
          </a:prstGeom>
          <a:noFill/>
          <a:ln>
            <a:noFill/>
          </a:ln>
        </p:spPr>
        <p:txBody>
          <a:bodyPr anchorCtr="0" anchor="t" bIns="91425" lIns="91425" spcFirstLastPara="1" rIns="91425" wrap="square" tIns="91425">
            <a:noAutofit/>
          </a:bodyPr>
          <a:lstStyle/>
          <a:p>
            <a:pPr indent="-196850" lvl="0" marL="360001" marR="0" rtl="0" algn="l">
              <a:lnSpc>
                <a:spcPct val="100000"/>
              </a:lnSpc>
              <a:spcBef>
                <a:spcPts val="0"/>
              </a:spcBef>
              <a:spcAft>
                <a:spcPts val="0"/>
              </a:spcAft>
              <a:buClr>
                <a:srgbClr val="000000"/>
              </a:buClr>
              <a:buSzPts val="1600"/>
              <a:buFont typeface="Courier New"/>
              <a:buChar char="●"/>
            </a:pPr>
            <a:r>
              <a:rPr b="0" i="0" lang="en-GB" sz="1600" u="none" cap="none" strike="noStrike">
                <a:solidFill>
                  <a:srgbClr val="000000"/>
                </a:solidFill>
                <a:latin typeface="Calibri"/>
                <a:ea typeface="Calibri"/>
                <a:cs typeface="Calibri"/>
                <a:sym typeface="Calibri"/>
              </a:rPr>
              <a:t>The hard drive - what files are on the hard drive but also what files </a:t>
            </a:r>
            <a:br>
              <a:rPr b="0" i="0" lang="en-GB" sz="1600" u="none" cap="none" strike="noStrike">
                <a:solidFill>
                  <a:srgbClr val="000000"/>
                </a:solidFill>
                <a:latin typeface="Calibri"/>
                <a:ea typeface="Calibri"/>
                <a:cs typeface="Calibri"/>
                <a:sym typeface="Calibri"/>
              </a:rPr>
            </a:br>
            <a:r>
              <a:rPr b="0" i="0" lang="en-GB" sz="1600" u="none" cap="none" strike="noStrike">
                <a:solidFill>
                  <a:srgbClr val="000000"/>
                </a:solidFill>
                <a:latin typeface="Calibri"/>
                <a:ea typeface="Calibri"/>
                <a:cs typeface="Calibri"/>
                <a:sym typeface="Calibri"/>
              </a:rPr>
              <a:t>have been purposefully destroyed - they use specialist software for this.</a:t>
            </a:r>
            <a:endParaRPr b="0" i="0" sz="1600" u="none" cap="none" strike="noStrike">
              <a:solidFill>
                <a:srgbClr val="000000"/>
              </a:solidFill>
              <a:latin typeface="Calibri"/>
              <a:ea typeface="Calibri"/>
              <a:cs typeface="Calibri"/>
              <a:sym typeface="Calibri"/>
            </a:endParaRPr>
          </a:p>
          <a:p>
            <a:pPr indent="-196850" lvl="0" marL="360001" marR="0" rtl="0" algn="l">
              <a:lnSpc>
                <a:spcPct val="100000"/>
              </a:lnSpc>
              <a:spcBef>
                <a:spcPts val="0"/>
              </a:spcBef>
              <a:spcAft>
                <a:spcPts val="0"/>
              </a:spcAft>
              <a:buClr>
                <a:srgbClr val="000000"/>
              </a:buClr>
              <a:buSzPts val="1600"/>
              <a:buFont typeface="Courier New"/>
              <a:buChar char="●"/>
            </a:pPr>
            <a:r>
              <a:rPr b="0" i="0" lang="en-GB" sz="1600" u="none" cap="none" strike="noStrike">
                <a:solidFill>
                  <a:srgbClr val="000000"/>
                </a:solidFill>
                <a:latin typeface="Calibri"/>
                <a:ea typeface="Calibri"/>
                <a:cs typeface="Calibri"/>
                <a:sym typeface="Calibri"/>
              </a:rPr>
              <a:t>Internet search history, cookies and any temporary files. What the suspect has been searching can be very important in an investigation.</a:t>
            </a:r>
            <a:endParaRPr b="0" i="0" sz="1600" u="none" cap="none" strike="noStrike">
              <a:solidFill>
                <a:srgbClr val="000000"/>
              </a:solidFill>
              <a:latin typeface="Calibri"/>
              <a:ea typeface="Calibri"/>
              <a:cs typeface="Calibri"/>
              <a:sym typeface="Calibri"/>
            </a:endParaRPr>
          </a:p>
          <a:p>
            <a:pPr indent="-196850" lvl="0" marL="360001" marR="0" rtl="0" algn="l">
              <a:lnSpc>
                <a:spcPct val="100000"/>
              </a:lnSpc>
              <a:spcBef>
                <a:spcPts val="0"/>
              </a:spcBef>
              <a:spcAft>
                <a:spcPts val="0"/>
              </a:spcAft>
              <a:buClr>
                <a:srgbClr val="000000"/>
              </a:buClr>
              <a:buSzPts val="1600"/>
              <a:buFont typeface="Courier New"/>
              <a:buChar char="●"/>
            </a:pPr>
            <a:r>
              <a:rPr b="0" i="0" lang="en-GB" sz="1600" u="none" cap="none" strike="noStrike">
                <a:solidFill>
                  <a:srgbClr val="000000"/>
                </a:solidFill>
                <a:latin typeface="Calibri"/>
                <a:ea typeface="Calibri"/>
                <a:cs typeface="Calibri"/>
                <a:sym typeface="Calibri"/>
              </a:rPr>
              <a:t>Location settings - Have any apps stored the location?</a:t>
            </a:r>
            <a:endParaRPr b="0" i="0" sz="1600" u="none" cap="none" strike="noStrike">
              <a:solidFill>
                <a:srgbClr val="000000"/>
              </a:solidFill>
              <a:latin typeface="Calibri"/>
              <a:ea typeface="Calibri"/>
              <a:cs typeface="Calibri"/>
              <a:sym typeface="Calibri"/>
            </a:endParaRPr>
          </a:p>
          <a:p>
            <a:pPr indent="-196850" lvl="0" marL="360001" marR="0" rtl="0" algn="l">
              <a:lnSpc>
                <a:spcPct val="100000"/>
              </a:lnSpc>
              <a:spcBef>
                <a:spcPts val="0"/>
              </a:spcBef>
              <a:spcAft>
                <a:spcPts val="0"/>
              </a:spcAft>
              <a:buClr>
                <a:srgbClr val="000000"/>
              </a:buClr>
              <a:buSzPts val="1600"/>
              <a:buFont typeface="Courier New"/>
              <a:buChar char="●"/>
            </a:pPr>
            <a:r>
              <a:rPr b="0" i="0" lang="en-GB" sz="1600" u="none" cap="none" strike="noStrike">
                <a:solidFill>
                  <a:srgbClr val="000000"/>
                </a:solidFill>
                <a:latin typeface="Calibri"/>
                <a:ea typeface="Calibri"/>
                <a:cs typeface="Calibri"/>
                <a:sym typeface="Calibri"/>
              </a:rPr>
              <a:t>IP &amp; MAC addresses from emails and messages - this can show what devices have been communicating.</a:t>
            </a:r>
            <a:endParaRPr b="0" i="0" sz="1600" u="none" cap="none" strike="noStrike">
              <a:solidFill>
                <a:srgbClr val="000000"/>
              </a:solidFill>
              <a:latin typeface="Calibri"/>
              <a:ea typeface="Calibri"/>
              <a:cs typeface="Calibri"/>
              <a:sym typeface="Calibri"/>
            </a:endParaRPr>
          </a:p>
          <a:p>
            <a:pPr indent="-196850" lvl="0" marL="360001" marR="0" rtl="0" algn="l">
              <a:lnSpc>
                <a:spcPct val="100000"/>
              </a:lnSpc>
              <a:spcBef>
                <a:spcPts val="0"/>
              </a:spcBef>
              <a:spcAft>
                <a:spcPts val="0"/>
              </a:spcAft>
              <a:buClr>
                <a:srgbClr val="000000"/>
              </a:buClr>
              <a:buSzPts val="1600"/>
              <a:buFont typeface="Courier New"/>
              <a:buChar char="●"/>
            </a:pPr>
            <a:r>
              <a:rPr b="0" i="0" lang="en-GB" sz="1600" u="none" cap="none" strike="noStrike">
                <a:solidFill>
                  <a:srgbClr val="000000"/>
                </a:solidFill>
                <a:latin typeface="Calibri"/>
                <a:ea typeface="Calibri"/>
                <a:cs typeface="Calibri"/>
                <a:sym typeface="Calibri"/>
              </a:rPr>
              <a:t>Other data - there is loads more data that our devices collect about us i.e health data.</a:t>
            </a:r>
            <a:endParaRPr b="0" i="0" sz="1600" u="none" cap="none" strike="noStrike">
              <a:solidFill>
                <a:srgbClr val="000000"/>
              </a:solidFill>
              <a:latin typeface="Calibri"/>
              <a:ea typeface="Calibri"/>
              <a:cs typeface="Calibri"/>
              <a:sym typeface="Calibri"/>
            </a:endParaRPr>
          </a:p>
        </p:txBody>
      </p:sp>
      <p:pic>
        <p:nvPicPr>
          <p:cNvPr id="1061" name="Google Shape;1061;p43"/>
          <p:cNvPicPr preferRelativeResize="0"/>
          <p:nvPr/>
        </p:nvPicPr>
        <p:blipFill rotWithShape="1">
          <a:blip r:embed="rId4">
            <a:alphaModFix/>
          </a:blip>
          <a:srcRect b="0" l="29076" r="28773" t="0"/>
          <a:stretch/>
        </p:blipFill>
        <p:spPr>
          <a:xfrm>
            <a:off x="7221325" y="853525"/>
            <a:ext cx="930375" cy="1103600"/>
          </a:xfrm>
          <a:prstGeom prst="rect">
            <a:avLst/>
          </a:prstGeom>
          <a:noFill/>
          <a:ln>
            <a:noFill/>
          </a:ln>
        </p:spPr>
      </p:pic>
      <p:pic>
        <p:nvPicPr>
          <p:cNvPr id="1062" name="Google Shape;1062;p43"/>
          <p:cNvPicPr preferRelativeResize="0"/>
          <p:nvPr/>
        </p:nvPicPr>
        <p:blipFill rotWithShape="1">
          <a:blip r:embed="rId5">
            <a:alphaModFix/>
          </a:blip>
          <a:srcRect b="0" l="0" r="0" t="0"/>
          <a:stretch/>
        </p:blipFill>
        <p:spPr>
          <a:xfrm>
            <a:off x="76188" y="3987300"/>
            <a:ext cx="1080000" cy="1080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44"/>
          <p:cNvSpPr txBox="1"/>
          <p:nvPr>
            <p:ph type="title"/>
          </p:nvPr>
        </p:nvSpPr>
        <p:spPr>
          <a:xfrm>
            <a:off x="713275" y="64025"/>
            <a:ext cx="7717500" cy="250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0" lang="en-GB" sz="5300">
                <a:latin typeface="Calibri"/>
                <a:ea typeface="Calibri"/>
                <a:cs typeface="Calibri"/>
                <a:sym typeface="Calibri"/>
              </a:rPr>
              <a:t>What is a brute force attack?</a:t>
            </a:r>
            <a:endParaRPr b="0" sz="5300">
              <a:latin typeface="Calibri"/>
              <a:ea typeface="Calibri"/>
              <a:cs typeface="Calibri"/>
              <a:sym typeface="Calibri"/>
            </a:endParaRPr>
          </a:p>
        </p:txBody>
      </p:sp>
      <p:pic>
        <p:nvPicPr>
          <p:cNvPr id="1068" name="Google Shape;1068;p44"/>
          <p:cNvPicPr preferRelativeResize="0"/>
          <p:nvPr/>
        </p:nvPicPr>
        <p:blipFill rotWithShape="1">
          <a:blip r:embed="rId3">
            <a:alphaModFix/>
          </a:blip>
          <a:srcRect b="0" l="0" r="0" t="0"/>
          <a:stretch/>
        </p:blipFill>
        <p:spPr>
          <a:xfrm>
            <a:off x="76188" y="3987300"/>
            <a:ext cx="1080000" cy="1080000"/>
          </a:xfrm>
          <a:prstGeom prst="rect">
            <a:avLst/>
          </a:prstGeom>
          <a:noFill/>
          <a:ln>
            <a:noFill/>
          </a:ln>
        </p:spPr>
      </p:pic>
      <p:pic>
        <p:nvPicPr>
          <p:cNvPr id="1069" name="Google Shape;1069;p44"/>
          <p:cNvPicPr preferRelativeResize="0"/>
          <p:nvPr/>
        </p:nvPicPr>
        <p:blipFill rotWithShape="1">
          <a:blip r:embed="rId4">
            <a:alphaModFix/>
          </a:blip>
          <a:srcRect b="0" l="0" r="0" t="0"/>
          <a:stretch/>
        </p:blipFill>
        <p:spPr>
          <a:xfrm>
            <a:off x="1232412" y="4254600"/>
            <a:ext cx="540000" cy="545400"/>
          </a:xfrm>
          <a:prstGeom prst="rect">
            <a:avLst/>
          </a:prstGeom>
          <a:noFill/>
          <a:ln>
            <a:noFill/>
          </a:ln>
        </p:spPr>
      </p:pic>
      <p:pic>
        <p:nvPicPr>
          <p:cNvPr id="1070" name="Google Shape;1070;p44" title="miniwhiteboard.png"/>
          <p:cNvPicPr preferRelativeResize="0"/>
          <p:nvPr/>
        </p:nvPicPr>
        <p:blipFill rotWithShape="1">
          <a:blip r:embed="rId5">
            <a:alphaModFix/>
          </a:blip>
          <a:srcRect b="0" l="0" r="0" t="0"/>
          <a:stretch/>
        </p:blipFill>
        <p:spPr>
          <a:xfrm>
            <a:off x="4032025" y="3987300"/>
            <a:ext cx="1080000" cy="1080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igital Forensics">
  <a:themeElements>
    <a:clrScheme name="Simple Light">
      <a:dk1>
        <a:srgbClr val="FFFFFF"/>
      </a:dk1>
      <a:lt1>
        <a:srgbClr val="00394B"/>
      </a:lt1>
      <a:dk2>
        <a:srgbClr val="002530"/>
      </a:dk2>
      <a:lt2>
        <a:srgbClr val="006F80"/>
      </a:lt2>
      <a:accent1>
        <a:srgbClr val="1090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