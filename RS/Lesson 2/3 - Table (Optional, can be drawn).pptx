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6858000" cx="9144000"/>
  <p:notesSz cx="6858000" cy="9144000"/>
  <p:embeddedFontLst>
    <p:embeddedFont>
      <p:font typeface="Gill Sans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F12977-D117-4361-902E-DBBABFB7C45E}">
  <a:tblStyle styleId="{F4F12977-D117-4361-902E-DBBABFB7C4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Gill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Gill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{F4F12977-D117-4361-902E-DBBABFB7C45E}</a:tableStyleId>
              </a:tblPr>
              <a:tblGrid>
                <a:gridCol w="1191550"/>
                <a:gridCol w="1988100"/>
                <a:gridCol w="1988100"/>
                <a:gridCol w="1988100"/>
                <a:gridCol w="1988100"/>
              </a:tblGrid>
              <a:tr h="36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What do they believe?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Who or what guides them?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How do they worship?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How do they live?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</a:tr>
              <a:tr h="10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Catholic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</a:tr>
              <a:tr h="10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Evangelical Protestant 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</a:tr>
              <a:tr h="10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Methodist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</a:tr>
              <a:tr h="10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Baptist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</a:tr>
              <a:tr h="10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Latter Day Saints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</a:tr>
              <a:tr h="10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Amish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