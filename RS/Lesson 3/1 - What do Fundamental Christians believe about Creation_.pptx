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y="6858000" cx="9144000"/>
  <p:notesSz cx="6858000" cy="9144000"/>
  <p:embeddedFontLst>
    <p:embeddedFont>
      <p:font typeface="Lato"/>
      <p:regular r:id="rId22"/>
      <p:bold r:id="rId23"/>
      <p:italic r:id="rId24"/>
      <p:boldItalic r:id="rId25"/>
    </p:embeddedFont>
    <p:embeddedFont>
      <p:font typeface="Gill Sans"/>
      <p:regular r:id="rId26"/>
      <p:bold r:id="rId27"/>
    </p:embeddedFont>
    <p:embeddedFont>
      <p:font typeface="Fira Sans Extra Condensed"/>
      <p:regular r:id="rId28"/>
      <p:bold r:id="rId29"/>
      <p:italic r:id="rId30"/>
      <p:boldItalic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624D50-B9AE-4EDF-8066-32420A492BA9}">
  <a:tblStyle styleId="{82624D50-B9AE-4EDF-8066-32420A492BA9}"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69A92730-3355-4AB5-A547-8A1C514AEFEC}"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font" Target="fonts/Lato-regular.fntdata"/><Relationship Id="rId21" Type="http://schemas.openxmlformats.org/officeDocument/2006/relationships/slide" Target="slides/slide14.xml"/><Relationship Id="rId24" Type="http://schemas.openxmlformats.org/officeDocument/2006/relationships/font" Target="fonts/Lato-italic.fntdata"/><Relationship Id="rId23" Type="http://schemas.openxmlformats.org/officeDocument/2006/relationships/font" Target="fonts/Lato-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GillSans-regular.fntdata"/><Relationship Id="rId25" Type="http://schemas.openxmlformats.org/officeDocument/2006/relationships/font" Target="fonts/Lato-boldItalic.fntdata"/><Relationship Id="rId28" Type="http://schemas.openxmlformats.org/officeDocument/2006/relationships/font" Target="fonts/FiraSansExtraCondensed-regular.fntdata"/><Relationship Id="rId27" Type="http://schemas.openxmlformats.org/officeDocument/2006/relationships/font" Target="fonts/GillSans-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FiraSansExtraCondensed-bold.fntdata"/><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font" Target="fonts/FiraSansExtraCondensed-boldItalic.fntdata"/><Relationship Id="rId30" Type="http://schemas.openxmlformats.org/officeDocument/2006/relationships/font" Target="fonts/FiraSansExtraCondensed-italic.fntdata"/><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p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cd8fd5d23a_0_2: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3" name="Google Shape;133;g3cd8fd5d23a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ab46f4429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4" name="Google Shape;144;g3cab46f4429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ce82540725_0_0: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ce82540725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ce82540725_0_8: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g3ce82540725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3cea91cc9cf_0_13: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g3cea91cc9cf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3cee6498752_0_1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g3cee6498752_0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cee6498752_0_3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g3cee6498752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cea91cc9cf_0_21: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g3cea91cc9cf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3ce82540725_0_49: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3ce82540725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ce82540725_0_16: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9" name="Google Shape;379;g3ce82540725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g3cee6498752_0_47: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0" name="Google Shape;390;g3cee6498752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cee6498752_0_6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8" name="Google Shape;398;g3cee6498752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9" name="Shape 409"/>
        <p:cNvGrpSpPr/>
        <p:nvPr/>
      </p:nvGrpSpPr>
      <p:grpSpPr>
        <a:xfrm>
          <a:off x="0" y="0"/>
          <a:ext cx="0" cy="0"/>
          <a:chOff x="0" y="0"/>
          <a:chExt cx="0" cy="0"/>
        </a:xfrm>
      </p:grpSpPr>
      <p:sp>
        <p:nvSpPr>
          <p:cNvPr id="410" name="Google Shape;410;g3cee6498752_0_75:notes"/>
          <p:cNvSpPr/>
          <p:nvPr>
            <p:ph idx="2" type="sldImg"/>
          </p:nvPr>
        </p:nvSpPr>
        <p:spPr>
          <a:xfrm>
            <a:off x="1143309"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1" name="Google Shape;411;g3cee6498752_0_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9"/>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6" name="Shape 56"/>
        <p:cNvGrpSpPr/>
        <p:nvPr/>
      </p:nvGrpSpPr>
      <p:grpSpPr>
        <a:xfrm>
          <a:off x="0" y="0"/>
          <a:ext cx="0" cy="0"/>
          <a:chOff x="0" y="0"/>
          <a:chExt cx="0" cy="0"/>
        </a:xfrm>
      </p:grpSpPr>
      <p:sp>
        <p:nvSpPr>
          <p:cNvPr id="57" name="Google Shape;57;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14"/>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 name="Google Shape;59;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2" name="Shape 62"/>
        <p:cNvGrpSpPr/>
        <p:nvPr/>
      </p:nvGrpSpPr>
      <p:grpSpPr>
        <a:xfrm>
          <a:off x="0" y="0"/>
          <a:ext cx="0" cy="0"/>
          <a:chOff x="0" y="0"/>
          <a:chExt cx="0" cy="0"/>
        </a:xfrm>
      </p:grpSpPr>
      <p:sp>
        <p:nvSpPr>
          <p:cNvPr id="63" name="Google Shape;63;p1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65" name="Google Shape;65;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6"/>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2" name="Shape 72"/>
        <p:cNvGrpSpPr/>
        <p:nvPr/>
      </p:nvGrpSpPr>
      <p:grpSpPr>
        <a:xfrm>
          <a:off x="0" y="0"/>
          <a:ext cx="0" cy="0"/>
          <a:chOff x="0" y="0"/>
          <a:chExt cx="0" cy="0"/>
        </a:xfrm>
      </p:grpSpPr>
      <p:sp>
        <p:nvSpPr>
          <p:cNvPr id="73" name="Google Shape;73;p1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75" name="Google Shape;7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17"/>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8" name="Shape 78"/>
        <p:cNvGrpSpPr/>
        <p:nvPr/>
      </p:nvGrpSpPr>
      <p:grpSpPr>
        <a:xfrm>
          <a:off x="0" y="0"/>
          <a:ext cx="0" cy="0"/>
          <a:chOff x="0" y="0"/>
          <a:chExt cx="0" cy="0"/>
        </a:xfrm>
      </p:grpSpPr>
      <p:sp>
        <p:nvSpPr>
          <p:cNvPr id="79" name="Google Shape;7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81" name="Google Shape;81;p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82" name="Google Shape;82;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4" name="Google Shape;84;p18"/>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5" name="Shape 85"/>
        <p:cNvGrpSpPr/>
        <p:nvPr/>
      </p:nvGrpSpPr>
      <p:grpSpPr>
        <a:xfrm>
          <a:off x="0" y="0"/>
          <a:ext cx="0" cy="0"/>
          <a:chOff x="0" y="0"/>
          <a:chExt cx="0" cy="0"/>
        </a:xfrm>
      </p:grpSpPr>
      <p:sp>
        <p:nvSpPr>
          <p:cNvPr id="86" name="Google Shape;8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7" name="Google Shape;87;p1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8" name="Google Shape;88;p1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89" name="Google Shape;89;p1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90" name="Google Shape;90;p1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91" name="Google Shape;9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9"/>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4" name="Shape 94"/>
        <p:cNvGrpSpPr/>
        <p:nvPr/>
      </p:nvGrpSpPr>
      <p:grpSpPr>
        <a:xfrm>
          <a:off x="0" y="0"/>
          <a:ext cx="0" cy="0"/>
          <a:chOff x="0" y="0"/>
          <a:chExt cx="0" cy="0"/>
        </a:xfrm>
      </p:grpSpPr>
      <p:sp>
        <p:nvSpPr>
          <p:cNvPr id="95" name="Google Shape;9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7" name="Google Shape;97;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20"/>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9" name="Shape 99"/>
        <p:cNvGrpSpPr/>
        <p:nvPr/>
      </p:nvGrpSpPr>
      <p:grpSpPr>
        <a:xfrm>
          <a:off x="0" y="0"/>
          <a:ext cx="0" cy="0"/>
          <a:chOff x="0" y="0"/>
          <a:chExt cx="0" cy="0"/>
        </a:xfrm>
      </p:grpSpPr>
      <p:sp>
        <p:nvSpPr>
          <p:cNvPr id="100" name="Google Shape;100;p2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2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02" name="Google Shape;102;p2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03" name="Google Shape;10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1"/>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6" name="Shape 106"/>
        <p:cNvGrpSpPr/>
        <p:nvPr/>
      </p:nvGrpSpPr>
      <p:grpSpPr>
        <a:xfrm>
          <a:off x="0" y="0"/>
          <a:ext cx="0" cy="0"/>
          <a:chOff x="0" y="0"/>
          <a:chExt cx="0" cy="0"/>
        </a:xfrm>
      </p:grpSpPr>
      <p:sp>
        <p:nvSpPr>
          <p:cNvPr id="107" name="Google Shape;107;p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8" name="Google Shape;108;p22"/>
          <p:cNvSpPr/>
          <p:nvPr>
            <p:ph idx="2" type="pic"/>
          </p:nvPr>
        </p:nvSpPr>
        <p:spPr>
          <a:xfrm>
            <a:off x="1792288" y="612775"/>
            <a:ext cx="5486400" cy="4114800"/>
          </a:xfrm>
          <a:prstGeom prst="rect">
            <a:avLst/>
          </a:prstGeom>
          <a:noFill/>
          <a:ln>
            <a:noFill/>
          </a:ln>
        </p:spPr>
      </p:sp>
      <p:sp>
        <p:nvSpPr>
          <p:cNvPr id="109" name="Google Shape;109;p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10" name="Google Shape;110;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1" name="Google Shape;111;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2" name="Google Shape;112;p22"/>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3" name="Shape 113"/>
        <p:cNvGrpSpPr/>
        <p:nvPr/>
      </p:nvGrpSpPr>
      <p:grpSpPr>
        <a:xfrm>
          <a:off x="0" y="0"/>
          <a:ext cx="0" cy="0"/>
          <a:chOff x="0" y="0"/>
          <a:chExt cx="0" cy="0"/>
        </a:xfrm>
      </p:grpSpPr>
      <p:sp>
        <p:nvSpPr>
          <p:cNvPr id="114" name="Google Shape;11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5" name="Google Shape;115;p23"/>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6" name="Google Shape;116;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9" name="Shape 119"/>
        <p:cNvGrpSpPr/>
        <p:nvPr/>
      </p:nvGrpSpPr>
      <p:grpSpPr>
        <a:xfrm>
          <a:off x="0" y="0"/>
          <a:ext cx="0" cy="0"/>
          <a:chOff x="0" y="0"/>
          <a:chExt cx="0" cy="0"/>
        </a:xfrm>
      </p:grpSpPr>
      <p:sp>
        <p:nvSpPr>
          <p:cNvPr id="120" name="Google Shape;120;p24"/>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1" name="Google Shape;121;p24"/>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2" name="Google Shape;12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4" name="Google Shape;124;p24"/>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2CC"/>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5" name="Google Shape;55;p13"/>
          <p:cNvSpPr txBox="1"/>
          <p:nvPr>
            <p:ph idx="12" type="sldNum"/>
          </p:nvPr>
        </p:nvSpPr>
        <p:spPr>
          <a:xfrm>
            <a:off x="6553200" y="6356350"/>
            <a:ext cx="2133600" cy="3651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4.png"/><Relationship Id="rId4" Type="http://schemas.openxmlformats.org/officeDocument/2006/relationships/image" Target="../media/image1.png"/><Relationship Id="rId5" Type="http://schemas.openxmlformats.org/officeDocument/2006/relationships/image" Target="../media/image23.png"/><Relationship Id="rId6" Type="http://schemas.openxmlformats.org/officeDocument/2006/relationships/image" Target="../media/image24.png"/></Relationships>
</file>

<file path=ppt/slides/_rels/slide3.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5.png"/><Relationship Id="rId13" Type="http://schemas.openxmlformats.org/officeDocument/2006/relationships/image" Target="../media/image22.png"/><Relationship Id="rId12" Type="http://schemas.openxmlformats.org/officeDocument/2006/relationships/image" Target="../media/image2.png"/><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7.png"/><Relationship Id="rId4" Type="http://schemas.openxmlformats.org/officeDocument/2006/relationships/image" Target="../media/image4.png"/><Relationship Id="rId9" Type="http://schemas.openxmlformats.org/officeDocument/2006/relationships/image" Target="../media/image15.png"/><Relationship Id="rId14" Type="http://schemas.openxmlformats.org/officeDocument/2006/relationships/image" Target="../media/image18.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16.png"/><Relationship Id="rId8"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hyperlink" Target="https://sites.google.com/outwood.com/teaching-learning-model/five-pillar/practice/turned-discussion?authuser=0" TargetMode="Externa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hyperlink" Target="https://sites.google.com/outwood.com/teaching-learning-model/five-pillar/new-information/active-listen?authuser=0" TargetMode="External"/><Relationship Id="rId5" Type="http://schemas.openxmlformats.org/officeDocument/2006/relationships/image" Target="../media/image3.png"/><Relationship Id="rId6" Type="http://schemas.openxmlformats.org/officeDocument/2006/relationships/image" Target="../media/image9.png"/><Relationship Id="rId7" Type="http://schemas.openxmlformats.org/officeDocument/2006/relationships/hyperlink" Target="https://sites.google.com/outwood.com/teaching-learning-model/five-pillar/new-information/active-listen?authuser=0"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9.png"/><Relationship Id="rId5" Type="http://schemas.openxmlformats.org/officeDocument/2006/relationships/hyperlink" Target="https://sites.google.com/outwood.com/teaching-learning-model/five-pillar/new-information/active-listen?authuser=0" TargetMode="External"/><Relationship Id="rId6" Type="http://schemas.openxmlformats.org/officeDocument/2006/relationships/image" Target="../media/image3.png"/><Relationship Id="rId7" Type="http://schemas.openxmlformats.org/officeDocument/2006/relationships/image" Target="../media/image1.png"/><Relationship Id="rId8"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hyperlink" Target="http://www.youtube.com/watch?v=TwrVgeE9iuQ" TargetMode="External"/><Relationship Id="rId4" Type="http://schemas.openxmlformats.org/officeDocument/2006/relationships/image" Target="../media/image30.jpg"/><Relationship Id="rId5" Type="http://schemas.openxmlformats.org/officeDocument/2006/relationships/hyperlink" Target="https://sites.google.com/outwood.com/teaching-learning-model/five-pillar/new-information/active-listen?authuser=0" TargetMode="External"/><Relationship Id="rId6"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9.png"/><Relationship Id="rId4" Type="http://schemas.openxmlformats.org/officeDocument/2006/relationships/image" Target="../media/image17.png"/><Relationship Id="rId5" Type="http://schemas.openxmlformats.org/officeDocument/2006/relationships/image" Target="../media/image1.png"/><Relationship Id="rId6" Type="http://schemas.openxmlformats.org/officeDocument/2006/relationships/image" Target="../media/image1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20.png"/><Relationship Id="rId6" Type="http://schemas.openxmlformats.org/officeDocument/2006/relationships/image" Target="../media/image1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19.png"/><Relationship Id="rId5" Type="http://schemas.openxmlformats.org/officeDocument/2006/relationships/image" Target="../media/image25.png"/><Relationship Id="rId6" Type="http://schemas.openxmlformats.org/officeDocument/2006/relationships/hyperlink" Target="https://sites.google.com/outwood.com/teaching-learning-model/five-pillar/feedback/peer-assessment?authuser=0" TargetMode="External"/><Relationship Id="rId7"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28" name="Shape 128"/>
        <p:cNvGrpSpPr/>
        <p:nvPr/>
      </p:nvGrpSpPr>
      <p:grpSpPr>
        <a:xfrm>
          <a:off x="0" y="0"/>
          <a:ext cx="0" cy="0"/>
          <a:chOff x="0" y="0"/>
          <a:chExt cx="0" cy="0"/>
        </a:xfrm>
      </p:grpSpPr>
      <p:sp>
        <p:nvSpPr>
          <p:cNvPr id="129" name="Google Shape;129;p25"/>
          <p:cNvSpPr/>
          <p:nvPr/>
        </p:nvSpPr>
        <p:spPr>
          <a:xfrm>
            <a:off x="6377750" y="953075"/>
            <a:ext cx="2766000" cy="4853700"/>
          </a:xfrm>
          <a:prstGeom prst="rect">
            <a:avLst/>
          </a:prstGeom>
          <a:solidFill>
            <a:srgbClr val="EEEEEE"/>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en-GB">
                <a:latin typeface="Gill Sans"/>
                <a:ea typeface="Gill Sans"/>
                <a:cs typeface="Gill Sans"/>
                <a:sym typeface="Gill Sans"/>
              </a:rPr>
              <a:t>By the end of the lessons students need to know;</a:t>
            </a:r>
            <a:endParaRPr>
              <a:latin typeface="Gill Sans"/>
              <a:ea typeface="Gill Sans"/>
              <a:cs typeface="Gill Sans"/>
              <a:sym typeface="Gill Sans"/>
            </a:endParaRPr>
          </a:p>
          <a:p>
            <a:pPr indent="-317500" lvl="0" marL="457200" rtl="0" algn="l">
              <a:spcBef>
                <a:spcPts val="0"/>
              </a:spcBef>
              <a:spcAft>
                <a:spcPts val="0"/>
              </a:spcAft>
              <a:buSzPts val="1400"/>
              <a:buFont typeface="Gill Sans"/>
              <a:buAutoNum type="arabicPeriod"/>
            </a:pPr>
            <a:r>
              <a:rPr lang="en-GB">
                <a:latin typeface="Gill Sans"/>
                <a:ea typeface="Gill Sans"/>
                <a:cs typeface="Gill Sans"/>
                <a:sym typeface="Gill Sans"/>
              </a:rPr>
              <a:t>What </a:t>
            </a:r>
            <a:r>
              <a:rPr lang="en-GB">
                <a:latin typeface="Gill Sans"/>
                <a:ea typeface="Gill Sans"/>
                <a:cs typeface="Gill Sans"/>
                <a:sym typeface="Gill Sans"/>
              </a:rPr>
              <a:t>Fundamental</a:t>
            </a:r>
            <a:r>
              <a:rPr lang="en-GB">
                <a:latin typeface="Gill Sans"/>
                <a:ea typeface="Gill Sans"/>
                <a:cs typeface="Gill Sans"/>
                <a:sym typeface="Gill Sans"/>
              </a:rPr>
              <a:t> Christians believe about the Bible and the Creation account in Genesis 1</a:t>
            </a:r>
            <a:endParaRPr>
              <a:latin typeface="Gill Sans"/>
              <a:ea typeface="Gill Sans"/>
              <a:cs typeface="Gill Sans"/>
              <a:sym typeface="Gill Sans"/>
            </a:endParaRPr>
          </a:p>
          <a:p>
            <a:pPr indent="-317500" lvl="0" marL="457200" rtl="0" algn="l">
              <a:spcBef>
                <a:spcPts val="0"/>
              </a:spcBef>
              <a:spcAft>
                <a:spcPts val="0"/>
              </a:spcAft>
              <a:buSzPts val="1400"/>
              <a:buFont typeface="Gill Sans"/>
              <a:buAutoNum type="arabicPeriod"/>
            </a:pPr>
            <a:r>
              <a:rPr lang="en-GB">
                <a:latin typeface="Gill Sans"/>
                <a:ea typeface="Gill Sans"/>
                <a:cs typeface="Gill Sans"/>
                <a:sym typeface="Gill Sans"/>
              </a:rPr>
              <a:t>How </a:t>
            </a:r>
            <a:r>
              <a:rPr lang="en-GB">
                <a:latin typeface="Gill Sans"/>
                <a:ea typeface="Gill Sans"/>
                <a:cs typeface="Gill Sans"/>
                <a:sym typeface="Gill Sans"/>
              </a:rPr>
              <a:t>different</a:t>
            </a:r>
            <a:r>
              <a:rPr lang="en-GB">
                <a:latin typeface="Gill Sans"/>
                <a:ea typeface="Gill Sans"/>
                <a:cs typeface="Gill Sans"/>
                <a:sym typeface="Gill Sans"/>
              </a:rPr>
              <a:t> </a:t>
            </a:r>
            <a:r>
              <a:rPr lang="en-GB">
                <a:latin typeface="Gill Sans"/>
                <a:ea typeface="Gill Sans"/>
                <a:cs typeface="Gill Sans"/>
                <a:sym typeface="Gill Sans"/>
              </a:rPr>
              <a:t>Christians</a:t>
            </a:r>
            <a:r>
              <a:rPr lang="en-GB">
                <a:latin typeface="Gill Sans"/>
                <a:ea typeface="Gill Sans"/>
                <a:cs typeface="Gill Sans"/>
                <a:sym typeface="Gill Sans"/>
              </a:rPr>
              <a:t> </a:t>
            </a:r>
            <a:r>
              <a:rPr lang="en-GB">
                <a:latin typeface="Gill Sans"/>
                <a:ea typeface="Gill Sans"/>
                <a:cs typeface="Gill Sans"/>
                <a:sym typeface="Gill Sans"/>
              </a:rPr>
              <a:t>interpret</a:t>
            </a:r>
            <a:r>
              <a:rPr lang="en-GB">
                <a:latin typeface="Gill Sans"/>
                <a:ea typeface="Gill Sans"/>
                <a:cs typeface="Gill Sans"/>
                <a:sym typeface="Gill Sans"/>
              </a:rPr>
              <a:t> the Bible; conservative and liberal</a:t>
            </a:r>
            <a:endParaRPr>
              <a:latin typeface="Gill Sans"/>
              <a:ea typeface="Gill Sans"/>
              <a:cs typeface="Gill Sans"/>
              <a:sym typeface="Gill Sans"/>
            </a:endParaRPr>
          </a:p>
        </p:txBody>
      </p:sp>
      <p:graphicFrame>
        <p:nvGraphicFramePr>
          <p:cNvPr id="130" name="Google Shape;130;p25"/>
          <p:cNvGraphicFramePr/>
          <p:nvPr/>
        </p:nvGraphicFramePr>
        <p:xfrm>
          <a:off x="0" y="114950"/>
          <a:ext cx="3000000" cy="3000000"/>
        </p:xfrm>
        <a:graphic>
          <a:graphicData uri="http://schemas.openxmlformats.org/drawingml/2006/table">
            <a:tbl>
              <a:tblPr>
                <a:noFill/>
                <a:tableStyleId>{82624D50-B9AE-4EDF-8066-32420A492BA9}</a:tableStyleId>
              </a:tblPr>
              <a:tblGrid>
                <a:gridCol w="1989300"/>
                <a:gridCol w="1989300"/>
                <a:gridCol w="1989300"/>
              </a:tblGrid>
              <a:tr h="946875">
                <a:tc gridSpan="3">
                  <a:txBody>
                    <a:bodyPr/>
                    <a:lstStyle/>
                    <a:p>
                      <a:pPr indent="0" lvl="0" marL="0" marR="0" rtl="0" algn="l">
                        <a:lnSpc>
                          <a:spcPct val="100000"/>
                        </a:lnSpc>
                        <a:spcBef>
                          <a:spcPts val="0"/>
                        </a:spcBef>
                        <a:spcAft>
                          <a:spcPts val="0"/>
                        </a:spcAft>
                        <a:buClr>
                          <a:srgbClr val="000000"/>
                        </a:buClr>
                        <a:buSzPts val="1400"/>
                        <a:buFont typeface="Arial"/>
                        <a:buNone/>
                      </a:pPr>
                      <a:r>
                        <a:rPr b="1" lang="en-GB" sz="1400" u="none" cap="none" strike="noStrike">
                          <a:latin typeface="Gill Sans"/>
                          <a:ea typeface="Gill Sans"/>
                          <a:cs typeface="Gill Sans"/>
                          <a:sym typeface="Gill Sans"/>
                        </a:rPr>
                        <a:t>Lesson plan</a:t>
                      </a:r>
                      <a:endParaRPr b="1" sz="1400" u="none" cap="none" strike="noStrike">
                        <a:latin typeface="Gill Sans"/>
                        <a:ea typeface="Gill Sans"/>
                        <a:cs typeface="Gill Sans"/>
                        <a:sym typeface="Gill Sans"/>
                      </a:endParaRPr>
                    </a:p>
                    <a:p>
                      <a:pPr indent="0" lvl="0" marL="0" marR="0" rtl="0" algn="l">
                        <a:lnSpc>
                          <a:spcPct val="100000"/>
                        </a:lnSpc>
                        <a:spcBef>
                          <a:spcPts val="0"/>
                        </a:spcBef>
                        <a:spcAft>
                          <a:spcPts val="0"/>
                        </a:spcAft>
                        <a:buClr>
                          <a:srgbClr val="000000"/>
                        </a:buClr>
                        <a:buSzPts val="1400"/>
                        <a:buFont typeface="Arial"/>
                        <a:buNone/>
                      </a:pPr>
                      <a:r>
                        <a:rPr b="1" lang="en-GB" sz="1400" u="none" cap="none" strike="noStrike">
                          <a:latin typeface="Gill Sans"/>
                          <a:ea typeface="Gill Sans"/>
                          <a:cs typeface="Gill Sans"/>
                          <a:sym typeface="Gill Sans"/>
                        </a:rPr>
                        <a:t>Slide;</a:t>
                      </a:r>
                      <a:endParaRPr b="1" sz="1400" u="none" cap="none" strike="noStrike">
                        <a:latin typeface="Gill Sans"/>
                        <a:ea typeface="Gill Sans"/>
                        <a:cs typeface="Gill Sans"/>
                        <a:sym typeface="Gill Sans"/>
                      </a:endParaRPr>
                    </a:p>
                    <a:p>
                      <a:pPr indent="-317500" lvl="0" marL="457200" marR="0" rtl="0" algn="l">
                        <a:lnSpc>
                          <a:spcPct val="100000"/>
                        </a:lnSpc>
                        <a:spcBef>
                          <a:spcPts val="0"/>
                        </a:spcBef>
                        <a:spcAft>
                          <a:spcPts val="0"/>
                        </a:spcAft>
                        <a:buClr>
                          <a:srgbClr val="000000"/>
                        </a:buClr>
                        <a:buSzPts val="1400"/>
                        <a:buFont typeface="Gill Sans"/>
                        <a:buAutoNum type="arabicPeriod"/>
                      </a:pPr>
                      <a:r>
                        <a:rPr lang="en-GB">
                          <a:latin typeface="Gill Sans"/>
                          <a:ea typeface="Gill Sans"/>
                          <a:cs typeface="Gill Sans"/>
                          <a:sym typeface="Gill Sans"/>
                        </a:rPr>
                        <a:t>NA</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Consider question, stress there are no right or wrong answers, take feedback</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Learning </a:t>
                      </a:r>
                      <a:r>
                        <a:rPr lang="en-GB">
                          <a:latin typeface="Gill Sans"/>
                          <a:ea typeface="Gill Sans"/>
                          <a:cs typeface="Gill Sans"/>
                          <a:sym typeface="Gill Sans"/>
                        </a:rPr>
                        <a:t>journey</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Share some explanations of creation, ask students to consider how far they align with </a:t>
                      </a:r>
                      <a:r>
                        <a:rPr lang="en-GB">
                          <a:latin typeface="Gill Sans"/>
                          <a:ea typeface="Gill Sans"/>
                          <a:cs typeface="Gill Sans"/>
                          <a:sym typeface="Gill Sans"/>
                        </a:rPr>
                        <a:t>their</a:t>
                      </a:r>
                      <a:r>
                        <a:rPr lang="en-GB">
                          <a:latin typeface="Gill Sans"/>
                          <a:ea typeface="Gill Sans"/>
                          <a:cs typeface="Gill Sans"/>
                          <a:sym typeface="Gill Sans"/>
                        </a:rPr>
                        <a:t> views </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TEACHER TALK explain information about Christian </a:t>
                      </a:r>
                      <a:r>
                        <a:rPr lang="en-GB">
                          <a:latin typeface="Gill Sans"/>
                          <a:ea typeface="Gill Sans"/>
                          <a:cs typeface="Gill Sans"/>
                          <a:sym typeface="Gill Sans"/>
                        </a:rPr>
                        <a:t>Fundamentalism</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Share scale of Biblical interpretation </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Students should record what they remember about </a:t>
                      </a:r>
                      <a:r>
                        <a:rPr lang="en-GB">
                          <a:latin typeface="Gill Sans"/>
                          <a:ea typeface="Gill Sans"/>
                          <a:cs typeface="Gill Sans"/>
                          <a:sym typeface="Gill Sans"/>
                        </a:rPr>
                        <a:t>interpretation</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Check answers</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TEACHER TALK link learning</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Refresh memory with video about creation</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Reflect on this and learning about </a:t>
                      </a:r>
                      <a:r>
                        <a:rPr lang="en-GB">
                          <a:latin typeface="Gill Sans"/>
                          <a:ea typeface="Gill Sans"/>
                          <a:cs typeface="Gill Sans"/>
                          <a:sym typeface="Gill Sans"/>
                        </a:rPr>
                        <a:t>Fundamentalism</a:t>
                      </a:r>
                      <a:r>
                        <a:rPr lang="en-GB">
                          <a:latin typeface="Gill Sans"/>
                          <a:ea typeface="Gill Sans"/>
                          <a:cs typeface="Gill Sans"/>
                          <a:sym typeface="Gill Sans"/>
                        </a:rPr>
                        <a:t>, </a:t>
                      </a:r>
                      <a:r>
                        <a:rPr lang="en-GB">
                          <a:latin typeface="Gill Sans"/>
                          <a:ea typeface="Gill Sans"/>
                          <a:cs typeface="Gill Sans"/>
                          <a:sym typeface="Gill Sans"/>
                        </a:rPr>
                        <a:t>answer</a:t>
                      </a:r>
                      <a:r>
                        <a:rPr lang="en-GB">
                          <a:latin typeface="Gill Sans"/>
                          <a:ea typeface="Gill Sans"/>
                          <a:cs typeface="Gill Sans"/>
                          <a:sym typeface="Gill Sans"/>
                        </a:rPr>
                        <a:t> questions</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Share answers</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Complete assessment</a:t>
                      </a:r>
                      <a:endParaRPr>
                        <a:latin typeface="Gill Sans"/>
                        <a:ea typeface="Gill Sans"/>
                        <a:cs typeface="Gill Sans"/>
                        <a:sym typeface="Gill Sans"/>
                      </a:endParaRPr>
                    </a:p>
                    <a:p>
                      <a:pPr indent="-317500" lvl="0" marL="457200" marR="0" rtl="0" algn="l">
                        <a:lnSpc>
                          <a:spcPct val="100000"/>
                        </a:lnSpc>
                        <a:spcBef>
                          <a:spcPts val="0"/>
                        </a:spcBef>
                        <a:spcAft>
                          <a:spcPts val="0"/>
                        </a:spcAft>
                        <a:buSzPts val="1400"/>
                        <a:buFont typeface="Gill Sans"/>
                        <a:buAutoNum type="arabicPeriod"/>
                      </a:pPr>
                      <a:r>
                        <a:rPr lang="en-GB">
                          <a:latin typeface="Gill Sans"/>
                          <a:ea typeface="Gill Sans"/>
                          <a:cs typeface="Gill Sans"/>
                          <a:sym typeface="Gill Sans"/>
                        </a:rPr>
                        <a:t>Peer park section 1 of </a:t>
                      </a:r>
                      <a:r>
                        <a:rPr lang="en-GB">
                          <a:latin typeface="Gill Sans"/>
                          <a:ea typeface="Gill Sans"/>
                          <a:cs typeface="Gill Sans"/>
                          <a:sym typeface="Gill Sans"/>
                        </a:rPr>
                        <a:t>assessment</a:t>
                      </a:r>
                      <a:r>
                        <a:rPr lang="en-GB">
                          <a:latin typeface="Gill Sans"/>
                          <a:ea typeface="Gill Sans"/>
                          <a:cs typeface="Gill Sans"/>
                          <a:sym typeface="Gill Sans"/>
                        </a:rPr>
                        <a:t> </a:t>
                      </a:r>
                      <a:endParaRPr>
                        <a:latin typeface="Gill Sans"/>
                        <a:ea typeface="Gill Sans"/>
                        <a:cs typeface="Gill Sans"/>
                        <a:sym typeface="Gill Sans"/>
                      </a:endParaRPr>
                    </a:p>
                    <a:p>
                      <a:pPr indent="0" lvl="0" marL="0" rtl="0" algn="l">
                        <a:spcBef>
                          <a:spcPts val="0"/>
                        </a:spcBef>
                        <a:spcAft>
                          <a:spcPts val="0"/>
                        </a:spcAft>
                        <a:buNone/>
                      </a:pPr>
                      <a:r>
                        <a:t/>
                      </a:r>
                      <a:endParaRPr>
                        <a:solidFill>
                          <a:schemeClr val="dk1"/>
                        </a:solidFill>
                        <a:latin typeface="Gill Sans"/>
                        <a:ea typeface="Gill Sans"/>
                        <a:cs typeface="Gill Sans"/>
                        <a:sym typeface="Gill Sans"/>
                      </a:endParaRPr>
                    </a:p>
                  </a:txBody>
                  <a:tcPr marT="91425" marB="91425" marR="91425" marL="91425"/>
                </a:tc>
                <a:tc hMerge="1"/>
                <a:tc hMerge="1"/>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pic>
        <p:nvPicPr>
          <p:cNvPr id="135" name="Google Shape;135;p26"/>
          <p:cNvPicPr preferRelativeResize="0"/>
          <p:nvPr/>
        </p:nvPicPr>
        <p:blipFill>
          <a:blip r:embed="rId3">
            <a:alphaModFix/>
          </a:blip>
          <a:stretch>
            <a:fillRect/>
          </a:stretch>
        </p:blipFill>
        <p:spPr>
          <a:xfrm>
            <a:off x="113825" y="951499"/>
            <a:ext cx="899975" cy="1006812"/>
          </a:xfrm>
          <a:prstGeom prst="rect">
            <a:avLst/>
          </a:prstGeom>
          <a:noFill/>
          <a:ln>
            <a:noFill/>
          </a:ln>
        </p:spPr>
      </p:pic>
      <p:sp>
        <p:nvSpPr>
          <p:cNvPr id="136" name="Google Shape;136;p26"/>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137" name="Google Shape;137;p26"/>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sp>
        <p:nvSpPr>
          <p:cNvPr id="138" name="Google Shape;138;p26"/>
          <p:cNvSpPr txBox="1"/>
          <p:nvPr>
            <p:ph type="title"/>
          </p:nvPr>
        </p:nvSpPr>
        <p:spPr>
          <a:xfrm>
            <a:off x="258675" y="2043250"/>
            <a:ext cx="4040100" cy="26070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How do you think the world came to exist?</a:t>
            </a:r>
            <a:endParaRPr sz="2200">
              <a:latin typeface="Gill Sans"/>
              <a:ea typeface="Gill Sans"/>
              <a:cs typeface="Gill Sans"/>
              <a:sym typeface="Gill Sans"/>
            </a:endParaRPr>
          </a:p>
          <a:p>
            <a:pPr indent="0" lvl="0" marL="0" rtl="0" algn="l">
              <a:lnSpc>
                <a:spcPct val="115000"/>
              </a:lnSpc>
              <a:spcBef>
                <a:spcPts val="0"/>
              </a:spcBef>
              <a:spcAft>
                <a:spcPts val="0"/>
              </a:spcAft>
              <a:buNone/>
            </a:pPr>
            <a:r>
              <a:t/>
            </a:r>
            <a:endParaRPr sz="2200">
              <a:latin typeface="Gill Sans"/>
              <a:ea typeface="Gill Sans"/>
              <a:cs typeface="Gill Sans"/>
              <a:sym typeface="Gill Sans"/>
            </a:endParaRPr>
          </a:p>
          <a:p>
            <a:pPr indent="0" lvl="0" marL="0" rtl="0" algn="l">
              <a:lnSpc>
                <a:spcPct val="115000"/>
              </a:lnSpc>
              <a:spcBef>
                <a:spcPts val="0"/>
              </a:spcBef>
              <a:spcAft>
                <a:spcPts val="0"/>
              </a:spcAft>
              <a:buNone/>
            </a:pPr>
            <a:r>
              <a:rPr lang="en-GB" sz="2200">
                <a:latin typeface="Gill Sans"/>
                <a:ea typeface="Gill Sans"/>
                <a:cs typeface="Gill Sans"/>
                <a:sym typeface="Gill Sans"/>
              </a:rPr>
              <a:t>Why do you think this? What is your reasoning?</a:t>
            </a:r>
            <a:endParaRPr sz="2200">
              <a:latin typeface="Gill Sans"/>
              <a:ea typeface="Gill Sans"/>
              <a:cs typeface="Gill Sans"/>
              <a:sym typeface="Gill Sans"/>
            </a:endParaRPr>
          </a:p>
        </p:txBody>
      </p:sp>
      <p:pic>
        <p:nvPicPr>
          <p:cNvPr id="139" name="Google Shape;139;p26"/>
          <p:cNvPicPr preferRelativeResize="0"/>
          <p:nvPr/>
        </p:nvPicPr>
        <p:blipFill>
          <a:blip r:embed="rId4">
            <a:alphaModFix/>
          </a:blip>
          <a:stretch>
            <a:fillRect/>
          </a:stretch>
        </p:blipFill>
        <p:spPr>
          <a:xfrm>
            <a:off x="3093088" y="4772375"/>
            <a:ext cx="1205675" cy="1205675"/>
          </a:xfrm>
          <a:prstGeom prst="rect">
            <a:avLst/>
          </a:prstGeom>
          <a:noFill/>
          <a:ln>
            <a:noFill/>
          </a:ln>
        </p:spPr>
      </p:pic>
      <p:pic>
        <p:nvPicPr>
          <p:cNvPr id="140" name="Google Shape;140;p26"/>
          <p:cNvPicPr preferRelativeResize="0"/>
          <p:nvPr/>
        </p:nvPicPr>
        <p:blipFill>
          <a:blip r:embed="rId5">
            <a:alphaModFix/>
          </a:blip>
          <a:stretch>
            <a:fillRect/>
          </a:stretch>
        </p:blipFill>
        <p:spPr>
          <a:xfrm>
            <a:off x="5382276" y="1192621"/>
            <a:ext cx="2385777" cy="2385777"/>
          </a:xfrm>
          <a:prstGeom prst="rect">
            <a:avLst/>
          </a:prstGeom>
          <a:noFill/>
          <a:ln>
            <a:noFill/>
          </a:ln>
        </p:spPr>
      </p:pic>
      <p:pic>
        <p:nvPicPr>
          <p:cNvPr id="141" name="Google Shape;141;p26"/>
          <p:cNvPicPr preferRelativeResize="0"/>
          <p:nvPr/>
        </p:nvPicPr>
        <p:blipFill>
          <a:blip r:embed="rId6">
            <a:alphaModFix/>
          </a:blip>
          <a:stretch>
            <a:fillRect/>
          </a:stretch>
        </p:blipFill>
        <p:spPr>
          <a:xfrm>
            <a:off x="4572000" y="3767375"/>
            <a:ext cx="4241376" cy="238577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2CC"/>
        </a:solidFill>
      </p:bgPr>
    </p:bg>
    <p:spTree>
      <p:nvGrpSpPr>
        <p:cNvPr id="145" name="Shape 145"/>
        <p:cNvGrpSpPr/>
        <p:nvPr/>
      </p:nvGrpSpPr>
      <p:grpSpPr>
        <a:xfrm>
          <a:off x="0" y="0"/>
          <a:ext cx="0" cy="0"/>
          <a:chOff x="0" y="0"/>
          <a:chExt cx="0" cy="0"/>
        </a:xfrm>
      </p:grpSpPr>
      <p:sp>
        <p:nvSpPr>
          <p:cNvPr id="146" name="Google Shape;146;p27"/>
          <p:cNvSpPr txBox="1"/>
          <p:nvPr/>
        </p:nvSpPr>
        <p:spPr>
          <a:xfrm>
            <a:off x="67700" y="12767"/>
            <a:ext cx="4827900" cy="6618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500"/>
              </a:spcBef>
              <a:spcAft>
                <a:spcPts val="500"/>
              </a:spcAft>
              <a:buClr>
                <a:srgbClr val="000000"/>
              </a:buClr>
              <a:buSzPts val="800"/>
              <a:buFont typeface="Arial"/>
              <a:buNone/>
            </a:pPr>
            <a:r>
              <a:rPr b="1" i="0" lang="en-GB" sz="1700" u="none" cap="none" strike="noStrike">
                <a:solidFill>
                  <a:srgbClr val="000000"/>
                </a:solidFill>
                <a:latin typeface="Gill Sans"/>
                <a:ea typeface="Gill Sans"/>
                <a:cs typeface="Gill Sans"/>
                <a:sym typeface="Gill Sans"/>
              </a:rPr>
              <a:t>Unit </a:t>
            </a:r>
            <a:r>
              <a:rPr b="1" lang="en-GB" sz="1700">
                <a:latin typeface="Gill Sans"/>
                <a:ea typeface="Gill Sans"/>
                <a:cs typeface="Gill Sans"/>
                <a:sym typeface="Gill Sans"/>
              </a:rPr>
              <a:t>5</a:t>
            </a:r>
            <a:r>
              <a:rPr b="1" i="0" lang="en-GB" sz="1700" u="none" cap="none" strike="noStrike">
                <a:solidFill>
                  <a:srgbClr val="000000"/>
                </a:solidFill>
                <a:latin typeface="Gill Sans"/>
                <a:ea typeface="Gill Sans"/>
                <a:cs typeface="Gill Sans"/>
                <a:sym typeface="Gill Sans"/>
              </a:rPr>
              <a:t> - </a:t>
            </a:r>
            <a:r>
              <a:rPr b="1" lang="en-GB" sz="1700">
                <a:latin typeface="Gill Sans"/>
                <a:ea typeface="Gill Sans"/>
                <a:cs typeface="Gill Sans"/>
                <a:sym typeface="Gill Sans"/>
              </a:rPr>
              <a:t>Why don't all Christians express their religious tradition in the same way?</a:t>
            </a:r>
            <a:endParaRPr b="1" sz="1700">
              <a:latin typeface="Gill Sans"/>
              <a:ea typeface="Gill Sans"/>
              <a:cs typeface="Gill Sans"/>
              <a:sym typeface="Gill Sans"/>
            </a:endParaRPr>
          </a:p>
        </p:txBody>
      </p:sp>
      <p:grpSp>
        <p:nvGrpSpPr>
          <p:cNvPr id="147" name="Google Shape;147;p27"/>
          <p:cNvGrpSpPr/>
          <p:nvPr/>
        </p:nvGrpSpPr>
        <p:grpSpPr>
          <a:xfrm>
            <a:off x="-47" y="319365"/>
            <a:ext cx="9076131" cy="6538271"/>
            <a:chOff x="1595350" y="1290207"/>
            <a:chExt cx="4874137" cy="3853295"/>
          </a:xfrm>
        </p:grpSpPr>
        <p:sp>
          <p:nvSpPr>
            <p:cNvPr id="148" name="Google Shape;148;p27"/>
            <p:cNvSpPr/>
            <p:nvPr/>
          </p:nvSpPr>
          <p:spPr>
            <a:xfrm>
              <a:off x="1595350" y="1290207"/>
              <a:ext cx="4874137" cy="3853295"/>
            </a:xfrm>
            <a:custGeom>
              <a:rect b="b" l="l" r="r" t="t"/>
              <a:pathLst>
                <a:path extrusionOk="0" h="138272" w="174904">
                  <a:moveTo>
                    <a:pt x="124203" y="0"/>
                  </a:moveTo>
                  <a:cubicBezTo>
                    <a:pt x="122858" y="0"/>
                    <a:pt x="121513" y="166"/>
                    <a:pt x="120206" y="504"/>
                  </a:cubicBezTo>
                  <a:cubicBezTo>
                    <a:pt x="116051" y="1552"/>
                    <a:pt x="112407" y="4302"/>
                    <a:pt x="110252" y="8005"/>
                  </a:cubicBezTo>
                  <a:cubicBezTo>
                    <a:pt x="108074" y="11696"/>
                    <a:pt x="107454" y="16221"/>
                    <a:pt x="108562" y="20352"/>
                  </a:cubicBezTo>
                  <a:cubicBezTo>
                    <a:pt x="109098" y="22424"/>
                    <a:pt x="110074" y="24376"/>
                    <a:pt x="111372" y="26055"/>
                  </a:cubicBezTo>
                  <a:lnTo>
                    <a:pt x="111479" y="26222"/>
                  </a:lnTo>
                  <a:lnTo>
                    <a:pt x="111538" y="26293"/>
                  </a:lnTo>
                  <a:lnTo>
                    <a:pt x="111586" y="26353"/>
                  </a:lnTo>
                  <a:lnTo>
                    <a:pt x="111776" y="26591"/>
                  </a:lnTo>
                  <a:lnTo>
                    <a:pt x="112146" y="27055"/>
                  </a:lnTo>
                  <a:lnTo>
                    <a:pt x="112896" y="27996"/>
                  </a:lnTo>
                  <a:lnTo>
                    <a:pt x="114384" y="29877"/>
                  </a:lnTo>
                  <a:lnTo>
                    <a:pt x="120361" y="37378"/>
                  </a:lnTo>
                  <a:lnTo>
                    <a:pt x="132303" y="52392"/>
                  </a:lnTo>
                  <a:lnTo>
                    <a:pt x="138280" y="59905"/>
                  </a:lnTo>
                  <a:lnTo>
                    <a:pt x="141268" y="63655"/>
                  </a:lnTo>
                  <a:cubicBezTo>
                    <a:pt x="141554" y="64012"/>
                    <a:pt x="141661" y="64179"/>
                    <a:pt x="141828" y="64417"/>
                  </a:cubicBezTo>
                  <a:cubicBezTo>
                    <a:pt x="141899" y="64524"/>
                    <a:pt x="141995" y="64631"/>
                    <a:pt x="142066" y="64750"/>
                  </a:cubicBezTo>
                  <a:lnTo>
                    <a:pt x="142256" y="65096"/>
                  </a:lnTo>
                  <a:cubicBezTo>
                    <a:pt x="142328" y="65215"/>
                    <a:pt x="142399" y="65334"/>
                    <a:pt x="142459" y="65453"/>
                  </a:cubicBezTo>
                  <a:lnTo>
                    <a:pt x="142626" y="65822"/>
                  </a:lnTo>
                  <a:lnTo>
                    <a:pt x="142792" y="66191"/>
                  </a:lnTo>
                  <a:lnTo>
                    <a:pt x="142911" y="66572"/>
                  </a:lnTo>
                  <a:cubicBezTo>
                    <a:pt x="143602" y="68608"/>
                    <a:pt x="143459" y="70942"/>
                    <a:pt x="142530" y="72882"/>
                  </a:cubicBezTo>
                  <a:cubicBezTo>
                    <a:pt x="142066" y="73859"/>
                    <a:pt x="141411" y="74740"/>
                    <a:pt x="140613" y="75466"/>
                  </a:cubicBezTo>
                  <a:lnTo>
                    <a:pt x="140316" y="75740"/>
                  </a:lnTo>
                  <a:lnTo>
                    <a:pt x="140161" y="75883"/>
                  </a:lnTo>
                  <a:lnTo>
                    <a:pt x="139923" y="76061"/>
                  </a:lnTo>
                  <a:lnTo>
                    <a:pt x="139458" y="76442"/>
                  </a:lnTo>
                  <a:lnTo>
                    <a:pt x="139399" y="76490"/>
                  </a:lnTo>
                  <a:lnTo>
                    <a:pt x="139363" y="76514"/>
                  </a:lnTo>
                  <a:lnTo>
                    <a:pt x="139280" y="76573"/>
                  </a:lnTo>
                  <a:lnTo>
                    <a:pt x="139113" y="76692"/>
                  </a:lnTo>
                  <a:cubicBezTo>
                    <a:pt x="138887" y="76847"/>
                    <a:pt x="138673" y="77026"/>
                    <a:pt x="138435" y="77133"/>
                  </a:cubicBezTo>
                  <a:cubicBezTo>
                    <a:pt x="138196" y="77264"/>
                    <a:pt x="137970" y="77431"/>
                    <a:pt x="137720" y="77514"/>
                  </a:cubicBezTo>
                  <a:cubicBezTo>
                    <a:pt x="136605" y="78048"/>
                    <a:pt x="135364" y="78318"/>
                    <a:pt x="134119" y="78318"/>
                  </a:cubicBezTo>
                  <a:cubicBezTo>
                    <a:pt x="133197" y="78318"/>
                    <a:pt x="132274" y="78170"/>
                    <a:pt x="131398" y="77871"/>
                  </a:cubicBezTo>
                  <a:cubicBezTo>
                    <a:pt x="130374" y="77526"/>
                    <a:pt x="129422" y="76990"/>
                    <a:pt x="128612" y="76288"/>
                  </a:cubicBezTo>
                  <a:cubicBezTo>
                    <a:pt x="128421" y="76097"/>
                    <a:pt x="128207" y="75918"/>
                    <a:pt x="128017" y="75728"/>
                  </a:cubicBezTo>
                  <a:cubicBezTo>
                    <a:pt x="127838" y="75514"/>
                    <a:pt x="127671" y="75323"/>
                    <a:pt x="127469" y="75109"/>
                  </a:cubicBezTo>
                  <a:lnTo>
                    <a:pt x="125981" y="73240"/>
                  </a:lnTo>
                  <a:lnTo>
                    <a:pt x="114039" y="58226"/>
                  </a:lnTo>
                  <a:lnTo>
                    <a:pt x="102085" y="43212"/>
                  </a:lnTo>
                  <a:lnTo>
                    <a:pt x="99108" y="39462"/>
                  </a:lnTo>
                  <a:lnTo>
                    <a:pt x="98358" y="38521"/>
                  </a:lnTo>
                  <a:lnTo>
                    <a:pt x="97989" y="38045"/>
                  </a:lnTo>
                  <a:lnTo>
                    <a:pt x="97799" y="37819"/>
                  </a:lnTo>
                  <a:lnTo>
                    <a:pt x="97751" y="37759"/>
                  </a:lnTo>
                  <a:lnTo>
                    <a:pt x="97691" y="37688"/>
                  </a:lnTo>
                  <a:lnTo>
                    <a:pt x="97560" y="37533"/>
                  </a:lnTo>
                  <a:cubicBezTo>
                    <a:pt x="97203" y="37140"/>
                    <a:pt x="96870" y="36735"/>
                    <a:pt x="96501" y="36354"/>
                  </a:cubicBezTo>
                  <a:cubicBezTo>
                    <a:pt x="96108" y="35997"/>
                    <a:pt x="95727" y="35628"/>
                    <a:pt x="95322" y="35282"/>
                  </a:cubicBezTo>
                  <a:cubicBezTo>
                    <a:pt x="93691" y="33937"/>
                    <a:pt x="91786" y="32901"/>
                    <a:pt x="89774" y="32270"/>
                  </a:cubicBezTo>
                  <a:cubicBezTo>
                    <a:pt x="88158" y="31754"/>
                    <a:pt x="86462" y="31493"/>
                    <a:pt x="84765" y="31493"/>
                  </a:cubicBezTo>
                  <a:cubicBezTo>
                    <a:pt x="84386" y="31493"/>
                    <a:pt x="84008" y="31506"/>
                    <a:pt x="83630" y="31532"/>
                  </a:cubicBezTo>
                  <a:cubicBezTo>
                    <a:pt x="83594" y="31520"/>
                    <a:pt x="83547" y="31520"/>
                    <a:pt x="83511" y="31520"/>
                  </a:cubicBezTo>
                  <a:cubicBezTo>
                    <a:pt x="83440" y="31520"/>
                    <a:pt x="83368" y="31532"/>
                    <a:pt x="83309" y="31568"/>
                  </a:cubicBezTo>
                  <a:cubicBezTo>
                    <a:pt x="81261" y="31734"/>
                    <a:pt x="79249" y="32294"/>
                    <a:pt x="77415" y="33211"/>
                  </a:cubicBezTo>
                  <a:cubicBezTo>
                    <a:pt x="75510" y="34163"/>
                    <a:pt x="73819" y="35461"/>
                    <a:pt x="72402" y="37033"/>
                  </a:cubicBezTo>
                  <a:cubicBezTo>
                    <a:pt x="70986" y="38616"/>
                    <a:pt x="69878" y="40474"/>
                    <a:pt x="69164" y="42462"/>
                  </a:cubicBezTo>
                  <a:cubicBezTo>
                    <a:pt x="68450" y="44450"/>
                    <a:pt x="68116" y="46570"/>
                    <a:pt x="68188" y="48689"/>
                  </a:cubicBezTo>
                  <a:cubicBezTo>
                    <a:pt x="68271" y="50796"/>
                    <a:pt x="68747" y="52904"/>
                    <a:pt x="69616" y="54833"/>
                  </a:cubicBezTo>
                  <a:lnTo>
                    <a:pt x="69938" y="55559"/>
                  </a:lnTo>
                  <a:lnTo>
                    <a:pt x="70331" y="56249"/>
                  </a:lnTo>
                  <a:lnTo>
                    <a:pt x="70724" y="56940"/>
                  </a:lnTo>
                  <a:cubicBezTo>
                    <a:pt x="70867" y="57166"/>
                    <a:pt x="71021" y="57380"/>
                    <a:pt x="71176" y="57595"/>
                  </a:cubicBezTo>
                  <a:lnTo>
                    <a:pt x="71640" y="58238"/>
                  </a:lnTo>
                  <a:lnTo>
                    <a:pt x="71760" y="58392"/>
                  </a:lnTo>
                  <a:lnTo>
                    <a:pt x="71855" y="58512"/>
                  </a:lnTo>
                  <a:lnTo>
                    <a:pt x="72033" y="58750"/>
                  </a:lnTo>
                  <a:lnTo>
                    <a:pt x="72783" y="59690"/>
                  </a:lnTo>
                  <a:lnTo>
                    <a:pt x="78737" y="67203"/>
                  </a:lnTo>
                  <a:lnTo>
                    <a:pt x="90667" y="82241"/>
                  </a:lnTo>
                  <a:lnTo>
                    <a:pt x="96620" y="89753"/>
                  </a:lnTo>
                  <a:lnTo>
                    <a:pt x="99596" y="93516"/>
                  </a:lnTo>
                  <a:lnTo>
                    <a:pt x="101097" y="95397"/>
                  </a:lnTo>
                  <a:lnTo>
                    <a:pt x="101466" y="95861"/>
                  </a:lnTo>
                  <a:lnTo>
                    <a:pt x="101692" y="96195"/>
                  </a:lnTo>
                  <a:lnTo>
                    <a:pt x="101930" y="96528"/>
                  </a:lnTo>
                  <a:cubicBezTo>
                    <a:pt x="102013" y="96635"/>
                    <a:pt x="102073" y="96766"/>
                    <a:pt x="102132" y="96873"/>
                  </a:cubicBezTo>
                  <a:cubicBezTo>
                    <a:pt x="103240" y="98731"/>
                    <a:pt x="103561" y="101017"/>
                    <a:pt x="103049" y="103136"/>
                  </a:cubicBezTo>
                  <a:cubicBezTo>
                    <a:pt x="102537" y="105243"/>
                    <a:pt x="101204" y="107101"/>
                    <a:pt x="99370" y="108280"/>
                  </a:cubicBezTo>
                  <a:cubicBezTo>
                    <a:pt x="98017" y="109146"/>
                    <a:pt x="96414" y="109599"/>
                    <a:pt x="94806" y="109599"/>
                  </a:cubicBezTo>
                  <a:cubicBezTo>
                    <a:pt x="94249" y="109599"/>
                    <a:pt x="93691" y="109545"/>
                    <a:pt x="93143" y="109434"/>
                  </a:cubicBezTo>
                  <a:cubicBezTo>
                    <a:pt x="92084" y="109220"/>
                    <a:pt x="91060" y="108803"/>
                    <a:pt x="90167" y="108208"/>
                  </a:cubicBezTo>
                  <a:cubicBezTo>
                    <a:pt x="90048" y="108149"/>
                    <a:pt x="89940" y="108053"/>
                    <a:pt x="89833" y="107970"/>
                  </a:cubicBezTo>
                  <a:lnTo>
                    <a:pt x="89512" y="107732"/>
                  </a:lnTo>
                  <a:cubicBezTo>
                    <a:pt x="89405" y="107660"/>
                    <a:pt x="89309" y="107553"/>
                    <a:pt x="89214" y="107470"/>
                  </a:cubicBezTo>
                  <a:lnTo>
                    <a:pt x="88916" y="107196"/>
                  </a:lnTo>
                  <a:lnTo>
                    <a:pt x="88762" y="107053"/>
                  </a:lnTo>
                  <a:lnTo>
                    <a:pt x="88631" y="106898"/>
                  </a:lnTo>
                  <a:lnTo>
                    <a:pt x="88357" y="106589"/>
                  </a:lnTo>
                  <a:lnTo>
                    <a:pt x="88226" y="106446"/>
                  </a:lnTo>
                  <a:lnTo>
                    <a:pt x="88190" y="106410"/>
                  </a:lnTo>
                  <a:lnTo>
                    <a:pt x="88143" y="106351"/>
                  </a:lnTo>
                  <a:lnTo>
                    <a:pt x="88047" y="106232"/>
                  </a:lnTo>
                  <a:lnTo>
                    <a:pt x="87678" y="105755"/>
                  </a:lnTo>
                  <a:lnTo>
                    <a:pt x="81701" y="98254"/>
                  </a:lnTo>
                  <a:lnTo>
                    <a:pt x="80213" y="96373"/>
                  </a:lnTo>
                  <a:lnTo>
                    <a:pt x="79832" y="95909"/>
                  </a:lnTo>
                  <a:lnTo>
                    <a:pt x="79653" y="95671"/>
                  </a:lnTo>
                  <a:lnTo>
                    <a:pt x="79391" y="95385"/>
                  </a:lnTo>
                  <a:lnTo>
                    <a:pt x="78868" y="94778"/>
                  </a:lnTo>
                  <a:cubicBezTo>
                    <a:pt x="78689" y="94587"/>
                    <a:pt x="78522" y="94385"/>
                    <a:pt x="78320" y="94206"/>
                  </a:cubicBezTo>
                  <a:cubicBezTo>
                    <a:pt x="76808" y="92706"/>
                    <a:pt x="74986" y="91504"/>
                    <a:pt x="72998" y="90706"/>
                  </a:cubicBezTo>
                  <a:cubicBezTo>
                    <a:pt x="71076" y="89942"/>
                    <a:pt x="69009" y="89538"/>
                    <a:pt x="66937" y="89538"/>
                  </a:cubicBezTo>
                  <a:cubicBezTo>
                    <a:pt x="66877" y="89538"/>
                    <a:pt x="66818" y="89538"/>
                    <a:pt x="66759" y="89539"/>
                  </a:cubicBezTo>
                  <a:cubicBezTo>
                    <a:pt x="64628" y="89563"/>
                    <a:pt x="62496" y="90003"/>
                    <a:pt x="60544" y="90849"/>
                  </a:cubicBezTo>
                  <a:cubicBezTo>
                    <a:pt x="60056" y="91075"/>
                    <a:pt x="59556" y="91277"/>
                    <a:pt x="59103" y="91563"/>
                  </a:cubicBezTo>
                  <a:cubicBezTo>
                    <a:pt x="58639" y="91825"/>
                    <a:pt x="58175" y="92075"/>
                    <a:pt x="57746" y="92397"/>
                  </a:cubicBezTo>
                  <a:lnTo>
                    <a:pt x="57103" y="92861"/>
                  </a:lnTo>
                  <a:lnTo>
                    <a:pt x="56936" y="92980"/>
                  </a:lnTo>
                  <a:cubicBezTo>
                    <a:pt x="56889" y="93028"/>
                    <a:pt x="56829" y="93063"/>
                    <a:pt x="56793" y="93087"/>
                  </a:cubicBezTo>
                  <a:lnTo>
                    <a:pt x="56555" y="93278"/>
                  </a:lnTo>
                  <a:lnTo>
                    <a:pt x="55615" y="94028"/>
                  </a:lnTo>
                  <a:lnTo>
                    <a:pt x="51864" y="97016"/>
                  </a:lnTo>
                  <a:lnTo>
                    <a:pt x="36850" y="108958"/>
                  </a:lnTo>
                  <a:lnTo>
                    <a:pt x="1" y="138271"/>
                  </a:lnTo>
                  <a:lnTo>
                    <a:pt x="13062" y="138271"/>
                  </a:lnTo>
                  <a:lnTo>
                    <a:pt x="41911" y="115304"/>
                  </a:lnTo>
                  <a:lnTo>
                    <a:pt x="56924" y="103362"/>
                  </a:lnTo>
                  <a:lnTo>
                    <a:pt x="60675" y="100374"/>
                  </a:lnTo>
                  <a:lnTo>
                    <a:pt x="61615" y="99636"/>
                  </a:lnTo>
                  <a:lnTo>
                    <a:pt x="61854" y="99445"/>
                  </a:lnTo>
                  <a:cubicBezTo>
                    <a:pt x="61889" y="99409"/>
                    <a:pt x="61913" y="99386"/>
                    <a:pt x="61949" y="99374"/>
                  </a:cubicBezTo>
                  <a:lnTo>
                    <a:pt x="62032" y="99314"/>
                  </a:lnTo>
                  <a:lnTo>
                    <a:pt x="62354" y="99088"/>
                  </a:lnTo>
                  <a:cubicBezTo>
                    <a:pt x="62568" y="98909"/>
                    <a:pt x="62806" y="98802"/>
                    <a:pt x="63032" y="98659"/>
                  </a:cubicBezTo>
                  <a:cubicBezTo>
                    <a:pt x="63258" y="98516"/>
                    <a:pt x="63509" y="98421"/>
                    <a:pt x="63747" y="98314"/>
                  </a:cubicBezTo>
                  <a:cubicBezTo>
                    <a:pt x="64745" y="97879"/>
                    <a:pt x="65841" y="97662"/>
                    <a:pt x="66940" y="97662"/>
                  </a:cubicBezTo>
                  <a:cubicBezTo>
                    <a:pt x="67976" y="97662"/>
                    <a:pt x="69014" y="97855"/>
                    <a:pt x="69974" y="98243"/>
                  </a:cubicBezTo>
                  <a:cubicBezTo>
                    <a:pt x="70962" y="98635"/>
                    <a:pt x="71855" y="99231"/>
                    <a:pt x="72617" y="99981"/>
                  </a:cubicBezTo>
                  <a:cubicBezTo>
                    <a:pt x="72724" y="100064"/>
                    <a:pt x="72795" y="100171"/>
                    <a:pt x="72891" y="100267"/>
                  </a:cubicBezTo>
                  <a:lnTo>
                    <a:pt x="73153" y="100576"/>
                  </a:lnTo>
                  <a:cubicBezTo>
                    <a:pt x="73200" y="100624"/>
                    <a:pt x="73236" y="100660"/>
                    <a:pt x="73295" y="100731"/>
                  </a:cubicBezTo>
                  <a:lnTo>
                    <a:pt x="73486" y="100969"/>
                  </a:lnTo>
                  <a:lnTo>
                    <a:pt x="73855" y="101433"/>
                  </a:lnTo>
                  <a:lnTo>
                    <a:pt x="75355" y="103315"/>
                  </a:lnTo>
                  <a:lnTo>
                    <a:pt x="81320" y="110816"/>
                  </a:lnTo>
                  <a:lnTo>
                    <a:pt x="81701" y="111280"/>
                  </a:lnTo>
                  <a:lnTo>
                    <a:pt x="81785" y="111399"/>
                  </a:lnTo>
                  <a:lnTo>
                    <a:pt x="81832" y="111459"/>
                  </a:lnTo>
                  <a:lnTo>
                    <a:pt x="81904" y="111542"/>
                  </a:lnTo>
                  <a:lnTo>
                    <a:pt x="82166" y="111840"/>
                  </a:lnTo>
                  <a:lnTo>
                    <a:pt x="82689" y="112423"/>
                  </a:lnTo>
                  <a:lnTo>
                    <a:pt x="82951" y="112721"/>
                  </a:lnTo>
                  <a:lnTo>
                    <a:pt x="83237" y="112994"/>
                  </a:lnTo>
                  <a:lnTo>
                    <a:pt x="83821" y="113530"/>
                  </a:lnTo>
                  <a:cubicBezTo>
                    <a:pt x="84011" y="113721"/>
                    <a:pt x="84202" y="113899"/>
                    <a:pt x="84428" y="114054"/>
                  </a:cubicBezTo>
                  <a:lnTo>
                    <a:pt x="85059" y="114530"/>
                  </a:lnTo>
                  <a:cubicBezTo>
                    <a:pt x="85273" y="114685"/>
                    <a:pt x="85476" y="114852"/>
                    <a:pt x="85702" y="114995"/>
                  </a:cubicBezTo>
                  <a:cubicBezTo>
                    <a:pt x="87476" y="116161"/>
                    <a:pt x="89476" y="116971"/>
                    <a:pt x="91548" y="117388"/>
                  </a:cubicBezTo>
                  <a:cubicBezTo>
                    <a:pt x="92629" y="117605"/>
                    <a:pt x="93730" y="117716"/>
                    <a:pt x="94832" y="117716"/>
                  </a:cubicBezTo>
                  <a:cubicBezTo>
                    <a:pt x="95841" y="117716"/>
                    <a:pt x="96850" y="117623"/>
                    <a:pt x="97846" y="117435"/>
                  </a:cubicBezTo>
                  <a:cubicBezTo>
                    <a:pt x="99930" y="117054"/>
                    <a:pt x="101954" y="116269"/>
                    <a:pt x="103728" y="115126"/>
                  </a:cubicBezTo>
                  <a:cubicBezTo>
                    <a:pt x="105502" y="113983"/>
                    <a:pt x="107073" y="112506"/>
                    <a:pt x="108300" y="110780"/>
                  </a:cubicBezTo>
                  <a:cubicBezTo>
                    <a:pt x="109538" y="109065"/>
                    <a:pt x="110431" y="107101"/>
                    <a:pt x="110931" y="105041"/>
                  </a:cubicBezTo>
                  <a:cubicBezTo>
                    <a:pt x="111431" y="102993"/>
                    <a:pt x="111538" y="100850"/>
                    <a:pt x="111229" y="98755"/>
                  </a:cubicBezTo>
                  <a:cubicBezTo>
                    <a:pt x="110931" y="96659"/>
                    <a:pt x="110217" y="94611"/>
                    <a:pt x="109157" y="92790"/>
                  </a:cubicBezTo>
                  <a:cubicBezTo>
                    <a:pt x="109014" y="92563"/>
                    <a:pt x="108895" y="92325"/>
                    <a:pt x="108752" y="92111"/>
                  </a:cubicBezTo>
                  <a:lnTo>
                    <a:pt x="108288" y="91456"/>
                  </a:lnTo>
                  <a:lnTo>
                    <a:pt x="107824" y="90825"/>
                  </a:lnTo>
                  <a:lnTo>
                    <a:pt x="107454" y="90349"/>
                  </a:lnTo>
                  <a:lnTo>
                    <a:pt x="105966" y="88468"/>
                  </a:lnTo>
                  <a:lnTo>
                    <a:pt x="102990" y="84705"/>
                  </a:lnTo>
                  <a:lnTo>
                    <a:pt x="97025" y="77192"/>
                  </a:lnTo>
                  <a:lnTo>
                    <a:pt x="85106" y="62155"/>
                  </a:lnTo>
                  <a:lnTo>
                    <a:pt x="79141" y="54642"/>
                  </a:lnTo>
                  <a:lnTo>
                    <a:pt x="78403" y="53701"/>
                  </a:lnTo>
                  <a:lnTo>
                    <a:pt x="78213" y="53475"/>
                  </a:lnTo>
                  <a:lnTo>
                    <a:pt x="78117" y="53356"/>
                  </a:lnTo>
                  <a:lnTo>
                    <a:pt x="78058" y="53273"/>
                  </a:lnTo>
                  <a:lnTo>
                    <a:pt x="77832" y="52939"/>
                  </a:lnTo>
                  <a:cubicBezTo>
                    <a:pt x="77748" y="52820"/>
                    <a:pt x="77665" y="52725"/>
                    <a:pt x="77594" y="52606"/>
                  </a:cubicBezTo>
                  <a:lnTo>
                    <a:pt x="77391" y="52249"/>
                  </a:lnTo>
                  <a:lnTo>
                    <a:pt x="77189" y="51904"/>
                  </a:lnTo>
                  <a:lnTo>
                    <a:pt x="77034" y="51534"/>
                  </a:lnTo>
                  <a:cubicBezTo>
                    <a:pt x="76593" y="50546"/>
                    <a:pt x="76343" y="49475"/>
                    <a:pt x="76308" y="48403"/>
                  </a:cubicBezTo>
                  <a:cubicBezTo>
                    <a:pt x="76224" y="46236"/>
                    <a:pt x="77010" y="44045"/>
                    <a:pt x="78451" y="42450"/>
                  </a:cubicBezTo>
                  <a:cubicBezTo>
                    <a:pt x="79165" y="41652"/>
                    <a:pt x="80058" y="40974"/>
                    <a:pt x="81011" y="40486"/>
                  </a:cubicBezTo>
                  <a:cubicBezTo>
                    <a:pt x="81975" y="40009"/>
                    <a:pt x="83035" y="39724"/>
                    <a:pt x="84118" y="39640"/>
                  </a:cubicBezTo>
                  <a:cubicBezTo>
                    <a:pt x="84331" y="39624"/>
                    <a:pt x="84544" y="39616"/>
                    <a:pt x="84757" y="39616"/>
                  </a:cubicBezTo>
                  <a:cubicBezTo>
                    <a:pt x="86715" y="39616"/>
                    <a:pt x="88662" y="40300"/>
                    <a:pt x="90155" y="41545"/>
                  </a:cubicBezTo>
                  <a:cubicBezTo>
                    <a:pt x="90357" y="41724"/>
                    <a:pt x="90548" y="41914"/>
                    <a:pt x="90750" y="42093"/>
                  </a:cubicBezTo>
                  <a:cubicBezTo>
                    <a:pt x="90941" y="42283"/>
                    <a:pt x="91107" y="42498"/>
                    <a:pt x="91298" y="42700"/>
                  </a:cubicBezTo>
                  <a:lnTo>
                    <a:pt x="91369" y="42771"/>
                  </a:lnTo>
                  <a:lnTo>
                    <a:pt x="91393" y="42807"/>
                  </a:lnTo>
                  <a:lnTo>
                    <a:pt x="91441" y="42867"/>
                  </a:lnTo>
                  <a:lnTo>
                    <a:pt x="91631" y="43105"/>
                  </a:lnTo>
                  <a:lnTo>
                    <a:pt x="92000" y="43569"/>
                  </a:lnTo>
                  <a:lnTo>
                    <a:pt x="92750" y="44510"/>
                  </a:lnTo>
                  <a:lnTo>
                    <a:pt x="95739" y="48260"/>
                  </a:lnTo>
                  <a:lnTo>
                    <a:pt x="107681" y="63274"/>
                  </a:lnTo>
                  <a:lnTo>
                    <a:pt x="119635" y="78288"/>
                  </a:lnTo>
                  <a:lnTo>
                    <a:pt x="121123" y="80169"/>
                  </a:lnTo>
                  <a:cubicBezTo>
                    <a:pt x="121456" y="80562"/>
                    <a:pt x="121813" y="80967"/>
                    <a:pt x="122159" y="81348"/>
                  </a:cubicBezTo>
                  <a:cubicBezTo>
                    <a:pt x="122528" y="81729"/>
                    <a:pt x="122933" y="82086"/>
                    <a:pt x="123314" y="82443"/>
                  </a:cubicBezTo>
                  <a:cubicBezTo>
                    <a:pt x="124921" y="83824"/>
                    <a:pt x="126802" y="84896"/>
                    <a:pt x="128802" y="85562"/>
                  </a:cubicBezTo>
                  <a:cubicBezTo>
                    <a:pt x="130518" y="86141"/>
                    <a:pt x="132320" y="86434"/>
                    <a:pt x="134120" y="86434"/>
                  </a:cubicBezTo>
                  <a:cubicBezTo>
                    <a:pt x="134431" y="86434"/>
                    <a:pt x="134743" y="86425"/>
                    <a:pt x="135053" y="86408"/>
                  </a:cubicBezTo>
                  <a:cubicBezTo>
                    <a:pt x="137161" y="86301"/>
                    <a:pt x="139256" y="85765"/>
                    <a:pt x="141173" y="84860"/>
                  </a:cubicBezTo>
                  <a:cubicBezTo>
                    <a:pt x="141661" y="84658"/>
                    <a:pt x="142114" y="84384"/>
                    <a:pt x="142578" y="84122"/>
                  </a:cubicBezTo>
                  <a:cubicBezTo>
                    <a:pt x="143042" y="83872"/>
                    <a:pt x="143471" y="83550"/>
                    <a:pt x="143900" y="83241"/>
                  </a:cubicBezTo>
                  <a:lnTo>
                    <a:pt x="144221" y="83015"/>
                  </a:lnTo>
                  <a:lnTo>
                    <a:pt x="144376" y="82895"/>
                  </a:lnTo>
                  <a:lnTo>
                    <a:pt x="144459" y="82836"/>
                  </a:lnTo>
                  <a:lnTo>
                    <a:pt x="144519" y="82788"/>
                  </a:lnTo>
                  <a:lnTo>
                    <a:pt x="144983" y="82419"/>
                  </a:lnTo>
                  <a:lnTo>
                    <a:pt x="145221" y="82229"/>
                  </a:lnTo>
                  <a:lnTo>
                    <a:pt x="145519" y="81967"/>
                  </a:lnTo>
                  <a:lnTo>
                    <a:pt x="146114" y="81455"/>
                  </a:lnTo>
                  <a:cubicBezTo>
                    <a:pt x="147674" y="80026"/>
                    <a:pt x="148960" y="78288"/>
                    <a:pt x="149865" y="76371"/>
                  </a:cubicBezTo>
                  <a:cubicBezTo>
                    <a:pt x="151686" y="72549"/>
                    <a:pt x="151972" y="68037"/>
                    <a:pt x="150615" y="64012"/>
                  </a:cubicBezTo>
                  <a:lnTo>
                    <a:pt x="150365" y="63250"/>
                  </a:lnTo>
                  <a:lnTo>
                    <a:pt x="150043" y="62524"/>
                  </a:lnTo>
                  <a:lnTo>
                    <a:pt x="149710" y="61798"/>
                  </a:lnTo>
                  <a:cubicBezTo>
                    <a:pt x="149591" y="61571"/>
                    <a:pt x="149460" y="61345"/>
                    <a:pt x="149329" y="61107"/>
                  </a:cubicBezTo>
                  <a:lnTo>
                    <a:pt x="148936" y="60417"/>
                  </a:lnTo>
                  <a:cubicBezTo>
                    <a:pt x="148805" y="60190"/>
                    <a:pt x="148638" y="59988"/>
                    <a:pt x="148483" y="59774"/>
                  </a:cubicBezTo>
                  <a:cubicBezTo>
                    <a:pt x="148186" y="59345"/>
                    <a:pt x="147840" y="58869"/>
                    <a:pt x="147614" y="58607"/>
                  </a:cubicBezTo>
                  <a:lnTo>
                    <a:pt x="144638" y="54844"/>
                  </a:lnTo>
                  <a:lnTo>
                    <a:pt x="138661" y="47343"/>
                  </a:lnTo>
                  <a:lnTo>
                    <a:pt x="126719" y="32330"/>
                  </a:lnTo>
                  <a:lnTo>
                    <a:pt x="120742" y="24817"/>
                  </a:lnTo>
                  <a:lnTo>
                    <a:pt x="119254" y="22948"/>
                  </a:lnTo>
                  <a:lnTo>
                    <a:pt x="118503" y="22007"/>
                  </a:lnTo>
                  <a:lnTo>
                    <a:pt x="118134" y="21543"/>
                  </a:lnTo>
                  <a:lnTo>
                    <a:pt x="117944" y="21305"/>
                  </a:lnTo>
                  <a:lnTo>
                    <a:pt x="117896" y="21245"/>
                  </a:lnTo>
                  <a:lnTo>
                    <a:pt x="117861" y="21197"/>
                  </a:lnTo>
                  <a:lnTo>
                    <a:pt x="117813" y="21114"/>
                  </a:lnTo>
                  <a:cubicBezTo>
                    <a:pt x="117158" y="20269"/>
                    <a:pt x="116682" y="19304"/>
                    <a:pt x="116408" y="18280"/>
                  </a:cubicBezTo>
                  <a:cubicBezTo>
                    <a:pt x="115860" y="16221"/>
                    <a:pt x="116170" y="13935"/>
                    <a:pt x="117253" y="12113"/>
                  </a:cubicBezTo>
                  <a:cubicBezTo>
                    <a:pt x="118313" y="10291"/>
                    <a:pt x="120170" y="8874"/>
                    <a:pt x="122218" y="8363"/>
                  </a:cubicBezTo>
                  <a:cubicBezTo>
                    <a:pt x="122859" y="8200"/>
                    <a:pt x="123521" y="8120"/>
                    <a:pt x="124184" y="8120"/>
                  </a:cubicBezTo>
                  <a:cubicBezTo>
                    <a:pt x="125654" y="8120"/>
                    <a:pt x="127127" y="8513"/>
                    <a:pt x="128374" y="9267"/>
                  </a:cubicBezTo>
                  <a:lnTo>
                    <a:pt x="128719" y="9470"/>
                  </a:lnTo>
                  <a:cubicBezTo>
                    <a:pt x="128826" y="9529"/>
                    <a:pt x="128921" y="9625"/>
                    <a:pt x="129029" y="9708"/>
                  </a:cubicBezTo>
                  <a:lnTo>
                    <a:pt x="129350" y="9946"/>
                  </a:lnTo>
                  <a:cubicBezTo>
                    <a:pt x="129457" y="10017"/>
                    <a:pt x="129552" y="10125"/>
                    <a:pt x="129648" y="10208"/>
                  </a:cubicBezTo>
                  <a:lnTo>
                    <a:pt x="129945" y="10482"/>
                  </a:lnTo>
                  <a:cubicBezTo>
                    <a:pt x="130053" y="10565"/>
                    <a:pt x="130124" y="10672"/>
                    <a:pt x="130207" y="10779"/>
                  </a:cubicBezTo>
                  <a:lnTo>
                    <a:pt x="130481" y="11077"/>
                  </a:lnTo>
                  <a:lnTo>
                    <a:pt x="130553" y="11149"/>
                  </a:lnTo>
                  <a:cubicBezTo>
                    <a:pt x="130565" y="11172"/>
                    <a:pt x="130612" y="11220"/>
                    <a:pt x="130636" y="11256"/>
                  </a:cubicBezTo>
                  <a:lnTo>
                    <a:pt x="130826" y="11494"/>
                  </a:lnTo>
                  <a:lnTo>
                    <a:pt x="133815" y="15244"/>
                  </a:lnTo>
                  <a:lnTo>
                    <a:pt x="139780" y="22757"/>
                  </a:lnTo>
                  <a:lnTo>
                    <a:pt x="141280" y="24626"/>
                  </a:lnTo>
                  <a:lnTo>
                    <a:pt x="142018" y="25567"/>
                  </a:lnTo>
                  <a:lnTo>
                    <a:pt x="142114" y="25686"/>
                  </a:lnTo>
                  <a:lnTo>
                    <a:pt x="142245" y="25841"/>
                  </a:lnTo>
                  <a:lnTo>
                    <a:pt x="142518" y="26150"/>
                  </a:lnTo>
                  <a:lnTo>
                    <a:pt x="143066" y="26758"/>
                  </a:lnTo>
                  <a:cubicBezTo>
                    <a:pt x="144590" y="28353"/>
                    <a:pt x="146495" y="29579"/>
                    <a:pt x="148555" y="30341"/>
                  </a:cubicBezTo>
                  <a:cubicBezTo>
                    <a:pt x="150210" y="30954"/>
                    <a:pt x="151974" y="31282"/>
                    <a:pt x="153746" y="31282"/>
                  </a:cubicBezTo>
                  <a:cubicBezTo>
                    <a:pt x="154178" y="31282"/>
                    <a:pt x="154611" y="31262"/>
                    <a:pt x="155044" y="31222"/>
                  </a:cubicBezTo>
                  <a:cubicBezTo>
                    <a:pt x="157235" y="31020"/>
                    <a:pt x="159390" y="30329"/>
                    <a:pt x="161271" y="29198"/>
                  </a:cubicBezTo>
                  <a:cubicBezTo>
                    <a:pt x="161759" y="28936"/>
                    <a:pt x="162199" y="28603"/>
                    <a:pt x="162640" y="28282"/>
                  </a:cubicBezTo>
                  <a:lnTo>
                    <a:pt x="162961" y="28043"/>
                  </a:lnTo>
                  <a:lnTo>
                    <a:pt x="163200" y="27865"/>
                  </a:lnTo>
                  <a:lnTo>
                    <a:pt x="163676" y="27484"/>
                  </a:lnTo>
                  <a:lnTo>
                    <a:pt x="165545" y="25996"/>
                  </a:lnTo>
                  <a:lnTo>
                    <a:pt x="169296" y="23007"/>
                  </a:lnTo>
                  <a:lnTo>
                    <a:pt x="170212" y="24162"/>
                  </a:lnTo>
                  <a:lnTo>
                    <a:pt x="171272" y="25496"/>
                  </a:lnTo>
                  <a:lnTo>
                    <a:pt x="174903" y="13363"/>
                  </a:lnTo>
                  <a:lnTo>
                    <a:pt x="174903" y="13363"/>
                  </a:lnTo>
                  <a:lnTo>
                    <a:pt x="162271" y="14173"/>
                  </a:lnTo>
                  <a:lnTo>
                    <a:pt x="162783" y="14816"/>
                  </a:lnTo>
                  <a:lnTo>
                    <a:pt x="163331" y="15506"/>
                  </a:lnTo>
                  <a:lnTo>
                    <a:pt x="163842" y="16149"/>
                  </a:lnTo>
                  <a:lnTo>
                    <a:pt x="164247" y="16649"/>
                  </a:lnTo>
                  <a:lnTo>
                    <a:pt x="160497" y="19638"/>
                  </a:lnTo>
                  <a:lnTo>
                    <a:pt x="158616" y="21138"/>
                  </a:lnTo>
                  <a:lnTo>
                    <a:pt x="158151" y="21507"/>
                  </a:lnTo>
                  <a:lnTo>
                    <a:pt x="157913" y="21697"/>
                  </a:lnTo>
                  <a:cubicBezTo>
                    <a:pt x="157842" y="21745"/>
                    <a:pt x="157806" y="21769"/>
                    <a:pt x="157746" y="21805"/>
                  </a:cubicBezTo>
                  <a:cubicBezTo>
                    <a:pt x="157544" y="21948"/>
                    <a:pt x="157354" y="22114"/>
                    <a:pt x="157127" y="22221"/>
                  </a:cubicBezTo>
                  <a:cubicBezTo>
                    <a:pt x="156270" y="22733"/>
                    <a:pt x="155318" y="23043"/>
                    <a:pt x="154317" y="23138"/>
                  </a:cubicBezTo>
                  <a:cubicBezTo>
                    <a:pt x="154125" y="23157"/>
                    <a:pt x="153931" y="23166"/>
                    <a:pt x="153737" y="23166"/>
                  </a:cubicBezTo>
                  <a:cubicBezTo>
                    <a:pt x="152937" y="23166"/>
                    <a:pt x="152134" y="23011"/>
                    <a:pt x="151377" y="22733"/>
                  </a:cubicBezTo>
                  <a:cubicBezTo>
                    <a:pt x="150448" y="22388"/>
                    <a:pt x="149591" y="21852"/>
                    <a:pt x="148912" y="21126"/>
                  </a:cubicBezTo>
                  <a:lnTo>
                    <a:pt x="148662" y="20840"/>
                  </a:lnTo>
                  <a:lnTo>
                    <a:pt x="148531" y="20697"/>
                  </a:lnTo>
                  <a:cubicBezTo>
                    <a:pt x="148507" y="20674"/>
                    <a:pt x="148495" y="20662"/>
                    <a:pt x="148472" y="20626"/>
                  </a:cubicBezTo>
                  <a:lnTo>
                    <a:pt x="148376" y="20507"/>
                  </a:lnTo>
                  <a:lnTo>
                    <a:pt x="147626" y="19566"/>
                  </a:lnTo>
                  <a:lnTo>
                    <a:pt x="146138" y="17697"/>
                  </a:lnTo>
                  <a:lnTo>
                    <a:pt x="140161" y="10184"/>
                  </a:lnTo>
                  <a:lnTo>
                    <a:pt x="137172" y="6434"/>
                  </a:lnTo>
                  <a:lnTo>
                    <a:pt x="136994" y="6196"/>
                  </a:lnTo>
                  <a:cubicBezTo>
                    <a:pt x="136958" y="6160"/>
                    <a:pt x="136934" y="6124"/>
                    <a:pt x="136887" y="6077"/>
                  </a:cubicBezTo>
                  <a:lnTo>
                    <a:pt x="136756" y="5922"/>
                  </a:lnTo>
                  <a:lnTo>
                    <a:pt x="136232" y="5326"/>
                  </a:lnTo>
                  <a:cubicBezTo>
                    <a:pt x="136053" y="5136"/>
                    <a:pt x="135887" y="4922"/>
                    <a:pt x="135684" y="4743"/>
                  </a:cubicBezTo>
                  <a:lnTo>
                    <a:pt x="135101" y="4195"/>
                  </a:lnTo>
                  <a:cubicBezTo>
                    <a:pt x="134910" y="4017"/>
                    <a:pt x="134720" y="3826"/>
                    <a:pt x="134505" y="3671"/>
                  </a:cubicBezTo>
                  <a:lnTo>
                    <a:pt x="133863" y="3183"/>
                  </a:lnTo>
                  <a:cubicBezTo>
                    <a:pt x="133648" y="3029"/>
                    <a:pt x="133446" y="2850"/>
                    <a:pt x="133220" y="2707"/>
                  </a:cubicBezTo>
                  <a:lnTo>
                    <a:pt x="132541" y="2290"/>
                  </a:lnTo>
                  <a:cubicBezTo>
                    <a:pt x="130031" y="783"/>
                    <a:pt x="127119" y="0"/>
                    <a:pt x="124203" y="0"/>
                  </a:cubicBezTo>
                  <a:close/>
                </a:path>
              </a:pathLst>
            </a:custGeom>
            <a:solidFill>
              <a:srgbClr val="424242"/>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nvGrpSpPr>
            <p:cNvPr id="149" name="Google Shape;149;p27"/>
            <p:cNvGrpSpPr/>
            <p:nvPr/>
          </p:nvGrpSpPr>
          <p:grpSpPr>
            <a:xfrm>
              <a:off x="1806690" y="1389189"/>
              <a:ext cx="4502713" cy="3725654"/>
              <a:chOff x="2346303" y="1389189"/>
              <a:chExt cx="4502713" cy="3725654"/>
            </a:xfrm>
          </p:grpSpPr>
          <p:sp>
            <p:nvSpPr>
              <p:cNvPr id="150" name="Google Shape;150;p27"/>
              <p:cNvSpPr/>
              <p:nvPr/>
            </p:nvSpPr>
            <p:spPr>
              <a:xfrm>
                <a:off x="5565644" y="2271083"/>
                <a:ext cx="46149" cy="58076"/>
              </a:xfrm>
              <a:custGeom>
                <a:rect b="b" l="l" r="r" t="t"/>
                <a:pathLst>
                  <a:path extrusionOk="0" h="2084" w="1656">
                    <a:moveTo>
                      <a:pt x="0" y="0"/>
                    </a:moveTo>
                    <a:lnTo>
                      <a:pt x="1655" y="2084"/>
                    </a:lnTo>
                    <a:lnTo>
                      <a:pt x="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1" name="Google Shape;151;p27"/>
              <p:cNvSpPr/>
              <p:nvPr/>
            </p:nvSpPr>
            <p:spPr>
              <a:xfrm>
                <a:off x="5518522" y="2212006"/>
                <a:ext cx="46483" cy="58104"/>
              </a:xfrm>
              <a:custGeom>
                <a:rect b="b" l="l" r="r" t="t"/>
                <a:pathLst>
                  <a:path extrusionOk="0" h="2085" w="1668">
                    <a:moveTo>
                      <a:pt x="1" y="1"/>
                    </a:moveTo>
                    <a:lnTo>
                      <a:pt x="1667" y="2084"/>
                    </a:lnTo>
                    <a:lnTo>
                      <a:pt x="1667" y="2084"/>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2" name="Google Shape;152;p27"/>
              <p:cNvSpPr/>
              <p:nvPr/>
            </p:nvSpPr>
            <p:spPr>
              <a:xfrm>
                <a:off x="2476718" y="4996685"/>
                <a:ext cx="0" cy="28"/>
              </a:xfrm>
              <a:custGeom>
                <a:rect b="b" l="l" r="r" t="t"/>
                <a:pathLst>
                  <a:path extrusionOk="0" h="1" w="120000">
                    <a:moveTo>
                      <a:pt x="0" y="1"/>
                    </a:move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3" name="Google Shape;153;p27"/>
              <p:cNvSpPr/>
              <p:nvPr/>
            </p:nvSpPr>
            <p:spPr>
              <a:xfrm>
                <a:off x="4051681" y="3888849"/>
                <a:ext cx="148367" cy="81317"/>
              </a:xfrm>
              <a:custGeom>
                <a:rect b="b" l="l" r="r" t="t"/>
                <a:pathLst>
                  <a:path extrusionOk="0" h="2918" w="5324">
                    <a:moveTo>
                      <a:pt x="168" y="1"/>
                    </a:moveTo>
                    <a:lnTo>
                      <a:pt x="1" y="1025"/>
                    </a:lnTo>
                    <a:cubicBezTo>
                      <a:pt x="215" y="1061"/>
                      <a:pt x="430" y="1072"/>
                      <a:pt x="632" y="1132"/>
                    </a:cubicBezTo>
                    <a:lnTo>
                      <a:pt x="1251" y="1299"/>
                    </a:lnTo>
                    <a:cubicBezTo>
                      <a:pt x="1680" y="1382"/>
                      <a:pt x="2073" y="1561"/>
                      <a:pt x="2477" y="1703"/>
                    </a:cubicBezTo>
                    <a:cubicBezTo>
                      <a:pt x="2680" y="1775"/>
                      <a:pt x="2870" y="1870"/>
                      <a:pt x="3061" y="1965"/>
                    </a:cubicBezTo>
                    <a:lnTo>
                      <a:pt x="3632" y="2239"/>
                    </a:lnTo>
                    <a:cubicBezTo>
                      <a:pt x="4001" y="2465"/>
                      <a:pt x="4371" y="2680"/>
                      <a:pt x="4728" y="2918"/>
                    </a:cubicBezTo>
                    <a:lnTo>
                      <a:pt x="5323" y="2061"/>
                    </a:lnTo>
                    <a:cubicBezTo>
                      <a:pt x="4930" y="1811"/>
                      <a:pt x="4537" y="1573"/>
                      <a:pt x="4132" y="1334"/>
                    </a:cubicBezTo>
                    <a:lnTo>
                      <a:pt x="3501" y="1025"/>
                    </a:lnTo>
                    <a:cubicBezTo>
                      <a:pt x="3287" y="930"/>
                      <a:pt x="3085" y="811"/>
                      <a:pt x="2858" y="739"/>
                    </a:cubicBezTo>
                    <a:cubicBezTo>
                      <a:pt x="2418" y="584"/>
                      <a:pt x="1989" y="394"/>
                      <a:pt x="1537" y="299"/>
                    </a:cubicBezTo>
                    <a:lnTo>
                      <a:pt x="858" y="120"/>
                    </a:lnTo>
                    <a:cubicBezTo>
                      <a:pt x="632" y="60"/>
                      <a:pt x="394" y="37"/>
                      <a:pt x="168" y="1"/>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4" name="Google Shape;154;p27"/>
              <p:cNvSpPr/>
              <p:nvPr/>
            </p:nvSpPr>
            <p:spPr>
              <a:xfrm>
                <a:off x="6180436" y="3034516"/>
                <a:ext cx="73682" cy="149676"/>
              </a:xfrm>
              <a:custGeom>
                <a:rect b="b" l="l" r="r" t="t"/>
                <a:pathLst>
                  <a:path extrusionOk="0" h="5371" w="2644">
                    <a:moveTo>
                      <a:pt x="882" y="0"/>
                    </a:moveTo>
                    <a:lnTo>
                      <a:pt x="0" y="524"/>
                    </a:lnTo>
                    <a:lnTo>
                      <a:pt x="322" y="1084"/>
                    </a:lnTo>
                    <a:cubicBezTo>
                      <a:pt x="429" y="1262"/>
                      <a:pt x="501" y="1477"/>
                      <a:pt x="596" y="1667"/>
                    </a:cubicBezTo>
                    <a:lnTo>
                      <a:pt x="858" y="2251"/>
                    </a:lnTo>
                    <a:cubicBezTo>
                      <a:pt x="929" y="2453"/>
                      <a:pt x="989" y="2655"/>
                      <a:pt x="1060" y="2858"/>
                    </a:cubicBezTo>
                    <a:cubicBezTo>
                      <a:pt x="1132" y="3060"/>
                      <a:pt x="1203" y="3263"/>
                      <a:pt x="1263" y="3477"/>
                    </a:cubicBezTo>
                    <a:lnTo>
                      <a:pt x="1405" y="4096"/>
                    </a:lnTo>
                    <a:cubicBezTo>
                      <a:pt x="1513" y="4513"/>
                      <a:pt x="1560" y="4941"/>
                      <a:pt x="1608" y="5370"/>
                    </a:cubicBezTo>
                    <a:lnTo>
                      <a:pt x="2644" y="5263"/>
                    </a:lnTo>
                    <a:cubicBezTo>
                      <a:pt x="2584" y="4799"/>
                      <a:pt x="2537" y="4334"/>
                      <a:pt x="2417" y="3882"/>
                    </a:cubicBezTo>
                    <a:lnTo>
                      <a:pt x="2263" y="3203"/>
                    </a:lnTo>
                    <a:cubicBezTo>
                      <a:pt x="2203" y="2977"/>
                      <a:pt x="2120" y="2751"/>
                      <a:pt x="2048" y="2536"/>
                    </a:cubicBezTo>
                    <a:cubicBezTo>
                      <a:pt x="1977" y="2310"/>
                      <a:pt x="1905" y="2084"/>
                      <a:pt x="1822" y="1870"/>
                    </a:cubicBezTo>
                    <a:lnTo>
                      <a:pt x="1536" y="1227"/>
                    </a:lnTo>
                    <a:cubicBezTo>
                      <a:pt x="1429" y="1024"/>
                      <a:pt x="1358" y="798"/>
                      <a:pt x="1239" y="596"/>
                    </a:cubicBezTo>
                    <a:lnTo>
                      <a:pt x="882"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5" name="Google Shape;155;p27"/>
              <p:cNvSpPr/>
              <p:nvPr/>
            </p:nvSpPr>
            <p:spPr>
              <a:xfrm>
                <a:off x="6157224" y="3295960"/>
                <a:ext cx="89260" cy="146360"/>
              </a:xfrm>
              <a:custGeom>
                <a:rect b="b" l="l" r="r" t="t"/>
                <a:pathLst>
                  <a:path extrusionOk="0" h="5252" w="3203">
                    <a:moveTo>
                      <a:pt x="2203" y="0"/>
                    </a:moveTo>
                    <a:cubicBezTo>
                      <a:pt x="1810" y="1679"/>
                      <a:pt x="1060" y="3263"/>
                      <a:pt x="0" y="4620"/>
                    </a:cubicBezTo>
                    <a:lnTo>
                      <a:pt x="822" y="5251"/>
                    </a:lnTo>
                    <a:cubicBezTo>
                      <a:pt x="1965" y="3775"/>
                      <a:pt x="2786" y="2048"/>
                      <a:pt x="3203" y="239"/>
                    </a:cubicBezTo>
                    <a:lnTo>
                      <a:pt x="2203"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6" name="Google Shape;156;p27"/>
              <p:cNvSpPr/>
              <p:nvPr/>
            </p:nvSpPr>
            <p:spPr>
              <a:xfrm>
                <a:off x="5351963" y="1985060"/>
                <a:ext cx="115817" cy="135074"/>
              </a:xfrm>
              <a:custGeom>
                <a:rect b="b" l="l" r="r" t="t"/>
                <a:pathLst>
                  <a:path extrusionOk="0" h="4847" w="4156">
                    <a:moveTo>
                      <a:pt x="810" y="1"/>
                    </a:moveTo>
                    <a:lnTo>
                      <a:pt x="1" y="644"/>
                    </a:lnTo>
                    <a:lnTo>
                      <a:pt x="3346" y="4847"/>
                    </a:lnTo>
                    <a:lnTo>
                      <a:pt x="4156" y="4204"/>
                    </a:ln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7" name="Google Shape;157;p27"/>
              <p:cNvSpPr/>
              <p:nvPr/>
            </p:nvSpPr>
            <p:spPr>
              <a:xfrm>
                <a:off x="5518522" y="2193753"/>
                <a:ext cx="115817" cy="135408"/>
              </a:xfrm>
              <a:custGeom>
                <a:rect b="b" l="l" r="r" t="t"/>
                <a:pathLst>
                  <a:path extrusionOk="0" h="4859" w="4156">
                    <a:moveTo>
                      <a:pt x="810" y="1"/>
                    </a:moveTo>
                    <a:lnTo>
                      <a:pt x="1" y="656"/>
                    </a:lnTo>
                    <a:lnTo>
                      <a:pt x="1667" y="2739"/>
                    </a:lnTo>
                    <a:cubicBezTo>
                      <a:pt x="1667" y="2751"/>
                      <a:pt x="1667" y="2751"/>
                      <a:pt x="1667" y="2751"/>
                    </a:cubicBezTo>
                    <a:cubicBezTo>
                      <a:pt x="1679" y="2763"/>
                      <a:pt x="1679" y="2763"/>
                      <a:pt x="1691" y="2775"/>
                    </a:cubicBezTo>
                    <a:lnTo>
                      <a:pt x="3346" y="4859"/>
                    </a:lnTo>
                    <a:lnTo>
                      <a:pt x="4156" y="4216"/>
                    </a:lnTo>
                    <a:lnTo>
                      <a:pt x="2489" y="2108"/>
                    </a:ln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8" name="Google Shape;158;p27"/>
              <p:cNvSpPr/>
              <p:nvPr/>
            </p:nvSpPr>
            <p:spPr>
              <a:xfrm>
                <a:off x="5684746" y="2403115"/>
                <a:ext cx="115817" cy="135408"/>
              </a:xfrm>
              <a:custGeom>
                <a:rect b="b" l="l" r="r" t="t"/>
                <a:pathLst>
                  <a:path extrusionOk="0" h="4859" w="4156">
                    <a:moveTo>
                      <a:pt x="810" y="1"/>
                    </a:moveTo>
                    <a:lnTo>
                      <a:pt x="1" y="656"/>
                    </a:lnTo>
                    <a:lnTo>
                      <a:pt x="3346" y="4859"/>
                    </a:lnTo>
                    <a:lnTo>
                      <a:pt x="4156" y="4204"/>
                    </a:ln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59" name="Google Shape;159;p27"/>
              <p:cNvSpPr/>
              <p:nvPr/>
            </p:nvSpPr>
            <p:spPr>
              <a:xfrm>
                <a:off x="5851304" y="2612142"/>
                <a:ext cx="116152" cy="135408"/>
              </a:xfrm>
              <a:custGeom>
                <a:rect b="b" l="l" r="r" t="t"/>
                <a:pathLst>
                  <a:path extrusionOk="0" h="4859" w="4168">
                    <a:moveTo>
                      <a:pt x="822" y="1"/>
                    </a:moveTo>
                    <a:lnTo>
                      <a:pt x="0" y="656"/>
                    </a:lnTo>
                    <a:lnTo>
                      <a:pt x="1679" y="2751"/>
                    </a:lnTo>
                    <a:lnTo>
                      <a:pt x="3346" y="4858"/>
                    </a:lnTo>
                    <a:lnTo>
                      <a:pt x="4168" y="4204"/>
                    </a:lnTo>
                    <a:lnTo>
                      <a:pt x="2489" y="2108"/>
                    </a:lnTo>
                    <a:lnTo>
                      <a:pt x="822"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0" name="Google Shape;160;p27"/>
              <p:cNvSpPr/>
              <p:nvPr/>
            </p:nvSpPr>
            <p:spPr>
              <a:xfrm>
                <a:off x="6017528" y="2821504"/>
                <a:ext cx="115817" cy="135408"/>
              </a:xfrm>
              <a:custGeom>
                <a:rect b="b" l="l" r="r" t="t"/>
                <a:pathLst>
                  <a:path extrusionOk="0" h="4859" w="4156">
                    <a:moveTo>
                      <a:pt x="822" y="1"/>
                    </a:moveTo>
                    <a:lnTo>
                      <a:pt x="1" y="644"/>
                    </a:lnTo>
                    <a:lnTo>
                      <a:pt x="3346" y="4858"/>
                    </a:lnTo>
                    <a:lnTo>
                      <a:pt x="4156" y="4203"/>
                    </a:lnTo>
                    <a:lnTo>
                      <a:pt x="822"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1" name="Google Shape;161;p27"/>
              <p:cNvSpPr/>
              <p:nvPr/>
            </p:nvSpPr>
            <p:spPr>
              <a:xfrm>
                <a:off x="5945856" y="3502340"/>
                <a:ext cx="146695" cy="88619"/>
              </a:xfrm>
              <a:custGeom>
                <a:rect b="b" l="l" r="r" t="t"/>
                <a:pathLst>
                  <a:path extrusionOk="0" h="3180" w="5264">
                    <a:moveTo>
                      <a:pt x="4632" y="0"/>
                    </a:moveTo>
                    <a:cubicBezTo>
                      <a:pt x="3942" y="524"/>
                      <a:pt x="3215" y="976"/>
                      <a:pt x="2430" y="1334"/>
                    </a:cubicBezTo>
                    <a:cubicBezTo>
                      <a:pt x="2037" y="1512"/>
                      <a:pt x="1656" y="1703"/>
                      <a:pt x="1239" y="1822"/>
                    </a:cubicBezTo>
                    <a:lnTo>
                      <a:pt x="632" y="2024"/>
                    </a:lnTo>
                    <a:cubicBezTo>
                      <a:pt x="429" y="2084"/>
                      <a:pt x="215" y="2119"/>
                      <a:pt x="1" y="2179"/>
                    </a:cubicBezTo>
                    <a:lnTo>
                      <a:pt x="239" y="3179"/>
                    </a:lnTo>
                    <a:cubicBezTo>
                      <a:pt x="465" y="3131"/>
                      <a:pt x="691" y="3084"/>
                      <a:pt x="918" y="3024"/>
                    </a:cubicBezTo>
                    <a:lnTo>
                      <a:pt x="1584" y="2798"/>
                    </a:lnTo>
                    <a:cubicBezTo>
                      <a:pt x="2025" y="2667"/>
                      <a:pt x="2453" y="2465"/>
                      <a:pt x="2870" y="2274"/>
                    </a:cubicBezTo>
                    <a:cubicBezTo>
                      <a:pt x="3716" y="1881"/>
                      <a:pt x="4513" y="1393"/>
                      <a:pt x="5263" y="834"/>
                    </a:cubicBezTo>
                    <a:lnTo>
                      <a:pt x="4632"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2" name="Google Shape;162;p27"/>
              <p:cNvSpPr/>
              <p:nvPr/>
            </p:nvSpPr>
            <p:spPr>
              <a:xfrm>
                <a:off x="5684411" y="3523574"/>
                <a:ext cx="149676" cy="74685"/>
              </a:xfrm>
              <a:custGeom>
                <a:rect b="b" l="l" r="r" t="t"/>
                <a:pathLst>
                  <a:path extrusionOk="0" h="2680" w="5371">
                    <a:moveTo>
                      <a:pt x="536" y="0"/>
                    </a:moveTo>
                    <a:lnTo>
                      <a:pt x="1" y="893"/>
                    </a:lnTo>
                    <a:cubicBezTo>
                      <a:pt x="1596" y="1846"/>
                      <a:pt x="3394" y="2465"/>
                      <a:pt x="5251" y="2679"/>
                    </a:cubicBezTo>
                    <a:lnTo>
                      <a:pt x="5370" y="1655"/>
                    </a:lnTo>
                    <a:cubicBezTo>
                      <a:pt x="3656" y="1453"/>
                      <a:pt x="2001" y="881"/>
                      <a:pt x="536" y="0"/>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3" name="Google Shape;163;p27"/>
              <p:cNvSpPr/>
              <p:nvPr/>
            </p:nvSpPr>
            <p:spPr>
              <a:xfrm>
                <a:off x="5498291" y="3333775"/>
                <a:ext cx="115817" cy="135408"/>
              </a:xfrm>
              <a:custGeom>
                <a:rect b="b" l="l" r="r" t="t"/>
                <a:pathLst>
                  <a:path extrusionOk="0" h="4859" w="4156">
                    <a:moveTo>
                      <a:pt x="810" y="1"/>
                    </a:moveTo>
                    <a:lnTo>
                      <a:pt x="0" y="656"/>
                    </a:lnTo>
                    <a:lnTo>
                      <a:pt x="1667" y="2751"/>
                    </a:lnTo>
                    <a:cubicBezTo>
                      <a:pt x="2239" y="3454"/>
                      <a:pt x="2762" y="4156"/>
                      <a:pt x="3358" y="4859"/>
                    </a:cubicBezTo>
                    <a:lnTo>
                      <a:pt x="4156" y="4192"/>
                    </a:lnTo>
                    <a:cubicBezTo>
                      <a:pt x="3596" y="3525"/>
                      <a:pt x="3036" y="2799"/>
                      <a:pt x="2477" y="2108"/>
                    </a:cubicBez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4" name="Google Shape;164;p27"/>
              <p:cNvSpPr/>
              <p:nvPr/>
            </p:nvSpPr>
            <p:spPr>
              <a:xfrm>
                <a:off x="5332066" y="3124748"/>
                <a:ext cx="115817" cy="135074"/>
              </a:xfrm>
              <a:custGeom>
                <a:rect b="b" l="l" r="r" t="t"/>
                <a:pathLst>
                  <a:path extrusionOk="0" h="4847" w="4156">
                    <a:moveTo>
                      <a:pt x="810" y="1"/>
                    </a:moveTo>
                    <a:lnTo>
                      <a:pt x="0" y="644"/>
                    </a:lnTo>
                    <a:lnTo>
                      <a:pt x="3346" y="4847"/>
                    </a:lnTo>
                    <a:lnTo>
                      <a:pt x="4155" y="4204"/>
                    </a:ln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5" name="Google Shape;165;p27"/>
              <p:cNvSpPr/>
              <p:nvPr/>
            </p:nvSpPr>
            <p:spPr>
              <a:xfrm>
                <a:off x="5165174" y="2915414"/>
                <a:ext cx="115817" cy="135380"/>
              </a:xfrm>
              <a:custGeom>
                <a:rect b="b" l="l" r="r" t="t"/>
                <a:pathLst>
                  <a:path extrusionOk="0" h="4858" w="4156">
                    <a:moveTo>
                      <a:pt x="810" y="0"/>
                    </a:moveTo>
                    <a:lnTo>
                      <a:pt x="0" y="655"/>
                    </a:lnTo>
                    <a:lnTo>
                      <a:pt x="1679" y="2750"/>
                    </a:lnTo>
                    <a:lnTo>
                      <a:pt x="3346" y="4858"/>
                    </a:lnTo>
                    <a:lnTo>
                      <a:pt x="4156" y="4215"/>
                    </a:lnTo>
                    <a:lnTo>
                      <a:pt x="2489" y="2107"/>
                    </a:lnTo>
                    <a:cubicBezTo>
                      <a:pt x="2489" y="2107"/>
                      <a:pt x="2489" y="2107"/>
                      <a:pt x="2477" y="2096"/>
                    </a:cubicBez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6" name="Google Shape;166;p27"/>
              <p:cNvSpPr/>
              <p:nvPr/>
            </p:nvSpPr>
            <p:spPr>
              <a:xfrm>
                <a:off x="4998949" y="2706387"/>
                <a:ext cx="115817" cy="135046"/>
              </a:xfrm>
              <a:custGeom>
                <a:rect b="b" l="l" r="r" t="t"/>
                <a:pathLst>
                  <a:path extrusionOk="0" h="4846" w="4156">
                    <a:moveTo>
                      <a:pt x="810" y="0"/>
                    </a:moveTo>
                    <a:lnTo>
                      <a:pt x="0" y="643"/>
                    </a:lnTo>
                    <a:lnTo>
                      <a:pt x="3346" y="4846"/>
                    </a:lnTo>
                    <a:lnTo>
                      <a:pt x="4156" y="4203"/>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7" name="Google Shape;167;p27"/>
              <p:cNvSpPr/>
              <p:nvPr/>
            </p:nvSpPr>
            <p:spPr>
              <a:xfrm>
                <a:off x="4832391" y="2497360"/>
                <a:ext cx="115817" cy="135074"/>
              </a:xfrm>
              <a:custGeom>
                <a:rect b="b" l="l" r="r" t="t"/>
                <a:pathLst>
                  <a:path extrusionOk="0" h="4847" w="4156">
                    <a:moveTo>
                      <a:pt x="810" y="0"/>
                    </a:moveTo>
                    <a:lnTo>
                      <a:pt x="0" y="643"/>
                    </a:lnTo>
                    <a:lnTo>
                      <a:pt x="1643" y="2703"/>
                    </a:lnTo>
                    <a:cubicBezTo>
                      <a:pt x="1643" y="2727"/>
                      <a:pt x="1655" y="2739"/>
                      <a:pt x="1667" y="2751"/>
                    </a:cubicBezTo>
                    <a:cubicBezTo>
                      <a:pt x="1679" y="2762"/>
                      <a:pt x="1691" y="2774"/>
                      <a:pt x="1703" y="2774"/>
                    </a:cubicBezTo>
                    <a:lnTo>
                      <a:pt x="3346" y="4846"/>
                    </a:lnTo>
                    <a:lnTo>
                      <a:pt x="4156" y="4203"/>
                    </a:lnTo>
                    <a:lnTo>
                      <a:pt x="2489" y="2096"/>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8" name="Google Shape;168;p27"/>
              <p:cNvSpPr/>
              <p:nvPr/>
            </p:nvSpPr>
            <p:spPr>
              <a:xfrm>
                <a:off x="4649252" y="2306919"/>
                <a:ext cx="132398" cy="116152"/>
              </a:xfrm>
              <a:custGeom>
                <a:rect b="b" l="l" r="r" t="t"/>
                <a:pathLst>
                  <a:path extrusionOk="0" h="4168" w="4751">
                    <a:moveTo>
                      <a:pt x="464" y="0"/>
                    </a:moveTo>
                    <a:lnTo>
                      <a:pt x="0" y="929"/>
                    </a:lnTo>
                    <a:cubicBezTo>
                      <a:pt x="1524" y="1703"/>
                      <a:pt x="2881" y="2810"/>
                      <a:pt x="3941" y="4167"/>
                    </a:cubicBezTo>
                    <a:lnTo>
                      <a:pt x="4751" y="3524"/>
                    </a:lnTo>
                    <a:cubicBezTo>
                      <a:pt x="3608" y="2060"/>
                      <a:pt x="2131" y="845"/>
                      <a:pt x="464" y="0"/>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69" name="Google Shape;169;p27"/>
              <p:cNvSpPr/>
              <p:nvPr/>
            </p:nvSpPr>
            <p:spPr>
              <a:xfrm>
                <a:off x="4391765" y="2266680"/>
                <a:ext cx="154330" cy="42916"/>
              </a:xfrm>
              <a:custGeom>
                <a:rect b="b" l="l" r="r" t="t"/>
                <a:pathLst>
                  <a:path extrusionOk="0" h="1540" w="5538">
                    <a:moveTo>
                      <a:pt x="3945" y="1"/>
                    </a:moveTo>
                    <a:cubicBezTo>
                      <a:pt x="3547" y="1"/>
                      <a:pt x="3149" y="27"/>
                      <a:pt x="2751" y="27"/>
                    </a:cubicBezTo>
                    <a:cubicBezTo>
                      <a:pt x="2287" y="87"/>
                      <a:pt x="1823" y="134"/>
                      <a:pt x="1358" y="218"/>
                    </a:cubicBezTo>
                    <a:lnTo>
                      <a:pt x="680" y="372"/>
                    </a:lnTo>
                    <a:cubicBezTo>
                      <a:pt x="453" y="420"/>
                      <a:pt x="227" y="468"/>
                      <a:pt x="1" y="551"/>
                    </a:cubicBezTo>
                    <a:lnTo>
                      <a:pt x="299" y="1539"/>
                    </a:lnTo>
                    <a:cubicBezTo>
                      <a:pt x="501" y="1468"/>
                      <a:pt x="715" y="1432"/>
                      <a:pt x="930" y="1373"/>
                    </a:cubicBezTo>
                    <a:lnTo>
                      <a:pt x="1549" y="1230"/>
                    </a:lnTo>
                    <a:cubicBezTo>
                      <a:pt x="1977" y="1158"/>
                      <a:pt x="2406" y="1123"/>
                      <a:pt x="2823" y="1063"/>
                    </a:cubicBezTo>
                    <a:cubicBezTo>
                      <a:pt x="3190" y="1063"/>
                      <a:pt x="3557" y="1037"/>
                      <a:pt x="3925" y="1037"/>
                    </a:cubicBezTo>
                    <a:cubicBezTo>
                      <a:pt x="3986" y="1037"/>
                      <a:pt x="4047" y="1037"/>
                      <a:pt x="4109" y="1039"/>
                    </a:cubicBezTo>
                    <a:lnTo>
                      <a:pt x="4751" y="1087"/>
                    </a:lnTo>
                    <a:lnTo>
                      <a:pt x="5073" y="1111"/>
                    </a:lnTo>
                    <a:cubicBezTo>
                      <a:pt x="5180" y="1123"/>
                      <a:pt x="5287" y="1134"/>
                      <a:pt x="5394" y="1158"/>
                    </a:cubicBezTo>
                    <a:lnTo>
                      <a:pt x="5537" y="134"/>
                    </a:lnTo>
                    <a:cubicBezTo>
                      <a:pt x="5418" y="111"/>
                      <a:pt x="5311" y="87"/>
                      <a:pt x="5192" y="75"/>
                    </a:cubicBezTo>
                    <a:lnTo>
                      <a:pt x="4847" y="51"/>
                    </a:lnTo>
                    <a:lnTo>
                      <a:pt x="4144" y="3"/>
                    </a:lnTo>
                    <a:cubicBezTo>
                      <a:pt x="4078" y="2"/>
                      <a:pt x="4012" y="1"/>
                      <a:pt x="3945" y="1"/>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0" name="Google Shape;170;p27"/>
              <p:cNvSpPr/>
              <p:nvPr/>
            </p:nvSpPr>
            <p:spPr>
              <a:xfrm>
                <a:off x="4132327" y="2565688"/>
                <a:ext cx="39516" cy="154665"/>
              </a:xfrm>
              <a:custGeom>
                <a:rect b="b" l="l" r="r" t="t"/>
                <a:pathLst>
                  <a:path extrusionOk="0" h="5550" w="1418">
                    <a:moveTo>
                      <a:pt x="215" y="1"/>
                    </a:moveTo>
                    <a:lnTo>
                      <a:pt x="107" y="691"/>
                    </a:lnTo>
                    <a:cubicBezTo>
                      <a:pt x="60" y="930"/>
                      <a:pt x="60" y="1156"/>
                      <a:pt x="48" y="1394"/>
                    </a:cubicBezTo>
                    <a:lnTo>
                      <a:pt x="0" y="2084"/>
                    </a:lnTo>
                    <a:lnTo>
                      <a:pt x="24" y="2787"/>
                    </a:lnTo>
                    <a:cubicBezTo>
                      <a:pt x="36" y="3025"/>
                      <a:pt x="24" y="3251"/>
                      <a:pt x="60" y="3489"/>
                    </a:cubicBezTo>
                    <a:lnTo>
                      <a:pt x="143" y="4180"/>
                    </a:lnTo>
                    <a:cubicBezTo>
                      <a:pt x="179" y="4644"/>
                      <a:pt x="322" y="5097"/>
                      <a:pt x="405" y="5549"/>
                    </a:cubicBezTo>
                    <a:lnTo>
                      <a:pt x="1417" y="5299"/>
                    </a:lnTo>
                    <a:cubicBezTo>
                      <a:pt x="1334" y="4871"/>
                      <a:pt x="1203" y="4466"/>
                      <a:pt x="1167" y="4037"/>
                    </a:cubicBezTo>
                    <a:lnTo>
                      <a:pt x="1084" y="3394"/>
                    </a:lnTo>
                    <a:cubicBezTo>
                      <a:pt x="1048" y="3180"/>
                      <a:pt x="1072" y="2966"/>
                      <a:pt x="1060" y="2751"/>
                    </a:cubicBezTo>
                    <a:lnTo>
                      <a:pt x="1036" y="2108"/>
                    </a:lnTo>
                    <a:lnTo>
                      <a:pt x="1084" y="1465"/>
                    </a:lnTo>
                    <a:cubicBezTo>
                      <a:pt x="1096" y="1251"/>
                      <a:pt x="1096" y="1037"/>
                      <a:pt x="1131" y="822"/>
                    </a:cubicBezTo>
                    <a:lnTo>
                      <a:pt x="1238" y="191"/>
                    </a:lnTo>
                    <a:lnTo>
                      <a:pt x="215"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1" name="Google Shape;171;p27"/>
              <p:cNvSpPr/>
              <p:nvPr/>
            </p:nvSpPr>
            <p:spPr>
              <a:xfrm>
                <a:off x="4179421" y="2336096"/>
                <a:ext cx="120471" cy="129445"/>
              </a:xfrm>
              <a:custGeom>
                <a:rect b="b" l="l" r="r" t="t"/>
                <a:pathLst>
                  <a:path extrusionOk="0" h="4645" w="4323">
                    <a:moveTo>
                      <a:pt x="3716" y="1"/>
                    </a:moveTo>
                    <a:cubicBezTo>
                      <a:pt x="2204" y="1096"/>
                      <a:pt x="930" y="2513"/>
                      <a:pt x="1" y="4132"/>
                    </a:cubicBezTo>
                    <a:lnTo>
                      <a:pt x="906" y="4644"/>
                    </a:lnTo>
                    <a:cubicBezTo>
                      <a:pt x="1751" y="3144"/>
                      <a:pt x="2930" y="1846"/>
                      <a:pt x="4323" y="834"/>
                    </a:cubicBezTo>
                    <a:lnTo>
                      <a:pt x="3716"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2" name="Google Shape;172;p27"/>
              <p:cNvSpPr/>
              <p:nvPr/>
            </p:nvSpPr>
            <p:spPr>
              <a:xfrm>
                <a:off x="4193355" y="2815540"/>
                <a:ext cx="115176" cy="135380"/>
              </a:xfrm>
              <a:custGeom>
                <a:rect b="b" l="l" r="r" t="t"/>
                <a:pathLst>
                  <a:path extrusionOk="0" h="4858" w="4133">
                    <a:moveTo>
                      <a:pt x="858" y="0"/>
                    </a:moveTo>
                    <a:lnTo>
                      <a:pt x="1" y="584"/>
                    </a:lnTo>
                    <a:lnTo>
                      <a:pt x="406" y="1143"/>
                    </a:lnTo>
                    <a:cubicBezTo>
                      <a:pt x="537" y="1346"/>
                      <a:pt x="680" y="1524"/>
                      <a:pt x="822" y="1703"/>
                    </a:cubicBezTo>
                    <a:lnTo>
                      <a:pt x="1656" y="2751"/>
                    </a:lnTo>
                    <a:lnTo>
                      <a:pt x="3323" y="4858"/>
                    </a:lnTo>
                    <a:lnTo>
                      <a:pt x="4132" y="4215"/>
                    </a:lnTo>
                    <a:lnTo>
                      <a:pt x="2466" y="2108"/>
                    </a:lnTo>
                    <a:lnTo>
                      <a:pt x="1632" y="1060"/>
                    </a:lnTo>
                    <a:cubicBezTo>
                      <a:pt x="1489" y="881"/>
                      <a:pt x="1358" y="703"/>
                      <a:pt x="1239" y="524"/>
                    </a:cubicBezTo>
                    <a:lnTo>
                      <a:pt x="858"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3" name="Google Shape;173;p27"/>
              <p:cNvSpPr/>
              <p:nvPr/>
            </p:nvSpPr>
            <p:spPr>
              <a:xfrm>
                <a:off x="4358938" y="3024902"/>
                <a:ext cx="115817" cy="135380"/>
              </a:xfrm>
              <a:custGeom>
                <a:rect b="b" l="l" r="r" t="t"/>
                <a:pathLst>
                  <a:path extrusionOk="0" h="4858" w="4156">
                    <a:moveTo>
                      <a:pt x="810" y="0"/>
                    </a:moveTo>
                    <a:lnTo>
                      <a:pt x="0" y="655"/>
                    </a:lnTo>
                    <a:lnTo>
                      <a:pt x="1667" y="2750"/>
                    </a:lnTo>
                    <a:lnTo>
                      <a:pt x="3334" y="4858"/>
                    </a:lnTo>
                    <a:lnTo>
                      <a:pt x="4155" y="4215"/>
                    </a:lnTo>
                    <a:lnTo>
                      <a:pt x="2489" y="2107"/>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4" name="Google Shape;174;p27"/>
              <p:cNvSpPr/>
              <p:nvPr/>
            </p:nvSpPr>
            <p:spPr>
              <a:xfrm>
                <a:off x="4525162" y="3234570"/>
                <a:ext cx="115817" cy="135074"/>
              </a:xfrm>
              <a:custGeom>
                <a:rect b="b" l="l" r="r" t="t"/>
                <a:pathLst>
                  <a:path extrusionOk="0" h="4847" w="4156">
                    <a:moveTo>
                      <a:pt x="810" y="1"/>
                    </a:moveTo>
                    <a:lnTo>
                      <a:pt x="0" y="644"/>
                    </a:lnTo>
                    <a:lnTo>
                      <a:pt x="3334" y="4847"/>
                    </a:lnTo>
                    <a:lnTo>
                      <a:pt x="4155" y="4204"/>
                    </a:ln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5" name="Google Shape;175;p27"/>
              <p:cNvSpPr/>
              <p:nvPr/>
            </p:nvSpPr>
            <p:spPr>
              <a:xfrm>
                <a:off x="4691052" y="3443932"/>
                <a:ext cx="115817" cy="135408"/>
              </a:xfrm>
              <a:custGeom>
                <a:rect b="b" l="l" r="r" t="t"/>
                <a:pathLst>
                  <a:path extrusionOk="0" h="4859" w="4156">
                    <a:moveTo>
                      <a:pt x="822" y="1"/>
                    </a:moveTo>
                    <a:lnTo>
                      <a:pt x="0" y="644"/>
                    </a:lnTo>
                    <a:lnTo>
                      <a:pt x="1667" y="2751"/>
                    </a:lnTo>
                    <a:lnTo>
                      <a:pt x="3346" y="4858"/>
                    </a:lnTo>
                    <a:lnTo>
                      <a:pt x="4156" y="4215"/>
                    </a:lnTo>
                    <a:lnTo>
                      <a:pt x="2489" y="2108"/>
                    </a:lnTo>
                    <a:lnTo>
                      <a:pt x="822"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6" name="Google Shape;176;p27"/>
              <p:cNvSpPr/>
              <p:nvPr/>
            </p:nvSpPr>
            <p:spPr>
              <a:xfrm>
                <a:off x="4857276" y="3653628"/>
                <a:ext cx="115817" cy="135074"/>
              </a:xfrm>
              <a:custGeom>
                <a:rect b="b" l="l" r="r" t="t"/>
                <a:pathLst>
                  <a:path extrusionOk="0" h="4847" w="4156">
                    <a:moveTo>
                      <a:pt x="810" y="0"/>
                    </a:moveTo>
                    <a:lnTo>
                      <a:pt x="0" y="643"/>
                    </a:lnTo>
                    <a:lnTo>
                      <a:pt x="3346" y="4846"/>
                    </a:lnTo>
                    <a:lnTo>
                      <a:pt x="4156" y="4203"/>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7" name="Google Shape;177;p27"/>
              <p:cNvSpPr/>
              <p:nvPr/>
            </p:nvSpPr>
            <p:spPr>
              <a:xfrm>
                <a:off x="5076920" y="4116464"/>
                <a:ext cx="63064" cy="150986"/>
              </a:xfrm>
              <a:custGeom>
                <a:rect b="b" l="l" r="r" t="t"/>
                <a:pathLst>
                  <a:path extrusionOk="0" h="5418" w="2263">
                    <a:moveTo>
                      <a:pt x="1215" y="1"/>
                    </a:moveTo>
                    <a:cubicBezTo>
                      <a:pt x="1167" y="1715"/>
                      <a:pt x="750" y="3418"/>
                      <a:pt x="0" y="4965"/>
                    </a:cubicBezTo>
                    <a:lnTo>
                      <a:pt x="941" y="5418"/>
                    </a:lnTo>
                    <a:cubicBezTo>
                      <a:pt x="1751" y="3739"/>
                      <a:pt x="2203" y="1894"/>
                      <a:pt x="2262" y="24"/>
                    </a:cubicBezTo>
                    <a:lnTo>
                      <a:pt x="1215"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8" name="Google Shape;178;p27"/>
              <p:cNvSpPr/>
              <p:nvPr/>
            </p:nvSpPr>
            <p:spPr>
              <a:xfrm>
                <a:off x="4891775" y="4346056"/>
                <a:ext cx="140369" cy="103556"/>
              </a:xfrm>
              <a:custGeom>
                <a:rect b="b" l="l" r="r" t="t"/>
                <a:pathLst>
                  <a:path extrusionOk="0" h="3716" w="5037">
                    <a:moveTo>
                      <a:pt x="4311" y="1"/>
                    </a:moveTo>
                    <a:cubicBezTo>
                      <a:pt x="4001" y="298"/>
                      <a:pt x="3668" y="572"/>
                      <a:pt x="3346" y="858"/>
                    </a:cubicBezTo>
                    <a:cubicBezTo>
                      <a:pt x="3001" y="1108"/>
                      <a:pt x="2656" y="1358"/>
                      <a:pt x="2299" y="1608"/>
                    </a:cubicBezTo>
                    <a:cubicBezTo>
                      <a:pt x="1929" y="1810"/>
                      <a:pt x="1560" y="2049"/>
                      <a:pt x="1179" y="2239"/>
                    </a:cubicBezTo>
                    <a:lnTo>
                      <a:pt x="596" y="2501"/>
                    </a:lnTo>
                    <a:cubicBezTo>
                      <a:pt x="394" y="2584"/>
                      <a:pt x="203" y="2680"/>
                      <a:pt x="1" y="2739"/>
                    </a:cubicBezTo>
                    <a:lnTo>
                      <a:pt x="358" y="3715"/>
                    </a:lnTo>
                    <a:cubicBezTo>
                      <a:pt x="584" y="3644"/>
                      <a:pt x="786" y="3549"/>
                      <a:pt x="1001" y="3453"/>
                    </a:cubicBezTo>
                    <a:lnTo>
                      <a:pt x="1644" y="3168"/>
                    </a:lnTo>
                    <a:cubicBezTo>
                      <a:pt x="2060" y="2953"/>
                      <a:pt x="2453" y="2703"/>
                      <a:pt x="2858" y="2477"/>
                    </a:cubicBezTo>
                    <a:cubicBezTo>
                      <a:pt x="3239" y="2215"/>
                      <a:pt x="3620" y="1941"/>
                      <a:pt x="4001" y="1668"/>
                    </a:cubicBezTo>
                    <a:cubicBezTo>
                      <a:pt x="4346" y="1358"/>
                      <a:pt x="4704" y="1060"/>
                      <a:pt x="5037" y="739"/>
                    </a:cubicBezTo>
                    <a:lnTo>
                      <a:pt x="4311"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79" name="Google Shape;179;p27"/>
              <p:cNvSpPr/>
              <p:nvPr/>
            </p:nvSpPr>
            <p:spPr>
              <a:xfrm>
                <a:off x="4630330" y="4414748"/>
                <a:ext cx="151655" cy="56822"/>
              </a:xfrm>
              <a:custGeom>
                <a:rect b="b" l="l" r="r" t="t"/>
                <a:pathLst>
                  <a:path extrusionOk="0" h="2039" w="5442">
                    <a:moveTo>
                      <a:pt x="405" y="0"/>
                    </a:moveTo>
                    <a:lnTo>
                      <a:pt x="0" y="953"/>
                    </a:lnTo>
                    <a:cubicBezTo>
                      <a:pt x="1626" y="1680"/>
                      <a:pt x="3403" y="2039"/>
                      <a:pt x="5187" y="2039"/>
                    </a:cubicBezTo>
                    <a:cubicBezTo>
                      <a:pt x="5272" y="2039"/>
                      <a:pt x="5357" y="2038"/>
                      <a:pt x="5442" y="2036"/>
                    </a:cubicBezTo>
                    <a:lnTo>
                      <a:pt x="5418" y="1000"/>
                    </a:lnTo>
                    <a:cubicBezTo>
                      <a:pt x="5359" y="1001"/>
                      <a:pt x="5300" y="1002"/>
                      <a:pt x="5241" y="1002"/>
                    </a:cubicBezTo>
                    <a:cubicBezTo>
                      <a:pt x="3585" y="1002"/>
                      <a:pt x="1923" y="679"/>
                      <a:pt x="405" y="0"/>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0" name="Google Shape;180;p27"/>
              <p:cNvSpPr/>
              <p:nvPr/>
            </p:nvSpPr>
            <p:spPr>
              <a:xfrm>
                <a:off x="4430583" y="4240219"/>
                <a:ext cx="117824" cy="134071"/>
              </a:xfrm>
              <a:custGeom>
                <a:rect b="b" l="l" r="r" t="t"/>
                <a:pathLst>
                  <a:path extrusionOk="0" h="4811" w="4228">
                    <a:moveTo>
                      <a:pt x="811" y="1"/>
                    </a:moveTo>
                    <a:lnTo>
                      <a:pt x="1" y="644"/>
                    </a:lnTo>
                    <a:lnTo>
                      <a:pt x="1668" y="2739"/>
                    </a:lnTo>
                    <a:cubicBezTo>
                      <a:pt x="1668" y="2739"/>
                      <a:pt x="1680" y="2751"/>
                      <a:pt x="1680" y="2751"/>
                    </a:cubicBezTo>
                    <a:cubicBezTo>
                      <a:pt x="1954" y="3096"/>
                      <a:pt x="2227" y="3453"/>
                      <a:pt x="2549" y="3799"/>
                    </a:cubicBezTo>
                    <a:lnTo>
                      <a:pt x="3013" y="4323"/>
                    </a:lnTo>
                    <a:cubicBezTo>
                      <a:pt x="3168" y="4489"/>
                      <a:pt x="3347" y="4644"/>
                      <a:pt x="3513" y="4811"/>
                    </a:cubicBezTo>
                    <a:lnTo>
                      <a:pt x="4228" y="4049"/>
                    </a:lnTo>
                    <a:cubicBezTo>
                      <a:pt x="4073" y="3894"/>
                      <a:pt x="3906" y="3763"/>
                      <a:pt x="3751" y="3608"/>
                    </a:cubicBezTo>
                    <a:lnTo>
                      <a:pt x="3335" y="3120"/>
                    </a:lnTo>
                    <a:cubicBezTo>
                      <a:pt x="3049" y="2810"/>
                      <a:pt x="2763" y="2453"/>
                      <a:pt x="2489" y="2108"/>
                    </a:cubicBezTo>
                    <a:lnTo>
                      <a:pt x="811"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1" name="Google Shape;181;p27"/>
              <p:cNvSpPr/>
              <p:nvPr/>
            </p:nvSpPr>
            <p:spPr>
              <a:xfrm>
                <a:off x="4264359" y="4030857"/>
                <a:ext cx="115845" cy="135408"/>
              </a:xfrm>
              <a:custGeom>
                <a:rect b="b" l="l" r="r" t="t"/>
                <a:pathLst>
                  <a:path extrusionOk="0" h="4859" w="4157">
                    <a:moveTo>
                      <a:pt x="811" y="1"/>
                    </a:moveTo>
                    <a:lnTo>
                      <a:pt x="1" y="656"/>
                    </a:lnTo>
                    <a:lnTo>
                      <a:pt x="3347" y="4858"/>
                    </a:lnTo>
                    <a:lnTo>
                      <a:pt x="4156" y="4204"/>
                    </a:lnTo>
                    <a:lnTo>
                      <a:pt x="811"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2" name="Google Shape;182;p27"/>
              <p:cNvSpPr/>
              <p:nvPr/>
            </p:nvSpPr>
            <p:spPr>
              <a:xfrm>
                <a:off x="4051681" y="3888849"/>
                <a:ext cx="148367" cy="81317"/>
              </a:xfrm>
              <a:custGeom>
                <a:rect b="b" l="l" r="r" t="t"/>
                <a:pathLst>
                  <a:path extrusionOk="0" h="2918" w="5324">
                    <a:moveTo>
                      <a:pt x="168" y="1"/>
                    </a:moveTo>
                    <a:lnTo>
                      <a:pt x="1" y="1013"/>
                    </a:lnTo>
                    <a:cubicBezTo>
                      <a:pt x="215" y="1061"/>
                      <a:pt x="430" y="1072"/>
                      <a:pt x="632" y="1132"/>
                    </a:cubicBezTo>
                    <a:lnTo>
                      <a:pt x="1251" y="1299"/>
                    </a:lnTo>
                    <a:cubicBezTo>
                      <a:pt x="1680" y="1382"/>
                      <a:pt x="2073" y="1561"/>
                      <a:pt x="2477" y="1703"/>
                    </a:cubicBezTo>
                    <a:cubicBezTo>
                      <a:pt x="2680" y="1763"/>
                      <a:pt x="2870" y="1870"/>
                      <a:pt x="3061" y="1965"/>
                    </a:cubicBezTo>
                    <a:lnTo>
                      <a:pt x="3632" y="2239"/>
                    </a:lnTo>
                    <a:cubicBezTo>
                      <a:pt x="4001" y="2465"/>
                      <a:pt x="4371" y="2680"/>
                      <a:pt x="4728" y="2918"/>
                    </a:cubicBezTo>
                    <a:lnTo>
                      <a:pt x="5323" y="2061"/>
                    </a:lnTo>
                    <a:cubicBezTo>
                      <a:pt x="4930" y="1811"/>
                      <a:pt x="4537" y="1561"/>
                      <a:pt x="4132" y="1334"/>
                    </a:cubicBezTo>
                    <a:lnTo>
                      <a:pt x="3501" y="1025"/>
                    </a:lnTo>
                    <a:cubicBezTo>
                      <a:pt x="3287" y="930"/>
                      <a:pt x="3085" y="811"/>
                      <a:pt x="2858" y="739"/>
                    </a:cubicBezTo>
                    <a:cubicBezTo>
                      <a:pt x="2418" y="584"/>
                      <a:pt x="1989" y="394"/>
                      <a:pt x="1537" y="299"/>
                    </a:cubicBezTo>
                    <a:lnTo>
                      <a:pt x="858" y="120"/>
                    </a:lnTo>
                    <a:cubicBezTo>
                      <a:pt x="632" y="60"/>
                      <a:pt x="394" y="37"/>
                      <a:pt x="168" y="1"/>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3" name="Google Shape;183;p27"/>
              <p:cNvSpPr/>
              <p:nvPr/>
            </p:nvSpPr>
            <p:spPr>
              <a:xfrm>
                <a:off x="3792243" y="3889853"/>
                <a:ext cx="147335" cy="84634"/>
              </a:xfrm>
              <a:custGeom>
                <a:rect b="b" l="l" r="r" t="t"/>
                <a:pathLst>
                  <a:path extrusionOk="0" h="3037" w="5287">
                    <a:moveTo>
                      <a:pt x="5096" y="1"/>
                    </a:moveTo>
                    <a:cubicBezTo>
                      <a:pt x="3263" y="346"/>
                      <a:pt x="1512" y="1108"/>
                      <a:pt x="0" y="2203"/>
                    </a:cubicBezTo>
                    <a:lnTo>
                      <a:pt x="608" y="3037"/>
                    </a:lnTo>
                    <a:cubicBezTo>
                      <a:pt x="2001" y="2037"/>
                      <a:pt x="3608" y="1334"/>
                      <a:pt x="5287" y="1013"/>
                    </a:cubicBezTo>
                    <a:lnTo>
                      <a:pt x="5096"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4" name="Google Shape;184;p27"/>
              <p:cNvSpPr/>
              <p:nvPr/>
            </p:nvSpPr>
            <p:spPr>
              <a:xfrm>
                <a:off x="3582213" y="4024225"/>
                <a:ext cx="135074" cy="115817"/>
              </a:xfrm>
              <a:custGeom>
                <a:rect b="b" l="l" r="r" t="t"/>
                <a:pathLst>
                  <a:path extrusionOk="0" h="4156" w="4847">
                    <a:moveTo>
                      <a:pt x="4204" y="1"/>
                    </a:moveTo>
                    <a:lnTo>
                      <a:pt x="2096" y="1667"/>
                    </a:lnTo>
                    <a:lnTo>
                      <a:pt x="1" y="3346"/>
                    </a:lnTo>
                    <a:lnTo>
                      <a:pt x="644" y="4156"/>
                    </a:lnTo>
                    <a:lnTo>
                      <a:pt x="2751" y="2477"/>
                    </a:lnTo>
                    <a:lnTo>
                      <a:pt x="2763" y="2465"/>
                    </a:lnTo>
                    <a:cubicBezTo>
                      <a:pt x="2775" y="2465"/>
                      <a:pt x="2775" y="2465"/>
                      <a:pt x="2787" y="2453"/>
                    </a:cubicBezTo>
                    <a:lnTo>
                      <a:pt x="2799" y="2453"/>
                    </a:lnTo>
                    <a:cubicBezTo>
                      <a:pt x="2811" y="2441"/>
                      <a:pt x="2822" y="2418"/>
                      <a:pt x="2834" y="2406"/>
                    </a:cubicBezTo>
                    <a:lnTo>
                      <a:pt x="4846" y="810"/>
                    </a:lnTo>
                    <a:lnTo>
                      <a:pt x="4204"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5" name="Google Shape;185;p27"/>
              <p:cNvSpPr/>
              <p:nvPr/>
            </p:nvSpPr>
            <p:spPr>
              <a:xfrm>
                <a:off x="3373186" y="4190449"/>
                <a:ext cx="135074" cy="115817"/>
              </a:xfrm>
              <a:custGeom>
                <a:rect b="b" l="l" r="r" t="t"/>
                <a:pathLst>
                  <a:path extrusionOk="0" h="4156" w="4847">
                    <a:moveTo>
                      <a:pt x="4204" y="1"/>
                    </a:moveTo>
                    <a:lnTo>
                      <a:pt x="1" y="3346"/>
                    </a:lnTo>
                    <a:lnTo>
                      <a:pt x="644" y="4156"/>
                    </a:lnTo>
                    <a:lnTo>
                      <a:pt x="4847" y="810"/>
                    </a:lnTo>
                    <a:lnTo>
                      <a:pt x="4204"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6" name="Google Shape;186;p27"/>
              <p:cNvSpPr/>
              <p:nvPr/>
            </p:nvSpPr>
            <p:spPr>
              <a:xfrm>
                <a:off x="2954797" y="4523567"/>
                <a:ext cx="135074" cy="115817"/>
              </a:xfrm>
              <a:custGeom>
                <a:rect b="b" l="l" r="r" t="t"/>
                <a:pathLst>
                  <a:path extrusionOk="0" h="4156" w="4847">
                    <a:moveTo>
                      <a:pt x="4204" y="0"/>
                    </a:moveTo>
                    <a:lnTo>
                      <a:pt x="1" y="3334"/>
                    </a:lnTo>
                    <a:lnTo>
                      <a:pt x="644" y="4156"/>
                    </a:lnTo>
                    <a:lnTo>
                      <a:pt x="4847" y="810"/>
                    </a:lnTo>
                    <a:lnTo>
                      <a:pt x="4204"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7" name="Google Shape;187;p27"/>
              <p:cNvSpPr/>
              <p:nvPr/>
            </p:nvSpPr>
            <p:spPr>
              <a:xfrm>
                <a:off x="2954491" y="4523567"/>
                <a:ext cx="135046" cy="115817"/>
              </a:xfrm>
              <a:custGeom>
                <a:rect b="b" l="l" r="r" t="t"/>
                <a:pathLst>
                  <a:path extrusionOk="0" h="4156" w="4846">
                    <a:moveTo>
                      <a:pt x="4203" y="0"/>
                    </a:moveTo>
                    <a:lnTo>
                      <a:pt x="0" y="3346"/>
                    </a:lnTo>
                    <a:lnTo>
                      <a:pt x="643" y="4156"/>
                    </a:lnTo>
                    <a:lnTo>
                      <a:pt x="4846" y="810"/>
                    </a:lnTo>
                    <a:lnTo>
                      <a:pt x="4203"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8" name="Google Shape;188;p27"/>
              <p:cNvSpPr/>
              <p:nvPr/>
            </p:nvSpPr>
            <p:spPr>
              <a:xfrm>
                <a:off x="3163824" y="4357008"/>
                <a:ext cx="135074" cy="115817"/>
              </a:xfrm>
              <a:custGeom>
                <a:rect b="b" l="l" r="r" t="t"/>
                <a:pathLst>
                  <a:path extrusionOk="0" h="4156" w="4847">
                    <a:moveTo>
                      <a:pt x="4204" y="1"/>
                    </a:moveTo>
                    <a:lnTo>
                      <a:pt x="2096" y="1679"/>
                    </a:lnTo>
                    <a:lnTo>
                      <a:pt x="1" y="3346"/>
                    </a:lnTo>
                    <a:lnTo>
                      <a:pt x="644" y="4156"/>
                    </a:lnTo>
                    <a:lnTo>
                      <a:pt x="2751" y="2489"/>
                    </a:lnTo>
                    <a:lnTo>
                      <a:pt x="4847" y="810"/>
                    </a:lnTo>
                    <a:lnTo>
                      <a:pt x="4204"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89" name="Google Shape;189;p27"/>
              <p:cNvSpPr/>
              <p:nvPr/>
            </p:nvSpPr>
            <p:spPr>
              <a:xfrm>
                <a:off x="3372851" y="4190784"/>
                <a:ext cx="135074" cy="115817"/>
              </a:xfrm>
              <a:custGeom>
                <a:rect b="b" l="l" r="r" t="t"/>
                <a:pathLst>
                  <a:path extrusionOk="0" h="4156" w="4847">
                    <a:moveTo>
                      <a:pt x="4204" y="1"/>
                    </a:moveTo>
                    <a:lnTo>
                      <a:pt x="1" y="3346"/>
                    </a:lnTo>
                    <a:lnTo>
                      <a:pt x="644" y="4156"/>
                    </a:lnTo>
                    <a:lnTo>
                      <a:pt x="4847" y="810"/>
                    </a:lnTo>
                    <a:lnTo>
                      <a:pt x="4204"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0" name="Google Shape;190;p27"/>
              <p:cNvSpPr/>
              <p:nvPr/>
            </p:nvSpPr>
            <p:spPr>
              <a:xfrm>
                <a:off x="2346303" y="4999026"/>
                <a:ext cx="135074" cy="115817"/>
              </a:xfrm>
              <a:custGeom>
                <a:rect b="b" l="l" r="r" t="t"/>
                <a:pathLst>
                  <a:path extrusionOk="0" h="4156" w="4847">
                    <a:moveTo>
                      <a:pt x="4204" y="0"/>
                    </a:moveTo>
                    <a:lnTo>
                      <a:pt x="1" y="3346"/>
                    </a:lnTo>
                    <a:lnTo>
                      <a:pt x="644" y="4155"/>
                    </a:lnTo>
                    <a:lnTo>
                      <a:pt x="4847" y="810"/>
                    </a:lnTo>
                    <a:lnTo>
                      <a:pt x="4204"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1" name="Google Shape;191;p27"/>
              <p:cNvSpPr/>
              <p:nvPr/>
            </p:nvSpPr>
            <p:spPr>
              <a:xfrm>
                <a:off x="2555664" y="4832468"/>
                <a:ext cx="135074" cy="115817"/>
              </a:xfrm>
              <a:custGeom>
                <a:rect b="b" l="l" r="r" t="t"/>
                <a:pathLst>
                  <a:path extrusionOk="0" h="4156" w="4847">
                    <a:moveTo>
                      <a:pt x="4204" y="0"/>
                    </a:moveTo>
                    <a:lnTo>
                      <a:pt x="2096" y="1679"/>
                    </a:lnTo>
                    <a:lnTo>
                      <a:pt x="1" y="3346"/>
                    </a:lnTo>
                    <a:lnTo>
                      <a:pt x="644" y="4155"/>
                    </a:lnTo>
                    <a:lnTo>
                      <a:pt x="2739" y="2489"/>
                    </a:lnTo>
                    <a:lnTo>
                      <a:pt x="4847" y="822"/>
                    </a:lnTo>
                    <a:lnTo>
                      <a:pt x="4204"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2" name="Google Shape;192;p27"/>
              <p:cNvSpPr/>
              <p:nvPr/>
            </p:nvSpPr>
            <p:spPr>
              <a:xfrm>
                <a:off x="2764691" y="4666243"/>
                <a:ext cx="135074" cy="115817"/>
              </a:xfrm>
              <a:custGeom>
                <a:rect b="b" l="l" r="r" t="t"/>
                <a:pathLst>
                  <a:path extrusionOk="0" h="4156" w="4847">
                    <a:moveTo>
                      <a:pt x="4204" y="0"/>
                    </a:moveTo>
                    <a:lnTo>
                      <a:pt x="1" y="3346"/>
                    </a:lnTo>
                    <a:lnTo>
                      <a:pt x="644" y="4155"/>
                    </a:lnTo>
                    <a:lnTo>
                      <a:pt x="4846" y="810"/>
                    </a:lnTo>
                    <a:lnTo>
                      <a:pt x="4204"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3" name="Google Shape;193;p27"/>
              <p:cNvSpPr/>
              <p:nvPr/>
            </p:nvSpPr>
            <p:spPr>
              <a:xfrm>
                <a:off x="3582213" y="4024225"/>
                <a:ext cx="135074" cy="115817"/>
              </a:xfrm>
              <a:custGeom>
                <a:rect b="b" l="l" r="r" t="t"/>
                <a:pathLst>
                  <a:path extrusionOk="0" h="4156" w="4847">
                    <a:moveTo>
                      <a:pt x="4204" y="1"/>
                    </a:moveTo>
                    <a:lnTo>
                      <a:pt x="2096" y="1667"/>
                    </a:lnTo>
                    <a:lnTo>
                      <a:pt x="1" y="3346"/>
                    </a:lnTo>
                    <a:lnTo>
                      <a:pt x="644" y="4156"/>
                    </a:lnTo>
                    <a:lnTo>
                      <a:pt x="2751" y="2477"/>
                    </a:lnTo>
                    <a:lnTo>
                      <a:pt x="2763" y="2465"/>
                    </a:lnTo>
                    <a:cubicBezTo>
                      <a:pt x="2775" y="2465"/>
                      <a:pt x="2775" y="2465"/>
                      <a:pt x="2787" y="2453"/>
                    </a:cubicBezTo>
                    <a:lnTo>
                      <a:pt x="2799" y="2453"/>
                    </a:lnTo>
                    <a:cubicBezTo>
                      <a:pt x="2811" y="2441"/>
                      <a:pt x="2822" y="2418"/>
                      <a:pt x="2834" y="2406"/>
                    </a:cubicBezTo>
                    <a:lnTo>
                      <a:pt x="4846" y="810"/>
                    </a:lnTo>
                    <a:lnTo>
                      <a:pt x="4204"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4" name="Google Shape;194;p27"/>
              <p:cNvSpPr/>
              <p:nvPr/>
            </p:nvSpPr>
            <p:spPr>
              <a:xfrm>
                <a:off x="3792243" y="3889853"/>
                <a:ext cx="147335" cy="84634"/>
              </a:xfrm>
              <a:custGeom>
                <a:rect b="b" l="l" r="r" t="t"/>
                <a:pathLst>
                  <a:path extrusionOk="0" h="3037" w="5287">
                    <a:moveTo>
                      <a:pt x="5096" y="1"/>
                    </a:moveTo>
                    <a:cubicBezTo>
                      <a:pt x="3263" y="346"/>
                      <a:pt x="1512" y="1108"/>
                      <a:pt x="0" y="2203"/>
                    </a:cubicBezTo>
                    <a:lnTo>
                      <a:pt x="608" y="3037"/>
                    </a:lnTo>
                    <a:cubicBezTo>
                      <a:pt x="2001" y="2037"/>
                      <a:pt x="3608" y="1334"/>
                      <a:pt x="5287" y="1013"/>
                    </a:cubicBezTo>
                    <a:lnTo>
                      <a:pt x="5096"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5" name="Google Shape;195;p27"/>
              <p:cNvSpPr/>
              <p:nvPr/>
            </p:nvSpPr>
            <p:spPr>
              <a:xfrm>
                <a:off x="4264024" y="4031192"/>
                <a:ext cx="115845" cy="135074"/>
              </a:xfrm>
              <a:custGeom>
                <a:rect b="b" l="l" r="r" t="t"/>
                <a:pathLst>
                  <a:path extrusionOk="0" h="4847" w="4157">
                    <a:moveTo>
                      <a:pt x="811" y="1"/>
                    </a:moveTo>
                    <a:lnTo>
                      <a:pt x="1" y="644"/>
                    </a:lnTo>
                    <a:lnTo>
                      <a:pt x="3347" y="4846"/>
                    </a:lnTo>
                    <a:lnTo>
                      <a:pt x="4156" y="4204"/>
                    </a:lnTo>
                    <a:lnTo>
                      <a:pt x="811"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6" name="Google Shape;196;p27"/>
              <p:cNvSpPr/>
              <p:nvPr/>
            </p:nvSpPr>
            <p:spPr>
              <a:xfrm>
                <a:off x="4430583" y="4240219"/>
                <a:ext cx="117824" cy="134071"/>
              </a:xfrm>
              <a:custGeom>
                <a:rect b="b" l="l" r="r" t="t"/>
                <a:pathLst>
                  <a:path extrusionOk="0" h="4811" w="4228">
                    <a:moveTo>
                      <a:pt x="811" y="1"/>
                    </a:moveTo>
                    <a:lnTo>
                      <a:pt x="1" y="644"/>
                    </a:lnTo>
                    <a:lnTo>
                      <a:pt x="1668" y="2739"/>
                    </a:lnTo>
                    <a:cubicBezTo>
                      <a:pt x="1668" y="2739"/>
                      <a:pt x="1680" y="2751"/>
                      <a:pt x="1680" y="2751"/>
                    </a:cubicBezTo>
                    <a:cubicBezTo>
                      <a:pt x="1954" y="3096"/>
                      <a:pt x="2227" y="3453"/>
                      <a:pt x="2549" y="3799"/>
                    </a:cubicBezTo>
                    <a:lnTo>
                      <a:pt x="3013" y="4323"/>
                    </a:lnTo>
                    <a:cubicBezTo>
                      <a:pt x="3168" y="4489"/>
                      <a:pt x="3347" y="4644"/>
                      <a:pt x="3513" y="4811"/>
                    </a:cubicBezTo>
                    <a:lnTo>
                      <a:pt x="4228" y="4049"/>
                    </a:lnTo>
                    <a:cubicBezTo>
                      <a:pt x="4073" y="3894"/>
                      <a:pt x="3906" y="3763"/>
                      <a:pt x="3751" y="3608"/>
                    </a:cubicBezTo>
                    <a:lnTo>
                      <a:pt x="3335" y="3120"/>
                    </a:lnTo>
                    <a:cubicBezTo>
                      <a:pt x="3049" y="2810"/>
                      <a:pt x="2763" y="2453"/>
                      <a:pt x="2489" y="2108"/>
                    </a:cubicBezTo>
                    <a:lnTo>
                      <a:pt x="811"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7" name="Google Shape;197;p27"/>
              <p:cNvSpPr/>
              <p:nvPr/>
            </p:nvSpPr>
            <p:spPr>
              <a:xfrm>
                <a:off x="4630330" y="4414748"/>
                <a:ext cx="151655" cy="56822"/>
              </a:xfrm>
              <a:custGeom>
                <a:rect b="b" l="l" r="r" t="t"/>
                <a:pathLst>
                  <a:path extrusionOk="0" h="2039" w="5442">
                    <a:moveTo>
                      <a:pt x="405" y="0"/>
                    </a:moveTo>
                    <a:lnTo>
                      <a:pt x="0" y="953"/>
                    </a:lnTo>
                    <a:cubicBezTo>
                      <a:pt x="1626" y="1680"/>
                      <a:pt x="3403" y="2039"/>
                      <a:pt x="5187" y="2039"/>
                    </a:cubicBezTo>
                    <a:cubicBezTo>
                      <a:pt x="5272" y="2039"/>
                      <a:pt x="5357" y="2038"/>
                      <a:pt x="5442" y="2036"/>
                    </a:cubicBezTo>
                    <a:lnTo>
                      <a:pt x="5418" y="1000"/>
                    </a:lnTo>
                    <a:cubicBezTo>
                      <a:pt x="5359" y="1001"/>
                      <a:pt x="5300" y="1002"/>
                      <a:pt x="5241" y="1002"/>
                    </a:cubicBezTo>
                    <a:cubicBezTo>
                      <a:pt x="3585" y="1002"/>
                      <a:pt x="1923" y="679"/>
                      <a:pt x="405" y="0"/>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8" name="Google Shape;198;p27"/>
              <p:cNvSpPr/>
              <p:nvPr/>
            </p:nvSpPr>
            <p:spPr>
              <a:xfrm>
                <a:off x="4891775" y="4346056"/>
                <a:ext cx="140369" cy="103556"/>
              </a:xfrm>
              <a:custGeom>
                <a:rect b="b" l="l" r="r" t="t"/>
                <a:pathLst>
                  <a:path extrusionOk="0" h="3716" w="5037">
                    <a:moveTo>
                      <a:pt x="4311" y="1"/>
                    </a:moveTo>
                    <a:cubicBezTo>
                      <a:pt x="4001" y="298"/>
                      <a:pt x="3668" y="572"/>
                      <a:pt x="3346" y="858"/>
                    </a:cubicBezTo>
                    <a:cubicBezTo>
                      <a:pt x="3001" y="1108"/>
                      <a:pt x="2656" y="1358"/>
                      <a:pt x="2299" y="1608"/>
                    </a:cubicBezTo>
                    <a:cubicBezTo>
                      <a:pt x="1929" y="1810"/>
                      <a:pt x="1560" y="2049"/>
                      <a:pt x="1179" y="2239"/>
                    </a:cubicBezTo>
                    <a:lnTo>
                      <a:pt x="596" y="2501"/>
                    </a:lnTo>
                    <a:cubicBezTo>
                      <a:pt x="394" y="2584"/>
                      <a:pt x="203" y="2680"/>
                      <a:pt x="1" y="2739"/>
                    </a:cubicBezTo>
                    <a:lnTo>
                      <a:pt x="358" y="3715"/>
                    </a:lnTo>
                    <a:cubicBezTo>
                      <a:pt x="584" y="3644"/>
                      <a:pt x="786" y="3537"/>
                      <a:pt x="1001" y="3453"/>
                    </a:cubicBezTo>
                    <a:lnTo>
                      <a:pt x="1644" y="3168"/>
                    </a:lnTo>
                    <a:cubicBezTo>
                      <a:pt x="2060" y="2953"/>
                      <a:pt x="2453" y="2703"/>
                      <a:pt x="2858" y="2477"/>
                    </a:cubicBezTo>
                    <a:cubicBezTo>
                      <a:pt x="3239" y="2215"/>
                      <a:pt x="3620" y="1941"/>
                      <a:pt x="4001" y="1668"/>
                    </a:cubicBezTo>
                    <a:cubicBezTo>
                      <a:pt x="4346" y="1358"/>
                      <a:pt x="4704" y="1060"/>
                      <a:pt x="5037" y="739"/>
                    </a:cubicBezTo>
                    <a:lnTo>
                      <a:pt x="4311"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199" name="Google Shape;199;p27"/>
              <p:cNvSpPr/>
              <p:nvPr/>
            </p:nvSpPr>
            <p:spPr>
              <a:xfrm>
                <a:off x="5076920" y="4116464"/>
                <a:ext cx="63064" cy="150986"/>
              </a:xfrm>
              <a:custGeom>
                <a:rect b="b" l="l" r="r" t="t"/>
                <a:pathLst>
                  <a:path extrusionOk="0" h="5418" w="2263">
                    <a:moveTo>
                      <a:pt x="1215" y="1"/>
                    </a:moveTo>
                    <a:cubicBezTo>
                      <a:pt x="1167" y="1715"/>
                      <a:pt x="750" y="3418"/>
                      <a:pt x="0" y="4965"/>
                    </a:cubicBezTo>
                    <a:lnTo>
                      <a:pt x="941" y="5418"/>
                    </a:lnTo>
                    <a:cubicBezTo>
                      <a:pt x="1751" y="3739"/>
                      <a:pt x="2203" y="1894"/>
                      <a:pt x="2262" y="24"/>
                    </a:cubicBezTo>
                    <a:lnTo>
                      <a:pt x="1215"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0" name="Google Shape;200;p27"/>
              <p:cNvSpPr/>
              <p:nvPr/>
            </p:nvSpPr>
            <p:spPr>
              <a:xfrm>
                <a:off x="4857276" y="3653293"/>
                <a:ext cx="115483" cy="135408"/>
              </a:xfrm>
              <a:custGeom>
                <a:rect b="b" l="l" r="r" t="t"/>
                <a:pathLst>
                  <a:path extrusionOk="0" h="4859" w="4144">
                    <a:moveTo>
                      <a:pt x="810" y="0"/>
                    </a:moveTo>
                    <a:lnTo>
                      <a:pt x="0" y="643"/>
                    </a:lnTo>
                    <a:lnTo>
                      <a:pt x="3334" y="4858"/>
                    </a:lnTo>
                    <a:lnTo>
                      <a:pt x="4144" y="4215"/>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1" name="Google Shape;201;p27"/>
              <p:cNvSpPr/>
              <p:nvPr/>
            </p:nvSpPr>
            <p:spPr>
              <a:xfrm>
                <a:off x="4691052" y="3443932"/>
                <a:ext cx="115817" cy="135408"/>
              </a:xfrm>
              <a:custGeom>
                <a:rect b="b" l="l" r="r" t="t"/>
                <a:pathLst>
                  <a:path extrusionOk="0" h="4859" w="4156">
                    <a:moveTo>
                      <a:pt x="822" y="1"/>
                    </a:moveTo>
                    <a:lnTo>
                      <a:pt x="0" y="644"/>
                    </a:lnTo>
                    <a:lnTo>
                      <a:pt x="1667" y="2751"/>
                    </a:lnTo>
                    <a:lnTo>
                      <a:pt x="3346" y="4858"/>
                    </a:lnTo>
                    <a:lnTo>
                      <a:pt x="4156" y="4215"/>
                    </a:lnTo>
                    <a:lnTo>
                      <a:pt x="2489" y="2108"/>
                    </a:lnTo>
                    <a:lnTo>
                      <a:pt x="822"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2" name="Google Shape;202;p27"/>
              <p:cNvSpPr/>
              <p:nvPr/>
            </p:nvSpPr>
            <p:spPr>
              <a:xfrm>
                <a:off x="4524828" y="3234570"/>
                <a:ext cx="115817" cy="135074"/>
              </a:xfrm>
              <a:custGeom>
                <a:rect b="b" l="l" r="r" t="t"/>
                <a:pathLst>
                  <a:path extrusionOk="0" h="4847" w="4156">
                    <a:moveTo>
                      <a:pt x="822" y="1"/>
                    </a:moveTo>
                    <a:lnTo>
                      <a:pt x="0" y="644"/>
                    </a:lnTo>
                    <a:lnTo>
                      <a:pt x="3346" y="4847"/>
                    </a:lnTo>
                    <a:lnTo>
                      <a:pt x="4156" y="4204"/>
                    </a:lnTo>
                    <a:lnTo>
                      <a:pt x="822"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3" name="Google Shape;203;p27"/>
              <p:cNvSpPr/>
              <p:nvPr/>
            </p:nvSpPr>
            <p:spPr>
              <a:xfrm>
                <a:off x="4358938" y="3024902"/>
                <a:ext cx="115817" cy="135380"/>
              </a:xfrm>
              <a:custGeom>
                <a:rect b="b" l="l" r="r" t="t"/>
                <a:pathLst>
                  <a:path extrusionOk="0" h="4858" w="4156">
                    <a:moveTo>
                      <a:pt x="810" y="0"/>
                    </a:moveTo>
                    <a:lnTo>
                      <a:pt x="0" y="655"/>
                    </a:lnTo>
                    <a:lnTo>
                      <a:pt x="1667" y="2750"/>
                    </a:lnTo>
                    <a:lnTo>
                      <a:pt x="3334" y="4858"/>
                    </a:lnTo>
                    <a:lnTo>
                      <a:pt x="4155" y="4215"/>
                    </a:lnTo>
                    <a:lnTo>
                      <a:pt x="2489" y="2107"/>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4" name="Google Shape;204;p27"/>
              <p:cNvSpPr/>
              <p:nvPr/>
            </p:nvSpPr>
            <p:spPr>
              <a:xfrm>
                <a:off x="4193355" y="2815540"/>
                <a:ext cx="115176" cy="135380"/>
              </a:xfrm>
              <a:custGeom>
                <a:rect b="b" l="l" r="r" t="t"/>
                <a:pathLst>
                  <a:path extrusionOk="0" h="4858" w="4133">
                    <a:moveTo>
                      <a:pt x="858" y="0"/>
                    </a:moveTo>
                    <a:lnTo>
                      <a:pt x="1" y="584"/>
                    </a:lnTo>
                    <a:lnTo>
                      <a:pt x="406" y="1143"/>
                    </a:lnTo>
                    <a:cubicBezTo>
                      <a:pt x="537" y="1346"/>
                      <a:pt x="680" y="1524"/>
                      <a:pt x="822" y="1703"/>
                    </a:cubicBezTo>
                    <a:lnTo>
                      <a:pt x="1656" y="2751"/>
                    </a:lnTo>
                    <a:lnTo>
                      <a:pt x="3323" y="4858"/>
                    </a:lnTo>
                    <a:lnTo>
                      <a:pt x="4132" y="4215"/>
                    </a:lnTo>
                    <a:lnTo>
                      <a:pt x="2466" y="2108"/>
                    </a:lnTo>
                    <a:lnTo>
                      <a:pt x="1632" y="1060"/>
                    </a:lnTo>
                    <a:cubicBezTo>
                      <a:pt x="1489" y="881"/>
                      <a:pt x="1358" y="703"/>
                      <a:pt x="1239" y="524"/>
                    </a:cubicBezTo>
                    <a:lnTo>
                      <a:pt x="858"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5" name="Google Shape;205;p27"/>
              <p:cNvSpPr/>
              <p:nvPr/>
            </p:nvSpPr>
            <p:spPr>
              <a:xfrm>
                <a:off x="4179421" y="2336096"/>
                <a:ext cx="120471" cy="129445"/>
              </a:xfrm>
              <a:custGeom>
                <a:rect b="b" l="l" r="r" t="t"/>
                <a:pathLst>
                  <a:path extrusionOk="0" h="4645" w="4323">
                    <a:moveTo>
                      <a:pt x="3716" y="1"/>
                    </a:moveTo>
                    <a:cubicBezTo>
                      <a:pt x="2204" y="1096"/>
                      <a:pt x="930" y="2513"/>
                      <a:pt x="1" y="4132"/>
                    </a:cubicBezTo>
                    <a:lnTo>
                      <a:pt x="906" y="4644"/>
                    </a:lnTo>
                    <a:cubicBezTo>
                      <a:pt x="1751" y="3144"/>
                      <a:pt x="2930" y="1846"/>
                      <a:pt x="4323" y="834"/>
                    </a:cubicBezTo>
                    <a:lnTo>
                      <a:pt x="3716"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6" name="Google Shape;206;p27"/>
              <p:cNvSpPr/>
              <p:nvPr/>
            </p:nvSpPr>
            <p:spPr>
              <a:xfrm>
                <a:off x="4391765" y="2266680"/>
                <a:ext cx="154330" cy="42916"/>
              </a:xfrm>
              <a:custGeom>
                <a:rect b="b" l="l" r="r" t="t"/>
                <a:pathLst>
                  <a:path extrusionOk="0" h="1540" w="5538">
                    <a:moveTo>
                      <a:pt x="3945" y="1"/>
                    </a:moveTo>
                    <a:cubicBezTo>
                      <a:pt x="3547" y="1"/>
                      <a:pt x="3149" y="27"/>
                      <a:pt x="2751" y="27"/>
                    </a:cubicBezTo>
                    <a:cubicBezTo>
                      <a:pt x="2287" y="87"/>
                      <a:pt x="1823" y="134"/>
                      <a:pt x="1358" y="218"/>
                    </a:cubicBezTo>
                    <a:lnTo>
                      <a:pt x="680" y="372"/>
                    </a:lnTo>
                    <a:cubicBezTo>
                      <a:pt x="453" y="420"/>
                      <a:pt x="227" y="468"/>
                      <a:pt x="1" y="551"/>
                    </a:cubicBezTo>
                    <a:lnTo>
                      <a:pt x="299" y="1539"/>
                    </a:lnTo>
                    <a:cubicBezTo>
                      <a:pt x="501" y="1468"/>
                      <a:pt x="715" y="1432"/>
                      <a:pt x="930" y="1373"/>
                    </a:cubicBezTo>
                    <a:lnTo>
                      <a:pt x="1549" y="1230"/>
                    </a:lnTo>
                    <a:cubicBezTo>
                      <a:pt x="1977" y="1158"/>
                      <a:pt x="2406" y="1123"/>
                      <a:pt x="2823" y="1063"/>
                    </a:cubicBezTo>
                    <a:cubicBezTo>
                      <a:pt x="3190" y="1063"/>
                      <a:pt x="3566" y="1037"/>
                      <a:pt x="3929" y="1037"/>
                    </a:cubicBezTo>
                    <a:cubicBezTo>
                      <a:pt x="3989" y="1037"/>
                      <a:pt x="4049" y="1037"/>
                      <a:pt x="4109" y="1039"/>
                    </a:cubicBezTo>
                    <a:lnTo>
                      <a:pt x="4751" y="1087"/>
                    </a:lnTo>
                    <a:lnTo>
                      <a:pt x="5073" y="1111"/>
                    </a:lnTo>
                    <a:cubicBezTo>
                      <a:pt x="5180" y="1123"/>
                      <a:pt x="5287" y="1134"/>
                      <a:pt x="5394" y="1158"/>
                    </a:cubicBezTo>
                    <a:lnTo>
                      <a:pt x="5537" y="134"/>
                    </a:lnTo>
                    <a:cubicBezTo>
                      <a:pt x="5418" y="111"/>
                      <a:pt x="5311" y="87"/>
                      <a:pt x="5192" y="75"/>
                    </a:cubicBezTo>
                    <a:lnTo>
                      <a:pt x="4847" y="51"/>
                    </a:lnTo>
                    <a:lnTo>
                      <a:pt x="4144" y="3"/>
                    </a:lnTo>
                    <a:cubicBezTo>
                      <a:pt x="4078" y="2"/>
                      <a:pt x="4012" y="1"/>
                      <a:pt x="3945" y="1"/>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7" name="Google Shape;207;p27"/>
              <p:cNvSpPr/>
              <p:nvPr/>
            </p:nvSpPr>
            <p:spPr>
              <a:xfrm>
                <a:off x="4132327" y="2565688"/>
                <a:ext cx="39516" cy="154665"/>
              </a:xfrm>
              <a:custGeom>
                <a:rect b="b" l="l" r="r" t="t"/>
                <a:pathLst>
                  <a:path extrusionOk="0" h="5550" w="1418">
                    <a:moveTo>
                      <a:pt x="215" y="1"/>
                    </a:moveTo>
                    <a:lnTo>
                      <a:pt x="107" y="691"/>
                    </a:lnTo>
                    <a:cubicBezTo>
                      <a:pt x="60" y="930"/>
                      <a:pt x="60" y="1156"/>
                      <a:pt x="48" y="1394"/>
                    </a:cubicBezTo>
                    <a:lnTo>
                      <a:pt x="0" y="2084"/>
                    </a:lnTo>
                    <a:lnTo>
                      <a:pt x="24" y="2787"/>
                    </a:lnTo>
                    <a:cubicBezTo>
                      <a:pt x="36" y="3025"/>
                      <a:pt x="24" y="3251"/>
                      <a:pt x="60" y="3489"/>
                    </a:cubicBezTo>
                    <a:lnTo>
                      <a:pt x="143" y="4180"/>
                    </a:lnTo>
                    <a:cubicBezTo>
                      <a:pt x="179" y="4644"/>
                      <a:pt x="322" y="5097"/>
                      <a:pt x="405" y="5549"/>
                    </a:cubicBezTo>
                    <a:lnTo>
                      <a:pt x="1417" y="5299"/>
                    </a:lnTo>
                    <a:cubicBezTo>
                      <a:pt x="1334" y="4871"/>
                      <a:pt x="1203" y="4466"/>
                      <a:pt x="1167" y="4037"/>
                    </a:cubicBezTo>
                    <a:lnTo>
                      <a:pt x="1084" y="3394"/>
                    </a:lnTo>
                    <a:cubicBezTo>
                      <a:pt x="1048" y="3180"/>
                      <a:pt x="1072" y="2966"/>
                      <a:pt x="1060" y="2751"/>
                    </a:cubicBezTo>
                    <a:lnTo>
                      <a:pt x="1036" y="2108"/>
                    </a:lnTo>
                    <a:lnTo>
                      <a:pt x="1072" y="1465"/>
                    </a:lnTo>
                    <a:cubicBezTo>
                      <a:pt x="1096" y="1251"/>
                      <a:pt x="1096" y="1037"/>
                      <a:pt x="1131" y="822"/>
                    </a:cubicBezTo>
                    <a:lnTo>
                      <a:pt x="1238" y="191"/>
                    </a:lnTo>
                    <a:lnTo>
                      <a:pt x="215"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8" name="Google Shape;208;p27"/>
              <p:cNvSpPr/>
              <p:nvPr/>
            </p:nvSpPr>
            <p:spPr>
              <a:xfrm>
                <a:off x="4649252" y="2306919"/>
                <a:ext cx="132398" cy="116152"/>
              </a:xfrm>
              <a:custGeom>
                <a:rect b="b" l="l" r="r" t="t"/>
                <a:pathLst>
                  <a:path extrusionOk="0" h="4168" w="4751">
                    <a:moveTo>
                      <a:pt x="464" y="0"/>
                    </a:moveTo>
                    <a:lnTo>
                      <a:pt x="0" y="929"/>
                    </a:lnTo>
                    <a:cubicBezTo>
                      <a:pt x="1524" y="1703"/>
                      <a:pt x="2881" y="2810"/>
                      <a:pt x="3941" y="4167"/>
                    </a:cubicBezTo>
                    <a:lnTo>
                      <a:pt x="4751" y="3524"/>
                    </a:lnTo>
                    <a:cubicBezTo>
                      <a:pt x="3608" y="2060"/>
                      <a:pt x="2131" y="845"/>
                      <a:pt x="464" y="0"/>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09" name="Google Shape;209;p27"/>
              <p:cNvSpPr/>
              <p:nvPr/>
            </p:nvSpPr>
            <p:spPr>
              <a:xfrm>
                <a:off x="4832391" y="2497360"/>
                <a:ext cx="115817" cy="135074"/>
              </a:xfrm>
              <a:custGeom>
                <a:rect b="b" l="l" r="r" t="t"/>
                <a:pathLst>
                  <a:path extrusionOk="0" h="4847" w="4156">
                    <a:moveTo>
                      <a:pt x="810" y="0"/>
                    </a:moveTo>
                    <a:lnTo>
                      <a:pt x="0" y="643"/>
                    </a:lnTo>
                    <a:lnTo>
                      <a:pt x="1643" y="2703"/>
                    </a:lnTo>
                    <a:cubicBezTo>
                      <a:pt x="1643" y="2727"/>
                      <a:pt x="1655" y="2739"/>
                      <a:pt x="1667" y="2751"/>
                    </a:cubicBezTo>
                    <a:cubicBezTo>
                      <a:pt x="1679" y="2762"/>
                      <a:pt x="1691" y="2774"/>
                      <a:pt x="1703" y="2774"/>
                    </a:cubicBezTo>
                    <a:lnTo>
                      <a:pt x="3346" y="4846"/>
                    </a:lnTo>
                    <a:lnTo>
                      <a:pt x="4156" y="4203"/>
                    </a:lnTo>
                    <a:lnTo>
                      <a:pt x="2489" y="2096"/>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0" name="Google Shape;210;p27"/>
              <p:cNvSpPr/>
              <p:nvPr/>
            </p:nvSpPr>
            <p:spPr>
              <a:xfrm>
                <a:off x="4998615" y="2706721"/>
                <a:ext cx="115817" cy="135046"/>
              </a:xfrm>
              <a:custGeom>
                <a:rect b="b" l="l" r="r" t="t"/>
                <a:pathLst>
                  <a:path extrusionOk="0" h="4846" w="4156">
                    <a:moveTo>
                      <a:pt x="810" y="0"/>
                    </a:moveTo>
                    <a:lnTo>
                      <a:pt x="0" y="643"/>
                    </a:lnTo>
                    <a:lnTo>
                      <a:pt x="3346" y="4846"/>
                    </a:lnTo>
                    <a:lnTo>
                      <a:pt x="4156" y="4203"/>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1" name="Google Shape;211;p27"/>
              <p:cNvSpPr/>
              <p:nvPr/>
            </p:nvSpPr>
            <p:spPr>
              <a:xfrm>
                <a:off x="5165174" y="2915414"/>
                <a:ext cx="115817" cy="135380"/>
              </a:xfrm>
              <a:custGeom>
                <a:rect b="b" l="l" r="r" t="t"/>
                <a:pathLst>
                  <a:path extrusionOk="0" h="4858" w="4156">
                    <a:moveTo>
                      <a:pt x="810" y="0"/>
                    </a:moveTo>
                    <a:lnTo>
                      <a:pt x="0" y="655"/>
                    </a:lnTo>
                    <a:lnTo>
                      <a:pt x="1679" y="2750"/>
                    </a:lnTo>
                    <a:lnTo>
                      <a:pt x="3346" y="4858"/>
                    </a:lnTo>
                    <a:lnTo>
                      <a:pt x="4156" y="4215"/>
                    </a:lnTo>
                    <a:lnTo>
                      <a:pt x="2489" y="2107"/>
                    </a:lnTo>
                    <a:cubicBezTo>
                      <a:pt x="2489" y="2107"/>
                      <a:pt x="2489" y="2107"/>
                      <a:pt x="2477" y="2096"/>
                    </a:cubicBez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2" name="Google Shape;212;p27"/>
              <p:cNvSpPr/>
              <p:nvPr/>
            </p:nvSpPr>
            <p:spPr>
              <a:xfrm>
                <a:off x="4470404" y="2296302"/>
                <a:ext cx="28" cy="0"/>
              </a:xfrm>
              <a:custGeom>
                <a:rect b="b" l="l" r="r" t="t"/>
                <a:pathLst>
                  <a:path extrusionOk="0" h="120000" w="1">
                    <a:moveTo>
                      <a:pt x="1" y="0"/>
                    </a:moveTo>
                    <a:lnTo>
                      <a:pt x="1"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3" name="Google Shape;213;p27"/>
              <p:cNvSpPr/>
              <p:nvPr/>
            </p:nvSpPr>
            <p:spPr>
              <a:xfrm>
                <a:off x="4470404" y="2296302"/>
                <a:ext cx="28" cy="0"/>
              </a:xfrm>
              <a:custGeom>
                <a:rect b="b" l="l" r="r" t="t"/>
                <a:pathLst>
                  <a:path extrusionOk="0" fill="none" h="120000" w="1">
                    <a:moveTo>
                      <a:pt x="1" y="0"/>
                    </a:moveTo>
                    <a:lnTo>
                      <a:pt x="1" y="0"/>
                    </a:lnTo>
                    <a:close/>
                  </a:path>
                </a:pathLst>
              </a:cu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4" name="Google Shape;214;p27"/>
              <p:cNvSpPr/>
              <p:nvPr/>
            </p:nvSpPr>
            <p:spPr>
              <a:xfrm>
                <a:off x="5331398" y="3124748"/>
                <a:ext cx="115817" cy="135408"/>
              </a:xfrm>
              <a:custGeom>
                <a:rect b="b" l="l" r="r" t="t"/>
                <a:pathLst>
                  <a:path extrusionOk="0" h="4859" w="4156">
                    <a:moveTo>
                      <a:pt x="810" y="1"/>
                    </a:moveTo>
                    <a:lnTo>
                      <a:pt x="0" y="656"/>
                    </a:lnTo>
                    <a:lnTo>
                      <a:pt x="3346" y="4859"/>
                    </a:lnTo>
                    <a:lnTo>
                      <a:pt x="4156" y="4204"/>
                    </a:ln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5" name="Google Shape;215;p27"/>
              <p:cNvSpPr/>
              <p:nvPr/>
            </p:nvSpPr>
            <p:spPr>
              <a:xfrm>
                <a:off x="5684411" y="3523574"/>
                <a:ext cx="149676" cy="74685"/>
              </a:xfrm>
              <a:custGeom>
                <a:rect b="b" l="l" r="r" t="t"/>
                <a:pathLst>
                  <a:path extrusionOk="0" h="2680" w="5371">
                    <a:moveTo>
                      <a:pt x="536" y="0"/>
                    </a:moveTo>
                    <a:lnTo>
                      <a:pt x="1" y="893"/>
                    </a:lnTo>
                    <a:cubicBezTo>
                      <a:pt x="1596" y="1846"/>
                      <a:pt x="3394" y="2465"/>
                      <a:pt x="5251" y="2679"/>
                    </a:cubicBezTo>
                    <a:lnTo>
                      <a:pt x="5370" y="1655"/>
                    </a:lnTo>
                    <a:cubicBezTo>
                      <a:pt x="3656" y="1453"/>
                      <a:pt x="2001" y="881"/>
                      <a:pt x="536" y="0"/>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6" name="Google Shape;216;p27"/>
              <p:cNvSpPr/>
              <p:nvPr/>
            </p:nvSpPr>
            <p:spPr>
              <a:xfrm>
                <a:off x="6157224" y="3295960"/>
                <a:ext cx="89260" cy="146360"/>
              </a:xfrm>
              <a:custGeom>
                <a:rect b="b" l="l" r="r" t="t"/>
                <a:pathLst>
                  <a:path extrusionOk="0" h="5252" w="3203">
                    <a:moveTo>
                      <a:pt x="2203" y="0"/>
                    </a:moveTo>
                    <a:cubicBezTo>
                      <a:pt x="1810" y="1679"/>
                      <a:pt x="1060" y="3263"/>
                      <a:pt x="0" y="4620"/>
                    </a:cubicBezTo>
                    <a:lnTo>
                      <a:pt x="822" y="5251"/>
                    </a:lnTo>
                    <a:cubicBezTo>
                      <a:pt x="1965" y="3775"/>
                      <a:pt x="2786" y="2048"/>
                      <a:pt x="3203" y="239"/>
                    </a:cubicBezTo>
                    <a:lnTo>
                      <a:pt x="2203"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7" name="Google Shape;217;p27"/>
              <p:cNvSpPr/>
              <p:nvPr/>
            </p:nvSpPr>
            <p:spPr>
              <a:xfrm>
                <a:off x="6180436" y="3034181"/>
                <a:ext cx="73682" cy="150011"/>
              </a:xfrm>
              <a:custGeom>
                <a:rect b="b" l="l" r="r" t="t"/>
                <a:pathLst>
                  <a:path extrusionOk="0" h="5383" w="2644">
                    <a:moveTo>
                      <a:pt x="882" y="0"/>
                    </a:moveTo>
                    <a:lnTo>
                      <a:pt x="0" y="536"/>
                    </a:lnTo>
                    <a:lnTo>
                      <a:pt x="322" y="1096"/>
                    </a:lnTo>
                    <a:cubicBezTo>
                      <a:pt x="429" y="1274"/>
                      <a:pt x="501" y="1489"/>
                      <a:pt x="596" y="1679"/>
                    </a:cubicBezTo>
                    <a:lnTo>
                      <a:pt x="858" y="2263"/>
                    </a:lnTo>
                    <a:cubicBezTo>
                      <a:pt x="929" y="2465"/>
                      <a:pt x="989" y="2667"/>
                      <a:pt x="1060" y="2870"/>
                    </a:cubicBezTo>
                    <a:cubicBezTo>
                      <a:pt x="1132" y="3072"/>
                      <a:pt x="1203" y="3275"/>
                      <a:pt x="1263" y="3489"/>
                    </a:cubicBezTo>
                    <a:lnTo>
                      <a:pt x="1405" y="4108"/>
                    </a:lnTo>
                    <a:cubicBezTo>
                      <a:pt x="1513" y="4525"/>
                      <a:pt x="1560" y="4953"/>
                      <a:pt x="1608" y="5382"/>
                    </a:cubicBezTo>
                    <a:lnTo>
                      <a:pt x="2644" y="5275"/>
                    </a:lnTo>
                    <a:cubicBezTo>
                      <a:pt x="2584" y="4811"/>
                      <a:pt x="2537" y="4346"/>
                      <a:pt x="2417" y="3894"/>
                    </a:cubicBezTo>
                    <a:lnTo>
                      <a:pt x="2263" y="3215"/>
                    </a:lnTo>
                    <a:cubicBezTo>
                      <a:pt x="2203" y="2989"/>
                      <a:pt x="2120" y="2763"/>
                      <a:pt x="2048" y="2548"/>
                    </a:cubicBezTo>
                    <a:cubicBezTo>
                      <a:pt x="1977" y="2322"/>
                      <a:pt x="1905" y="2096"/>
                      <a:pt x="1822" y="1882"/>
                    </a:cubicBezTo>
                    <a:lnTo>
                      <a:pt x="1536" y="1239"/>
                    </a:lnTo>
                    <a:cubicBezTo>
                      <a:pt x="1429" y="1036"/>
                      <a:pt x="1358" y="810"/>
                      <a:pt x="1239" y="608"/>
                    </a:cubicBezTo>
                    <a:lnTo>
                      <a:pt x="882"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8" name="Google Shape;218;p27"/>
              <p:cNvSpPr/>
              <p:nvPr/>
            </p:nvSpPr>
            <p:spPr>
              <a:xfrm>
                <a:off x="6017863" y="2821169"/>
                <a:ext cx="115817" cy="135074"/>
              </a:xfrm>
              <a:custGeom>
                <a:rect b="b" l="l" r="r" t="t"/>
                <a:pathLst>
                  <a:path extrusionOk="0" h="4847" w="4156">
                    <a:moveTo>
                      <a:pt x="810" y="1"/>
                    </a:moveTo>
                    <a:lnTo>
                      <a:pt x="0" y="644"/>
                    </a:lnTo>
                    <a:lnTo>
                      <a:pt x="3346" y="4846"/>
                    </a:lnTo>
                    <a:lnTo>
                      <a:pt x="4156" y="4204"/>
                    </a:ln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19" name="Google Shape;219;p27"/>
              <p:cNvSpPr/>
              <p:nvPr/>
            </p:nvSpPr>
            <p:spPr>
              <a:xfrm>
                <a:off x="5685415" y="2403115"/>
                <a:ext cx="115817" cy="135074"/>
              </a:xfrm>
              <a:custGeom>
                <a:rect b="b" l="l" r="r" t="t"/>
                <a:pathLst>
                  <a:path extrusionOk="0" h="4847" w="4156">
                    <a:moveTo>
                      <a:pt x="810" y="1"/>
                    </a:moveTo>
                    <a:lnTo>
                      <a:pt x="0" y="644"/>
                    </a:lnTo>
                    <a:lnTo>
                      <a:pt x="3334" y="4847"/>
                    </a:lnTo>
                    <a:lnTo>
                      <a:pt x="4156" y="4204"/>
                    </a:ln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0" name="Google Shape;220;p27"/>
              <p:cNvSpPr/>
              <p:nvPr/>
            </p:nvSpPr>
            <p:spPr>
              <a:xfrm>
                <a:off x="5352298" y="1984419"/>
                <a:ext cx="115817" cy="135380"/>
              </a:xfrm>
              <a:custGeom>
                <a:rect b="b" l="l" r="r" t="t"/>
                <a:pathLst>
                  <a:path extrusionOk="0" h="4858" w="4156">
                    <a:moveTo>
                      <a:pt x="810" y="0"/>
                    </a:moveTo>
                    <a:lnTo>
                      <a:pt x="0" y="655"/>
                    </a:lnTo>
                    <a:lnTo>
                      <a:pt x="3346" y="4858"/>
                    </a:lnTo>
                    <a:lnTo>
                      <a:pt x="4156" y="4203"/>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1" name="Google Shape;221;p27"/>
              <p:cNvSpPr/>
              <p:nvPr/>
            </p:nvSpPr>
            <p:spPr>
              <a:xfrm>
                <a:off x="6013544" y="3539152"/>
                <a:ext cx="28" cy="362"/>
              </a:xfrm>
              <a:custGeom>
                <a:rect b="b" l="l" r="r" t="t"/>
                <a:pathLst>
                  <a:path extrusionOk="0" h="13" w="1">
                    <a:moveTo>
                      <a:pt x="1" y="1"/>
                    </a:moveTo>
                    <a:lnTo>
                      <a:pt x="1" y="13"/>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2" name="Google Shape;222;p27"/>
              <p:cNvSpPr/>
              <p:nvPr/>
            </p:nvSpPr>
            <p:spPr>
              <a:xfrm>
                <a:off x="5211962" y="2992047"/>
                <a:ext cx="28" cy="28"/>
              </a:xfrm>
              <a:custGeom>
                <a:rect b="b" l="l" r="r" t="t"/>
                <a:pathLst>
                  <a:path extrusionOk="0" h="1" w="1">
                    <a:moveTo>
                      <a:pt x="0" y="0"/>
                    </a:moveTo>
                    <a:lnTo>
                      <a:pt x="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3" name="Google Shape;223;p27"/>
              <p:cNvSpPr/>
              <p:nvPr/>
            </p:nvSpPr>
            <p:spPr>
              <a:xfrm>
                <a:off x="6025833" y="3565709"/>
                <a:ext cx="1003" cy="1672"/>
              </a:xfrm>
              <a:custGeom>
                <a:rect b="b" l="l" r="r" t="t"/>
                <a:pathLst>
                  <a:path extrusionOk="0" h="60" w="36">
                    <a:moveTo>
                      <a:pt x="36" y="60"/>
                    </a:moveTo>
                    <a:lnTo>
                      <a:pt x="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4" name="Google Shape;224;p27"/>
              <p:cNvSpPr/>
              <p:nvPr/>
            </p:nvSpPr>
            <p:spPr>
              <a:xfrm>
                <a:off x="5945856" y="3502340"/>
                <a:ext cx="146695" cy="88619"/>
              </a:xfrm>
              <a:custGeom>
                <a:rect b="b" l="l" r="r" t="t"/>
                <a:pathLst>
                  <a:path extrusionOk="0" h="3180" w="5264">
                    <a:moveTo>
                      <a:pt x="4632" y="0"/>
                    </a:moveTo>
                    <a:cubicBezTo>
                      <a:pt x="3942" y="524"/>
                      <a:pt x="3215" y="976"/>
                      <a:pt x="2430" y="1334"/>
                    </a:cubicBezTo>
                    <a:cubicBezTo>
                      <a:pt x="2037" y="1512"/>
                      <a:pt x="1656" y="1703"/>
                      <a:pt x="1239" y="1822"/>
                    </a:cubicBezTo>
                    <a:lnTo>
                      <a:pt x="632" y="2024"/>
                    </a:lnTo>
                    <a:cubicBezTo>
                      <a:pt x="429" y="2084"/>
                      <a:pt x="215" y="2119"/>
                      <a:pt x="1" y="2179"/>
                    </a:cubicBezTo>
                    <a:lnTo>
                      <a:pt x="239" y="3179"/>
                    </a:lnTo>
                    <a:cubicBezTo>
                      <a:pt x="465" y="3131"/>
                      <a:pt x="691" y="3084"/>
                      <a:pt x="918" y="3024"/>
                    </a:cubicBezTo>
                    <a:lnTo>
                      <a:pt x="1584" y="2798"/>
                    </a:lnTo>
                    <a:cubicBezTo>
                      <a:pt x="2025" y="2667"/>
                      <a:pt x="2453" y="2465"/>
                      <a:pt x="2870" y="2274"/>
                    </a:cubicBezTo>
                    <a:cubicBezTo>
                      <a:pt x="3716" y="1881"/>
                      <a:pt x="4513" y="1393"/>
                      <a:pt x="5263" y="834"/>
                    </a:cubicBezTo>
                    <a:lnTo>
                      <a:pt x="4632"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5" name="Google Shape;225;p27"/>
              <p:cNvSpPr/>
              <p:nvPr/>
            </p:nvSpPr>
            <p:spPr>
              <a:xfrm>
                <a:off x="5851304" y="2612142"/>
                <a:ext cx="116152" cy="135408"/>
              </a:xfrm>
              <a:custGeom>
                <a:rect b="b" l="l" r="r" t="t"/>
                <a:pathLst>
                  <a:path extrusionOk="0" h="4859" w="4168">
                    <a:moveTo>
                      <a:pt x="822" y="1"/>
                    </a:moveTo>
                    <a:lnTo>
                      <a:pt x="0" y="656"/>
                    </a:lnTo>
                    <a:lnTo>
                      <a:pt x="1679" y="2751"/>
                    </a:lnTo>
                    <a:lnTo>
                      <a:pt x="3346" y="4858"/>
                    </a:lnTo>
                    <a:lnTo>
                      <a:pt x="4168" y="4204"/>
                    </a:lnTo>
                    <a:lnTo>
                      <a:pt x="2489" y="2108"/>
                    </a:lnTo>
                    <a:lnTo>
                      <a:pt x="822"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6" name="Google Shape;226;p27"/>
              <p:cNvSpPr/>
              <p:nvPr/>
            </p:nvSpPr>
            <p:spPr>
              <a:xfrm>
                <a:off x="5518522" y="2193753"/>
                <a:ext cx="115817" cy="135408"/>
              </a:xfrm>
              <a:custGeom>
                <a:rect b="b" l="l" r="r" t="t"/>
                <a:pathLst>
                  <a:path extrusionOk="0" h="4859" w="4156">
                    <a:moveTo>
                      <a:pt x="810" y="1"/>
                    </a:moveTo>
                    <a:lnTo>
                      <a:pt x="1" y="656"/>
                    </a:lnTo>
                    <a:lnTo>
                      <a:pt x="1667" y="2739"/>
                    </a:lnTo>
                    <a:cubicBezTo>
                      <a:pt x="1667" y="2751"/>
                      <a:pt x="1667" y="2751"/>
                      <a:pt x="1667" y="2751"/>
                    </a:cubicBezTo>
                    <a:cubicBezTo>
                      <a:pt x="1679" y="2763"/>
                      <a:pt x="1679" y="2763"/>
                      <a:pt x="1691" y="2775"/>
                    </a:cubicBezTo>
                    <a:lnTo>
                      <a:pt x="3346" y="4859"/>
                    </a:lnTo>
                    <a:lnTo>
                      <a:pt x="4156" y="4216"/>
                    </a:lnTo>
                    <a:lnTo>
                      <a:pt x="2489" y="2108"/>
                    </a:ln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7" name="Google Shape;227;p27"/>
              <p:cNvSpPr/>
              <p:nvPr/>
            </p:nvSpPr>
            <p:spPr>
              <a:xfrm>
                <a:off x="5498291" y="3333775"/>
                <a:ext cx="115817" cy="135408"/>
              </a:xfrm>
              <a:custGeom>
                <a:rect b="b" l="l" r="r" t="t"/>
                <a:pathLst>
                  <a:path extrusionOk="0" h="4859" w="4156">
                    <a:moveTo>
                      <a:pt x="810" y="1"/>
                    </a:moveTo>
                    <a:lnTo>
                      <a:pt x="0" y="656"/>
                    </a:lnTo>
                    <a:lnTo>
                      <a:pt x="1667" y="2751"/>
                    </a:lnTo>
                    <a:cubicBezTo>
                      <a:pt x="2239" y="3454"/>
                      <a:pt x="2762" y="4156"/>
                      <a:pt x="3358" y="4859"/>
                    </a:cubicBezTo>
                    <a:lnTo>
                      <a:pt x="4156" y="4192"/>
                    </a:lnTo>
                    <a:cubicBezTo>
                      <a:pt x="3596" y="3525"/>
                      <a:pt x="3036" y="2799"/>
                      <a:pt x="2477" y="2108"/>
                    </a:cubicBezTo>
                    <a:lnTo>
                      <a:pt x="810"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8" name="Google Shape;228;p27"/>
              <p:cNvSpPr/>
              <p:nvPr/>
            </p:nvSpPr>
            <p:spPr>
              <a:xfrm>
                <a:off x="5567288" y="3391180"/>
                <a:ext cx="1700" cy="1366"/>
              </a:xfrm>
              <a:custGeom>
                <a:rect b="b" l="l" r="r" t="t"/>
                <a:pathLst>
                  <a:path extrusionOk="0" h="49" w="61">
                    <a:moveTo>
                      <a:pt x="60" y="1"/>
                    </a:moveTo>
                    <a:lnTo>
                      <a:pt x="1" y="48"/>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29" name="Google Shape;229;p27"/>
              <p:cNvSpPr/>
              <p:nvPr/>
            </p:nvSpPr>
            <p:spPr>
              <a:xfrm>
                <a:off x="6713608" y="1785006"/>
                <a:ext cx="135408" cy="115817"/>
              </a:xfrm>
              <a:custGeom>
                <a:rect b="b" l="l" r="r" t="t"/>
                <a:pathLst>
                  <a:path extrusionOk="0" h="4156" w="4859">
                    <a:moveTo>
                      <a:pt x="4204" y="1"/>
                    </a:moveTo>
                    <a:lnTo>
                      <a:pt x="2108" y="1667"/>
                    </a:lnTo>
                    <a:lnTo>
                      <a:pt x="1" y="3346"/>
                    </a:lnTo>
                    <a:lnTo>
                      <a:pt x="644" y="4156"/>
                    </a:lnTo>
                    <a:lnTo>
                      <a:pt x="2751" y="2477"/>
                    </a:lnTo>
                    <a:lnTo>
                      <a:pt x="4859" y="810"/>
                    </a:lnTo>
                    <a:lnTo>
                      <a:pt x="4204"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0" name="Google Shape;230;p27"/>
              <p:cNvSpPr/>
              <p:nvPr/>
            </p:nvSpPr>
            <p:spPr>
              <a:xfrm>
                <a:off x="6238510" y="1983751"/>
                <a:ext cx="148673" cy="77667"/>
              </a:xfrm>
              <a:custGeom>
                <a:rect b="b" l="l" r="r" t="t"/>
                <a:pathLst>
                  <a:path extrusionOk="0" h="2787" w="5335">
                    <a:moveTo>
                      <a:pt x="595" y="0"/>
                    </a:moveTo>
                    <a:lnTo>
                      <a:pt x="0" y="846"/>
                    </a:lnTo>
                    <a:cubicBezTo>
                      <a:pt x="191" y="989"/>
                      <a:pt x="393" y="1096"/>
                      <a:pt x="595" y="1227"/>
                    </a:cubicBezTo>
                    <a:cubicBezTo>
                      <a:pt x="798" y="1334"/>
                      <a:pt x="988" y="1477"/>
                      <a:pt x="1203" y="1572"/>
                    </a:cubicBezTo>
                    <a:cubicBezTo>
                      <a:pt x="1631" y="1774"/>
                      <a:pt x="2048" y="1989"/>
                      <a:pt x="2488" y="2143"/>
                    </a:cubicBezTo>
                    <a:cubicBezTo>
                      <a:pt x="3370" y="2489"/>
                      <a:pt x="4298" y="2667"/>
                      <a:pt x="5227" y="2786"/>
                    </a:cubicBezTo>
                    <a:lnTo>
                      <a:pt x="5334" y="1762"/>
                    </a:lnTo>
                    <a:cubicBezTo>
                      <a:pt x="4489" y="1643"/>
                      <a:pt x="3643" y="1489"/>
                      <a:pt x="2858" y="1167"/>
                    </a:cubicBezTo>
                    <a:cubicBezTo>
                      <a:pt x="2441" y="1036"/>
                      <a:pt x="2072" y="834"/>
                      <a:pt x="1679" y="655"/>
                    </a:cubicBezTo>
                    <a:cubicBezTo>
                      <a:pt x="1488" y="572"/>
                      <a:pt x="1310" y="441"/>
                      <a:pt x="1131" y="334"/>
                    </a:cubicBezTo>
                    <a:cubicBezTo>
                      <a:pt x="953" y="215"/>
                      <a:pt x="762" y="119"/>
                      <a:pt x="595" y="0"/>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1" name="Google Shape;231;p27"/>
              <p:cNvSpPr/>
              <p:nvPr/>
            </p:nvSpPr>
            <p:spPr>
              <a:xfrm>
                <a:off x="5893439" y="1576982"/>
                <a:ext cx="115817" cy="135074"/>
              </a:xfrm>
              <a:custGeom>
                <a:rect b="b" l="l" r="r" t="t"/>
                <a:pathLst>
                  <a:path extrusionOk="0" h="4847" w="4156">
                    <a:moveTo>
                      <a:pt x="810" y="0"/>
                    </a:moveTo>
                    <a:lnTo>
                      <a:pt x="1" y="643"/>
                    </a:lnTo>
                    <a:lnTo>
                      <a:pt x="1667" y="2751"/>
                    </a:lnTo>
                    <a:lnTo>
                      <a:pt x="3346" y="4846"/>
                    </a:lnTo>
                    <a:lnTo>
                      <a:pt x="4156" y="4203"/>
                    </a:lnTo>
                    <a:lnTo>
                      <a:pt x="2477" y="2108"/>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2" name="Google Shape;232;p27"/>
              <p:cNvSpPr/>
              <p:nvPr/>
            </p:nvSpPr>
            <p:spPr>
              <a:xfrm>
                <a:off x="5259390" y="1500990"/>
                <a:ext cx="99571" cy="142041"/>
              </a:xfrm>
              <a:custGeom>
                <a:rect b="b" l="l" r="r" t="t"/>
                <a:pathLst>
                  <a:path extrusionOk="0" h="5097" w="3573">
                    <a:moveTo>
                      <a:pt x="2823" y="1"/>
                    </a:moveTo>
                    <a:cubicBezTo>
                      <a:pt x="1537" y="1358"/>
                      <a:pt x="572" y="3001"/>
                      <a:pt x="1" y="4775"/>
                    </a:cubicBezTo>
                    <a:lnTo>
                      <a:pt x="989" y="5097"/>
                    </a:lnTo>
                    <a:cubicBezTo>
                      <a:pt x="1513" y="3466"/>
                      <a:pt x="2406" y="1953"/>
                      <a:pt x="3573" y="703"/>
                    </a:cubicBezTo>
                    <a:lnTo>
                      <a:pt x="2823"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3" name="Google Shape;233;p27"/>
              <p:cNvSpPr/>
              <p:nvPr/>
            </p:nvSpPr>
            <p:spPr>
              <a:xfrm>
                <a:off x="5435256" y="1389189"/>
                <a:ext cx="150652" cy="63733"/>
              </a:xfrm>
              <a:custGeom>
                <a:rect b="b" l="l" r="r" t="t"/>
                <a:pathLst>
                  <a:path extrusionOk="0" h="2287" w="5406">
                    <a:moveTo>
                      <a:pt x="5382" y="0"/>
                    </a:moveTo>
                    <a:cubicBezTo>
                      <a:pt x="5144" y="12"/>
                      <a:pt x="4917" y="0"/>
                      <a:pt x="4679" y="24"/>
                    </a:cubicBezTo>
                    <a:lnTo>
                      <a:pt x="3989" y="108"/>
                    </a:lnTo>
                    <a:cubicBezTo>
                      <a:pt x="3524" y="155"/>
                      <a:pt x="3072" y="286"/>
                      <a:pt x="2608" y="381"/>
                    </a:cubicBezTo>
                    <a:cubicBezTo>
                      <a:pt x="2381" y="429"/>
                      <a:pt x="2167" y="500"/>
                      <a:pt x="1941" y="572"/>
                    </a:cubicBezTo>
                    <a:lnTo>
                      <a:pt x="1274" y="798"/>
                    </a:lnTo>
                    <a:cubicBezTo>
                      <a:pt x="845" y="965"/>
                      <a:pt x="417" y="1167"/>
                      <a:pt x="0" y="1358"/>
                    </a:cubicBezTo>
                    <a:lnTo>
                      <a:pt x="464" y="2286"/>
                    </a:lnTo>
                    <a:cubicBezTo>
                      <a:pt x="857" y="2108"/>
                      <a:pt x="1250" y="1929"/>
                      <a:pt x="1643" y="1763"/>
                    </a:cubicBezTo>
                    <a:lnTo>
                      <a:pt x="2250" y="1560"/>
                    </a:lnTo>
                    <a:cubicBezTo>
                      <a:pt x="2453" y="1501"/>
                      <a:pt x="2655" y="1429"/>
                      <a:pt x="2869" y="1382"/>
                    </a:cubicBezTo>
                    <a:cubicBezTo>
                      <a:pt x="3286" y="1298"/>
                      <a:pt x="3703" y="1179"/>
                      <a:pt x="4132" y="1143"/>
                    </a:cubicBezTo>
                    <a:lnTo>
                      <a:pt x="4763" y="1060"/>
                    </a:lnTo>
                    <a:cubicBezTo>
                      <a:pt x="4977" y="1036"/>
                      <a:pt x="5191" y="1036"/>
                      <a:pt x="5405" y="1036"/>
                    </a:cubicBezTo>
                    <a:lnTo>
                      <a:pt x="5382"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4" name="Google Shape;234;p27"/>
              <p:cNvSpPr/>
              <p:nvPr/>
            </p:nvSpPr>
            <p:spPr>
              <a:xfrm>
                <a:off x="5697035" y="1406439"/>
                <a:ext cx="141706" cy="100574"/>
              </a:xfrm>
              <a:custGeom>
                <a:rect b="b" l="l" r="r" t="t"/>
                <a:pathLst>
                  <a:path extrusionOk="0" h="3609" w="5085">
                    <a:moveTo>
                      <a:pt x="322" y="1"/>
                    </a:moveTo>
                    <a:lnTo>
                      <a:pt x="0" y="977"/>
                    </a:lnTo>
                    <a:cubicBezTo>
                      <a:pt x="1619" y="1525"/>
                      <a:pt x="3131" y="2417"/>
                      <a:pt x="4370" y="3608"/>
                    </a:cubicBezTo>
                    <a:lnTo>
                      <a:pt x="5084" y="2846"/>
                    </a:lnTo>
                    <a:cubicBezTo>
                      <a:pt x="3727" y="1560"/>
                      <a:pt x="2084" y="584"/>
                      <a:pt x="322" y="1"/>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5" name="Google Shape;235;p27"/>
              <p:cNvSpPr/>
              <p:nvPr/>
            </p:nvSpPr>
            <p:spPr>
              <a:xfrm>
                <a:off x="6059997" y="1786009"/>
                <a:ext cx="115817" cy="135074"/>
              </a:xfrm>
              <a:custGeom>
                <a:rect b="b" l="l" r="r" t="t"/>
                <a:pathLst>
                  <a:path extrusionOk="0" h="4847" w="4156">
                    <a:moveTo>
                      <a:pt x="810" y="0"/>
                    </a:moveTo>
                    <a:lnTo>
                      <a:pt x="1" y="643"/>
                    </a:lnTo>
                    <a:lnTo>
                      <a:pt x="3346" y="4846"/>
                    </a:lnTo>
                    <a:lnTo>
                      <a:pt x="4156" y="4203"/>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6" name="Google Shape;236;p27"/>
              <p:cNvSpPr/>
              <p:nvPr/>
            </p:nvSpPr>
            <p:spPr>
              <a:xfrm>
                <a:off x="6497948" y="1951230"/>
                <a:ext cx="141706" cy="99236"/>
              </a:xfrm>
              <a:custGeom>
                <a:rect b="b" l="l" r="r" t="t"/>
                <a:pathLst>
                  <a:path extrusionOk="0" h="3561" w="5085">
                    <a:moveTo>
                      <a:pt x="4442" y="1"/>
                    </a:moveTo>
                    <a:cubicBezTo>
                      <a:pt x="4085" y="274"/>
                      <a:pt x="3739" y="572"/>
                      <a:pt x="3394" y="834"/>
                    </a:cubicBezTo>
                    <a:lnTo>
                      <a:pt x="2870" y="1203"/>
                    </a:lnTo>
                    <a:cubicBezTo>
                      <a:pt x="2787" y="1263"/>
                      <a:pt x="2703" y="1334"/>
                      <a:pt x="2608" y="1382"/>
                    </a:cubicBezTo>
                    <a:lnTo>
                      <a:pt x="2334" y="1548"/>
                    </a:lnTo>
                    <a:lnTo>
                      <a:pt x="1775" y="1858"/>
                    </a:lnTo>
                    <a:cubicBezTo>
                      <a:pt x="1584" y="1953"/>
                      <a:pt x="1394" y="2037"/>
                      <a:pt x="1191" y="2132"/>
                    </a:cubicBezTo>
                    <a:cubicBezTo>
                      <a:pt x="810" y="2322"/>
                      <a:pt x="406" y="2429"/>
                      <a:pt x="1" y="2572"/>
                    </a:cubicBezTo>
                    <a:lnTo>
                      <a:pt x="287" y="3560"/>
                    </a:lnTo>
                    <a:cubicBezTo>
                      <a:pt x="739" y="3406"/>
                      <a:pt x="1191" y="3287"/>
                      <a:pt x="1608" y="3072"/>
                    </a:cubicBezTo>
                    <a:cubicBezTo>
                      <a:pt x="1822" y="2977"/>
                      <a:pt x="2037" y="2894"/>
                      <a:pt x="2251" y="2787"/>
                    </a:cubicBezTo>
                    <a:lnTo>
                      <a:pt x="2858" y="2441"/>
                    </a:lnTo>
                    <a:lnTo>
                      <a:pt x="3168" y="2263"/>
                    </a:lnTo>
                    <a:cubicBezTo>
                      <a:pt x="3263" y="2203"/>
                      <a:pt x="3358" y="2132"/>
                      <a:pt x="3454" y="2060"/>
                    </a:cubicBezTo>
                    <a:lnTo>
                      <a:pt x="4025" y="1644"/>
                    </a:lnTo>
                    <a:cubicBezTo>
                      <a:pt x="4394" y="1370"/>
                      <a:pt x="4728" y="1096"/>
                      <a:pt x="5085" y="810"/>
                    </a:cubicBezTo>
                    <a:lnTo>
                      <a:pt x="4442"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7" name="Google Shape;237;p27"/>
              <p:cNvSpPr/>
              <p:nvPr/>
            </p:nvSpPr>
            <p:spPr>
              <a:xfrm>
                <a:off x="5211962" y="2992047"/>
                <a:ext cx="28" cy="28"/>
              </a:xfrm>
              <a:custGeom>
                <a:rect b="b" l="l" r="r" t="t"/>
                <a:pathLst>
                  <a:path extrusionOk="0" h="1" w="1">
                    <a:moveTo>
                      <a:pt x="0" y="0"/>
                    </a:moveTo>
                    <a:lnTo>
                      <a:pt x="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8" name="Google Shape;238;p27"/>
              <p:cNvSpPr/>
              <p:nvPr/>
            </p:nvSpPr>
            <p:spPr>
              <a:xfrm>
                <a:off x="5211962" y="2992047"/>
                <a:ext cx="28" cy="28"/>
              </a:xfrm>
              <a:custGeom>
                <a:rect b="b" l="l" r="r" t="t"/>
                <a:pathLst>
                  <a:path extrusionOk="0" h="1" w="1">
                    <a:moveTo>
                      <a:pt x="0" y="0"/>
                    </a:moveTo>
                    <a:lnTo>
                      <a:pt x="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39" name="Google Shape;239;p27"/>
              <p:cNvSpPr/>
              <p:nvPr/>
            </p:nvSpPr>
            <p:spPr>
              <a:xfrm>
                <a:off x="5211962" y="2992047"/>
                <a:ext cx="28" cy="28"/>
              </a:xfrm>
              <a:custGeom>
                <a:rect b="b" l="l" r="r" t="t"/>
                <a:pathLst>
                  <a:path extrusionOk="0" fill="none" h="1" w="1">
                    <a:moveTo>
                      <a:pt x="0" y="0"/>
                    </a:moveTo>
                    <a:lnTo>
                      <a:pt x="0" y="0"/>
                    </a:lnTo>
                    <a:close/>
                  </a:path>
                </a:pathLst>
              </a:cu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0" name="Google Shape;240;p27"/>
              <p:cNvSpPr/>
              <p:nvPr/>
            </p:nvSpPr>
            <p:spPr>
              <a:xfrm>
                <a:off x="3222233" y="4403796"/>
                <a:ext cx="697" cy="697"/>
              </a:xfrm>
              <a:custGeom>
                <a:rect b="b" l="l" r="r" t="t"/>
                <a:pathLst>
                  <a:path extrusionOk="0" h="25" w="25">
                    <a:moveTo>
                      <a:pt x="0" y="0"/>
                    </a:moveTo>
                    <a:lnTo>
                      <a:pt x="24" y="24"/>
                    </a:lnTo>
                    <a:lnTo>
                      <a:pt x="24" y="12"/>
                    </a:lnTo>
                    <a:lnTo>
                      <a:pt x="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1" name="Google Shape;241;p27"/>
              <p:cNvSpPr/>
              <p:nvPr/>
            </p:nvSpPr>
            <p:spPr>
              <a:xfrm>
                <a:off x="3240151" y="4426033"/>
                <a:ext cx="362" cy="334"/>
              </a:xfrm>
              <a:custGeom>
                <a:rect b="b" l="l" r="r" t="t"/>
                <a:pathLst>
                  <a:path extrusionOk="0" h="12" w="13">
                    <a:moveTo>
                      <a:pt x="0" y="0"/>
                    </a:moveTo>
                    <a:lnTo>
                      <a:pt x="12" y="12"/>
                    </a:lnTo>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2" name="Google Shape;242;p27"/>
              <p:cNvSpPr/>
              <p:nvPr/>
            </p:nvSpPr>
            <p:spPr>
              <a:xfrm>
                <a:off x="3240151" y="4426033"/>
                <a:ext cx="362" cy="334"/>
              </a:xfrm>
              <a:custGeom>
                <a:rect b="b" l="l" r="r" t="t"/>
                <a:pathLst>
                  <a:path extrusionOk="0" fill="none" h="12" w="13">
                    <a:moveTo>
                      <a:pt x="0" y="0"/>
                    </a:moveTo>
                    <a:lnTo>
                      <a:pt x="12" y="12"/>
                    </a:lnTo>
                  </a:path>
                </a:pathLst>
              </a:cu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3" name="Google Shape;243;p27"/>
              <p:cNvSpPr/>
              <p:nvPr/>
            </p:nvSpPr>
            <p:spPr>
              <a:xfrm>
                <a:off x="4499274" y="4298934"/>
                <a:ext cx="697" cy="362"/>
              </a:xfrm>
              <a:custGeom>
                <a:rect b="b" l="l" r="r" t="t"/>
                <a:pathLst>
                  <a:path extrusionOk="0" h="13" w="25">
                    <a:moveTo>
                      <a:pt x="24" y="1"/>
                    </a:moveTo>
                    <a:lnTo>
                      <a:pt x="1" y="13"/>
                    </a:lnTo>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4" name="Google Shape;244;p27"/>
              <p:cNvSpPr/>
              <p:nvPr/>
            </p:nvSpPr>
            <p:spPr>
              <a:xfrm>
                <a:off x="4499274" y="4298934"/>
                <a:ext cx="697" cy="362"/>
              </a:xfrm>
              <a:custGeom>
                <a:rect b="b" l="l" r="r" t="t"/>
                <a:pathLst>
                  <a:path extrusionOk="0" fill="none" h="13" w="25">
                    <a:moveTo>
                      <a:pt x="24" y="1"/>
                    </a:moveTo>
                    <a:lnTo>
                      <a:pt x="1" y="13"/>
                    </a:lnTo>
                  </a:path>
                </a:pathLst>
              </a:cu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5" name="Google Shape;245;p27"/>
              <p:cNvSpPr/>
              <p:nvPr/>
            </p:nvSpPr>
            <p:spPr>
              <a:xfrm>
                <a:off x="4468426" y="2267432"/>
                <a:ext cx="28" cy="362"/>
              </a:xfrm>
              <a:custGeom>
                <a:rect b="b" l="l" r="r" t="t"/>
                <a:pathLst>
                  <a:path extrusionOk="0" h="13" w="1">
                    <a:moveTo>
                      <a:pt x="0" y="12"/>
                    </a:moveTo>
                    <a:lnTo>
                      <a:pt x="0" y="0"/>
                    </a:lnTo>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6" name="Google Shape;246;p27"/>
              <p:cNvSpPr/>
              <p:nvPr/>
            </p:nvSpPr>
            <p:spPr>
              <a:xfrm>
                <a:off x="4468426" y="2267432"/>
                <a:ext cx="28" cy="362"/>
              </a:xfrm>
              <a:custGeom>
                <a:rect b="b" l="l" r="r" t="t"/>
                <a:pathLst>
                  <a:path extrusionOk="0" fill="none" h="13" w="1">
                    <a:moveTo>
                      <a:pt x="0" y="12"/>
                    </a:moveTo>
                    <a:lnTo>
                      <a:pt x="0" y="0"/>
                    </a:lnTo>
                  </a:path>
                </a:pathLst>
              </a:cu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7" name="Google Shape;247;p27"/>
              <p:cNvSpPr/>
              <p:nvPr/>
            </p:nvSpPr>
            <p:spPr>
              <a:xfrm>
                <a:off x="4901054" y="2555740"/>
                <a:ext cx="697" cy="362"/>
              </a:xfrm>
              <a:custGeom>
                <a:rect b="b" l="l" r="r" t="t"/>
                <a:pathLst>
                  <a:path extrusionOk="0" h="13" w="25">
                    <a:moveTo>
                      <a:pt x="25" y="1"/>
                    </a:moveTo>
                    <a:lnTo>
                      <a:pt x="1" y="13"/>
                    </a:lnTo>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8" name="Google Shape;248;p27"/>
              <p:cNvSpPr/>
              <p:nvPr/>
            </p:nvSpPr>
            <p:spPr>
              <a:xfrm>
                <a:off x="4901054" y="2555740"/>
                <a:ext cx="697" cy="362"/>
              </a:xfrm>
              <a:custGeom>
                <a:rect b="b" l="l" r="r" t="t"/>
                <a:pathLst>
                  <a:path extrusionOk="0" fill="none" h="13" w="25">
                    <a:moveTo>
                      <a:pt x="25" y="1"/>
                    </a:moveTo>
                    <a:lnTo>
                      <a:pt x="1" y="13"/>
                    </a:lnTo>
                  </a:path>
                </a:pathLst>
              </a:cu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49" name="Google Shape;249;p27"/>
              <p:cNvSpPr/>
              <p:nvPr/>
            </p:nvSpPr>
            <p:spPr>
              <a:xfrm>
                <a:off x="5259390" y="1500990"/>
                <a:ext cx="99571" cy="142041"/>
              </a:xfrm>
              <a:custGeom>
                <a:rect b="b" l="l" r="r" t="t"/>
                <a:pathLst>
                  <a:path extrusionOk="0" h="5097" w="3573">
                    <a:moveTo>
                      <a:pt x="2823" y="1"/>
                    </a:moveTo>
                    <a:cubicBezTo>
                      <a:pt x="1537" y="1358"/>
                      <a:pt x="572" y="3001"/>
                      <a:pt x="1" y="4775"/>
                    </a:cubicBezTo>
                    <a:lnTo>
                      <a:pt x="989" y="5097"/>
                    </a:lnTo>
                    <a:cubicBezTo>
                      <a:pt x="1513" y="3466"/>
                      <a:pt x="2406" y="1953"/>
                      <a:pt x="3573" y="703"/>
                    </a:cubicBezTo>
                    <a:lnTo>
                      <a:pt x="2823"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0" name="Google Shape;250;p27"/>
              <p:cNvSpPr/>
              <p:nvPr/>
            </p:nvSpPr>
            <p:spPr>
              <a:xfrm>
                <a:off x="5697035" y="1406439"/>
                <a:ext cx="141706" cy="100574"/>
              </a:xfrm>
              <a:custGeom>
                <a:rect b="b" l="l" r="r" t="t"/>
                <a:pathLst>
                  <a:path extrusionOk="0" h="3609" w="5085">
                    <a:moveTo>
                      <a:pt x="322" y="1"/>
                    </a:moveTo>
                    <a:lnTo>
                      <a:pt x="0" y="977"/>
                    </a:lnTo>
                    <a:cubicBezTo>
                      <a:pt x="1619" y="1525"/>
                      <a:pt x="3131" y="2417"/>
                      <a:pt x="4370" y="3608"/>
                    </a:cubicBezTo>
                    <a:lnTo>
                      <a:pt x="5084" y="2846"/>
                    </a:lnTo>
                    <a:cubicBezTo>
                      <a:pt x="3727" y="1560"/>
                      <a:pt x="2084" y="584"/>
                      <a:pt x="322" y="1"/>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1" name="Google Shape;251;p27"/>
              <p:cNvSpPr/>
              <p:nvPr/>
            </p:nvSpPr>
            <p:spPr>
              <a:xfrm>
                <a:off x="6059663" y="1786344"/>
                <a:ext cx="115817" cy="135046"/>
              </a:xfrm>
              <a:custGeom>
                <a:rect b="b" l="l" r="r" t="t"/>
                <a:pathLst>
                  <a:path extrusionOk="0" h="4846" w="4156">
                    <a:moveTo>
                      <a:pt x="810" y="0"/>
                    </a:moveTo>
                    <a:lnTo>
                      <a:pt x="1" y="643"/>
                    </a:lnTo>
                    <a:lnTo>
                      <a:pt x="3334" y="4846"/>
                    </a:lnTo>
                    <a:lnTo>
                      <a:pt x="4156" y="4203"/>
                    </a:lnTo>
                    <a:lnTo>
                      <a:pt x="810"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2" name="Google Shape;252;p27"/>
              <p:cNvSpPr/>
              <p:nvPr/>
            </p:nvSpPr>
            <p:spPr>
              <a:xfrm>
                <a:off x="6238510" y="1983416"/>
                <a:ext cx="148673" cy="78001"/>
              </a:xfrm>
              <a:custGeom>
                <a:rect b="b" l="l" r="r" t="t"/>
                <a:pathLst>
                  <a:path extrusionOk="0" h="2799" w="5335">
                    <a:moveTo>
                      <a:pt x="595" y="0"/>
                    </a:moveTo>
                    <a:lnTo>
                      <a:pt x="0" y="858"/>
                    </a:lnTo>
                    <a:cubicBezTo>
                      <a:pt x="191" y="1001"/>
                      <a:pt x="393" y="1108"/>
                      <a:pt x="595" y="1239"/>
                    </a:cubicBezTo>
                    <a:cubicBezTo>
                      <a:pt x="798" y="1346"/>
                      <a:pt x="988" y="1489"/>
                      <a:pt x="1203" y="1584"/>
                    </a:cubicBezTo>
                    <a:cubicBezTo>
                      <a:pt x="1631" y="1786"/>
                      <a:pt x="2048" y="2001"/>
                      <a:pt x="2488" y="2155"/>
                    </a:cubicBezTo>
                    <a:cubicBezTo>
                      <a:pt x="3370" y="2501"/>
                      <a:pt x="4298" y="2679"/>
                      <a:pt x="5227" y="2798"/>
                    </a:cubicBezTo>
                    <a:lnTo>
                      <a:pt x="5334" y="1774"/>
                    </a:lnTo>
                    <a:cubicBezTo>
                      <a:pt x="4489" y="1655"/>
                      <a:pt x="3643" y="1501"/>
                      <a:pt x="2858" y="1179"/>
                    </a:cubicBezTo>
                    <a:cubicBezTo>
                      <a:pt x="2441" y="1048"/>
                      <a:pt x="2072" y="846"/>
                      <a:pt x="1679" y="667"/>
                    </a:cubicBezTo>
                    <a:cubicBezTo>
                      <a:pt x="1488" y="584"/>
                      <a:pt x="1310" y="453"/>
                      <a:pt x="1131" y="346"/>
                    </a:cubicBezTo>
                    <a:cubicBezTo>
                      <a:pt x="953" y="227"/>
                      <a:pt x="762" y="131"/>
                      <a:pt x="595" y="0"/>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3" name="Google Shape;253;p27"/>
              <p:cNvSpPr/>
              <p:nvPr/>
            </p:nvSpPr>
            <p:spPr>
              <a:xfrm>
                <a:off x="6497948" y="1951230"/>
                <a:ext cx="141706" cy="99236"/>
              </a:xfrm>
              <a:custGeom>
                <a:rect b="b" l="l" r="r" t="t"/>
                <a:pathLst>
                  <a:path extrusionOk="0" h="3561" w="5085">
                    <a:moveTo>
                      <a:pt x="4442" y="1"/>
                    </a:moveTo>
                    <a:cubicBezTo>
                      <a:pt x="4085" y="274"/>
                      <a:pt x="3739" y="572"/>
                      <a:pt x="3394" y="834"/>
                    </a:cubicBezTo>
                    <a:lnTo>
                      <a:pt x="2870" y="1203"/>
                    </a:lnTo>
                    <a:cubicBezTo>
                      <a:pt x="2787" y="1263"/>
                      <a:pt x="2703" y="1334"/>
                      <a:pt x="2608" y="1382"/>
                    </a:cubicBezTo>
                    <a:lnTo>
                      <a:pt x="2334" y="1548"/>
                    </a:lnTo>
                    <a:lnTo>
                      <a:pt x="1775" y="1858"/>
                    </a:lnTo>
                    <a:cubicBezTo>
                      <a:pt x="1584" y="1953"/>
                      <a:pt x="1394" y="2037"/>
                      <a:pt x="1191" y="2132"/>
                    </a:cubicBezTo>
                    <a:cubicBezTo>
                      <a:pt x="810" y="2322"/>
                      <a:pt x="406" y="2429"/>
                      <a:pt x="1" y="2572"/>
                    </a:cubicBezTo>
                    <a:lnTo>
                      <a:pt x="287" y="3560"/>
                    </a:lnTo>
                    <a:cubicBezTo>
                      <a:pt x="739" y="3406"/>
                      <a:pt x="1191" y="3287"/>
                      <a:pt x="1608" y="3072"/>
                    </a:cubicBezTo>
                    <a:cubicBezTo>
                      <a:pt x="1822" y="2977"/>
                      <a:pt x="2037" y="2894"/>
                      <a:pt x="2251" y="2787"/>
                    </a:cubicBezTo>
                    <a:lnTo>
                      <a:pt x="2858" y="2441"/>
                    </a:lnTo>
                    <a:lnTo>
                      <a:pt x="3168" y="2263"/>
                    </a:lnTo>
                    <a:cubicBezTo>
                      <a:pt x="3263" y="2203"/>
                      <a:pt x="3358" y="2132"/>
                      <a:pt x="3454" y="2060"/>
                    </a:cubicBezTo>
                    <a:lnTo>
                      <a:pt x="4025" y="1644"/>
                    </a:lnTo>
                    <a:cubicBezTo>
                      <a:pt x="4394" y="1370"/>
                      <a:pt x="4728" y="1096"/>
                      <a:pt x="5085" y="810"/>
                    </a:cubicBezTo>
                    <a:lnTo>
                      <a:pt x="4442" y="1"/>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4" name="Google Shape;254;p27"/>
              <p:cNvSpPr/>
              <p:nvPr/>
            </p:nvSpPr>
            <p:spPr>
              <a:xfrm>
                <a:off x="5507905" y="1399806"/>
                <a:ext cx="362" cy="362"/>
              </a:xfrm>
              <a:custGeom>
                <a:rect b="b" l="l" r="r" t="t"/>
                <a:pathLst>
                  <a:path extrusionOk="0" h="13" w="13">
                    <a:moveTo>
                      <a:pt x="12" y="12"/>
                    </a:moveTo>
                    <a:lnTo>
                      <a:pt x="1" y="0"/>
                    </a:ln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5" name="Google Shape;255;p27"/>
              <p:cNvSpPr/>
              <p:nvPr/>
            </p:nvSpPr>
            <p:spPr>
              <a:xfrm>
                <a:off x="5515206" y="1427339"/>
                <a:ext cx="28" cy="362"/>
              </a:xfrm>
              <a:custGeom>
                <a:rect b="b" l="l" r="r" t="t"/>
                <a:pathLst>
                  <a:path extrusionOk="0" h="13" w="1">
                    <a:moveTo>
                      <a:pt x="0" y="13"/>
                    </a:moveTo>
                    <a:lnTo>
                      <a:pt x="0" y="1"/>
                    </a:lnTo>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6" name="Google Shape;256;p27"/>
              <p:cNvSpPr/>
              <p:nvPr/>
            </p:nvSpPr>
            <p:spPr>
              <a:xfrm>
                <a:off x="5515206" y="1427339"/>
                <a:ext cx="28" cy="362"/>
              </a:xfrm>
              <a:custGeom>
                <a:rect b="b" l="l" r="r" t="t"/>
                <a:pathLst>
                  <a:path extrusionOk="0" fill="none" h="13" w="1">
                    <a:moveTo>
                      <a:pt x="0" y="13"/>
                    </a:moveTo>
                    <a:lnTo>
                      <a:pt x="0" y="1"/>
                    </a:lnTo>
                  </a:path>
                </a:pathLst>
              </a:custGeom>
              <a:no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7" name="Google Shape;257;p27"/>
              <p:cNvSpPr/>
              <p:nvPr/>
            </p:nvSpPr>
            <p:spPr>
              <a:xfrm>
                <a:off x="5243144" y="1754158"/>
                <a:ext cx="65043" cy="150652"/>
              </a:xfrm>
              <a:custGeom>
                <a:rect b="b" l="l" r="r" t="t"/>
                <a:pathLst>
                  <a:path extrusionOk="0" h="5406" w="2334">
                    <a:moveTo>
                      <a:pt x="1036" y="0"/>
                    </a:moveTo>
                    <a:lnTo>
                      <a:pt x="0" y="36"/>
                    </a:lnTo>
                    <a:cubicBezTo>
                      <a:pt x="24" y="965"/>
                      <a:pt x="179" y="1893"/>
                      <a:pt x="405" y="2798"/>
                    </a:cubicBezTo>
                    <a:cubicBezTo>
                      <a:pt x="524" y="3251"/>
                      <a:pt x="691" y="3691"/>
                      <a:pt x="834" y="4132"/>
                    </a:cubicBezTo>
                    <a:cubicBezTo>
                      <a:pt x="1024" y="4560"/>
                      <a:pt x="1203" y="4989"/>
                      <a:pt x="1417" y="5406"/>
                    </a:cubicBezTo>
                    <a:lnTo>
                      <a:pt x="2334" y="4929"/>
                    </a:lnTo>
                    <a:cubicBezTo>
                      <a:pt x="2132" y="4548"/>
                      <a:pt x="1977" y="4144"/>
                      <a:pt x="1798" y="3763"/>
                    </a:cubicBezTo>
                    <a:cubicBezTo>
                      <a:pt x="1667" y="3346"/>
                      <a:pt x="1512" y="2953"/>
                      <a:pt x="1405" y="2536"/>
                    </a:cubicBezTo>
                    <a:cubicBezTo>
                      <a:pt x="1203" y="1703"/>
                      <a:pt x="1048" y="857"/>
                      <a:pt x="1036" y="0"/>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sp>
            <p:nvSpPr>
              <p:cNvPr id="258" name="Google Shape;258;p27"/>
              <p:cNvSpPr/>
              <p:nvPr/>
            </p:nvSpPr>
            <p:spPr>
              <a:xfrm>
                <a:off x="5023166" y="3862989"/>
                <a:ext cx="98902" cy="142347"/>
              </a:xfrm>
              <a:custGeom>
                <a:rect b="b" l="l" r="r" t="t"/>
                <a:pathLst>
                  <a:path extrusionOk="0" h="5108" w="3549">
                    <a:moveTo>
                      <a:pt x="822" y="0"/>
                    </a:moveTo>
                    <a:lnTo>
                      <a:pt x="0" y="643"/>
                    </a:lnTo>
                    <a:cubicBezTo>
                      <a:pt x="286" y="988"/>
                      <a:pt x="572" y="1346"/>
                      <a:pt x="810" y="1691"/>
                    </a:cubicBezTo>
                    <a:lnTo>
                      <a:pt x="1179" y="2215"/>
                    </a:lnTo>
                    <a:cubicBezTo>
                      <a:pt x="1310" y="2381"/>
                      <a:pt x="1394" y="2572"/>
                      <a:pt x="1501" y="2751"/>
                    </a:cubicBezTo>
                    <a:cubicBezTo>
                      <a:pt x="1513" y="2751"/>
                      <a:pt x="1513" y="2762"/>
                      <a:pt x="1513" y="2774"/>
                    </a:cubicBezTo>
                    <a:cubicBezTo>
                      <a:pt x="1524" y="2786"/>
                      <a:pt x="1524" y="2798"/>
                      <a:pt x="1536" y="2798"/>
                    </a:cubicBezTo>
                    <a:lnTo>
                      <a:pt x="1834" y="3322"/>
                    </a:lnTo>
                    <a:cubicBezTo>
                      <a:pt x="1929" y="3513"/>
                      <a:pt x="2013" y="3715"/>
                      <a:pt x="2108" y="3917"/>
                    </a:cubicBezTo>
                    <a:cubicBezTo>
                      <a:pt x="2191" y="4108"/>
                      <a:pt x="2286" y="4298"/>
                      <a:pt x="2358" y="4501"/>
                    </a:cubicBezTo>
                    <a:lnTo>
                      <a:pt x="2560" y="5108"/>
                    </a:lnTo>
                    <a:lnTo>
                      <a:pt x="3549" y="4798"/>
                    </a:lnTo>
                    <a:lnTo>
                      <a:pt x="3334" y="4132"/>
                    </a:lnTo>
                    <a:cubicBezTo>
                      <a:pt x="3239" y="3917"/>
                      <a:pt x="3144" y="3703"/>
                      <a:pt x="3048" y="3489"/>
                    </a:cubicBezTo>
                    <a:cubicBezTo>
                      <a:pt x="2953" y="3274"/>
                      <a:pt x="2870" y="3060"/>
                      <a:pt x="2763" y="2858"/>
                    </a:cubicBezTo>
                    <a:lnTo>
                      <a:pt x="2417" y="2250"/>
                    </a:lnTo>
                    <a:cubicBezTo>
                      <a:pt x="2286" y="2048"/>
                      <a:pt x="2191" y="1834"/>
                      <a:pt x="2048" y="1643"/>
                    </a:cubicBezTo>
                    <a:lnTo>
                      <a:pt x="1644" y="1084"/>
                    </a:lnTo>
                    <a:cubicBezTo>
                      <a:pt x="1382" y="691"/>
                      <a:pt x="1096" y="345"/>
                      <a:pt x="822" y="0"/>
                    </a:cubicBezTo>
                    <a:close/>
                  </a:path>
                </a:pathLst>
              </a:custGeom>
              <a:solidFill>
                <a:srgbClr val="FFFFFF"/>
              </a:solidFill>
              <a:ln>
                <a:noFill/>
              </a:ln>
            </p:spPr>
            <p:txBody>
              <a:bodyPr anchorCtr="0" anchor="ctr" bIns="68575" lIns="68575" spcFirstLastPara="1" rIns="68575" wrap="square" tIns="6857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p:txBody>
          </p:sp>
        </p:grpSp>
      </p:grpSp>
      <p:sp>
        <p:nvSpPr>
          <p:cNvPr id="259" name="Google Shape;259;p27"/>
          <p:cNvSpPr/>
          <p:nvPr/>
        </p:nvSpPr>
        <p:spPr>
          <a:xfrm>
            <a:off x="934206" y="5543737"/>
            <a:ext cx="358693" cy="429617"/>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FFFFFF"/>
                </a:solidFill>
                <a:latin typeface="Fira Sans Extra Condensed"/>
                <a:ea typeface="Fira Sans Extra Condensed"/>
                <a:cs typeface="Fira Sans Extra Condensed"/>
                <a:sym typeface="Fira Sans Extra Condensed"/>
              </a:rPr>
              <a:t>1</a:t>
            </a:r>
            <a:endParaRPr b="1" i="0" sz="1200" u="none" cap="none" strike="noStrike">
              <a:solidFill>
                <a:srgbClr val="FFFFFF"/>
              </a:solidFill>
              <a:latin typeface="Fira Sans Extra Condensed"/>
              <a:ea typeface="Fira Sans Extra Condensed"/>
              <a:cs typeface="Fira Sans Extra Condensed"/>
              <a:sym typeface="Fira Sans Extra Condensed"/>
            </a:endParaRPr>
          </a:p>
        </p:txBody>
      </p:sp>
      <p:sp>
        <p:nvSpPr>
          <p:cNvPr id="260" name="Google Shape;260;p27"/>
          <p:cNvSpPr/>
          <p:nvPr/>
        </p:nvSpPr>
        <p:spPr>
          <a:xfrm>
            <a:off x="2816768" y="4236020"/>
            <a:ext cx="358693" cy="429617"/>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FFFFFF"/>
                </a:solidFill>
                <a:latin typeface="Fira Sans Extra Condensed"/>
                <a:ea typeface="Fira Sans Extra Condensed"/>
                <a:cs typeface="Fira Sans Extra Condensed"/>
                <a:sym typeface="Fira Sans Extra Condensed"/>
              </a:rPr>
              <a:t>2</a:t>
            </a:r>
            <a:endParaRPr b="1" i="0" sz="1200" u="none" cap="none" strike="noStrike">
              <a:solidFill>
                <a:srgbClr val="FFFFFF"/>
              </a:solidFill>
              <a:latin typeface="Fira Sans Extra Condensed"/>
              <a:ea typeface="Fira Sans Extra Condensed"/>
              <a:cs typeface="Fira Sans Extra Condensed"/>
              <a:sym typeface="Fira Sans Extra Condensed"/>
            </a:endParaRPr>
          </a:p>
        </p:txBody>
      </p:sp>
      <p:sp>
        <p:nvSpPr>
          <p:cNvPr id="261" name="Google Shape;261;p27"/>
          <p:cNvSpPr/>
          <p:nvPr/>
        </p:nvSpPr>
        <p:spPr>
          <a:xfrm>
            <a:off x="5684818" y="4477129"/>
            <a:ext cx="358693" cy="429617"/>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FFFFFF"/>
                </a:solidFill>
                <a:latin typeface="Fira Sans Extra Condensed"/>
                <a:ea typeface="Fira Sans Extra Condensed"/>
                <a:cs typeface="Fira Sans Extra Condensed"/>
                <a:sym typeface="Fira Sans Extra Condensed"/>
              </a:rPr>
              <a:t>3</a:t>
            </a:r>
            <a:endParaRPr b="1" i="0" sz="1200" u="none" cap="none" strike="noStrike">
              <a:solidFill>
                <a:srgbClr val="FFFFFF"/>
              </a:solidFill>
              <a:latin typeface="Fira Sans Extra Condensed"/>
              <a:ea typeface="Fira Sans Extra Condensed"/>
              <a:cs typeface="Fira Sans Extra Condensed"/>
              <a:sym typeface="Fira Sans Extra Condensed"/>
            </a:endParaRPr>
          </a:p>
        </p:txBody>
      </p:sp>
      <p:sp>
        <p:nvSpPr>
          <p:cNvPr id="262" name="Google Shape;262;p27"/>
          <p:cNvSpPr/>
          <p:nvPr/>
        </p:nvSpPr>
        <p:spPr>
          <a:xfrm>
            <a:off x="3446443" y="1750429"/>
            <a:ext cx="358693" cy="429617"/>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FFFFFF"/>
                </a:solidFill>
                <a:latin typeface="Fira Sans Extra Condensed"/>
                <a:ea typeface="Fira Sans Extra Condensed"/>
                <a:cs typeface="Fira Sans Extra Condensed"/>
                <a:sym typeface="Fira Sans Extra Condensed"/>
              </a:rPr>
              <a:t>4</a:t>
            </a:r>
            <a:endParaRPr b="1" i="0" sz="1200" u="none" cap="none" strike="noStrike">
              <a:solidFill>
                <a:srgbClr val="FFFFFF"/>
              </a:solidFill>
              <a:latin typeface="Fira Sans Extra Condensed"/>
              <a:ea typeface="Fira Sans Extra Condensed"/>
              <a:cs typeface="Fira Sans Extra Condensed"/>
              <a:sym typeface="Fira Sans Extra Condensed"/>
            </a:endParaRPr>
          </a:p>
        </p:txBody>
      </p:sp>
      <p:sp>
        <p:nvSpPr>
          <p:cNvPr id="263" name="Google Shape;263;p27"/>
          <p:cNvSpPr txBox="1"/>
          <p:nvPr/>
        </p:nvSpPr>
        <p:spPr>
          <a:xfrm>
            <a:off x="2282925" y="1586751"/>
            <a:ext cx="1768500" cy="2310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Lato"/>
              <a:ea typeface="Lato"/>
              <a:cs typeface="Lato"/>
              <a:sym typeface="Lato"/>
            </a:endParaRPr>
          </a:p>
        </p:txBody>
      </p:sp>
      <p:sp>
        <p:nvSpPr>
          <p:cNvPr id="264" name="Google Shape;264;p27"/>
          <p:cNvSpPr txBox="1"/>
          <p:nvPr/>
        </p:nvSpPr>
        <p:spPr>
          <a:xfrm>
            <a:off x="6352150" y="3846451"/>
            <a:ext cx="2535300" cy="3231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800"/>
              <a:buFont typeface="Arial"/>
              <a:buNone/>
            </a:pPr>
            <a:r>
              <a:t/>
            </a:r>
            <a:endParaRPr b="0" i="0" sz="600" u="none" cap="none" strike="noStrike">
              <a:solidFill>
                <a:srgbClr val="000000"/>
              </a:solidFill>
              <a:latin typeface="Lato"/>
              <a:ea typeface="Lato"/>
              <a:cs typeface="Lato"/>
              <a:sym typeface="Lato"/>
            </a:endParaRPr>
          </a:p>
          <a:p>
            <a:pPr indent="0" lvl="0" marL="0" marR="0" rtl="0" algn="l">
              <a:lnSpc>
                <a:spcPct val="100000"/>
              </a:lnSpc>
              <a:spcBef>
                <a:spcPts val="0"/>
              </a:spcBef>
              <a:spcAft>
                <a:spcPts val="0"/>
              </a:spcAft>
              <a:buClr>
                <a:srgbClr val="000000"/>
              </a:buClr>
              <a:buSzPts val="800"/>
              <a:buFont typeface="Arial"/>
              <a:buNone/>
            </a:pPr>
            <a:r>
              <a:t/>
            </a:r>
            <a:endParaRPr b="0" i="0" sz="600" u="none" cap="none" strike="noStrike">
              <a:solidFill>
                <a:srgbClr val="000000"/>
              </a:solidFill>
              <a:latin typeface="Lato"/>
              <a:ea typeface="Lato"/>
              <a:cs typeface="Lato"/>
              <a:sym typeface="Lato"/>
            </a:endParaRPr>
          </a:p>
        </p:txBody>
      </p:sp>
      <p:sp>
        <p:nvSpPr>
          <p:cNvPr id="265" name="Google Shape;265;p27"/>
          <p:cNvSpPr txBox="1"/>
          <p:nvPr/>
        </p:nvSpPr>
        <p:spPr>
          <a:xfrm>
            <a:off x="7329850" y="2714300"/>
            <a:ext cx="1729800" cy="2310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800"/>
              <a:buFont typeface="Arial"/>
              <a:buNone/>
            </a:pPr>
            <a:r>
              <a:t/>
            </a:r>
            <a:endParaRPr b="0" i="0" sz="600" u="none" cap="none" strike="noStrike">
              <a:solidFill>
                <a:srgbClr val="000000"/>
              </a:solidFill>
              <a:latin typeface="Lato"/>
              <a:ea typeface="Lato"/>
              <a:cs typeface="Lato"/>
              <a:sym typeface="Lato"/>
            </a:endParaRPr>
          </a:p>
        </p:txBody>
      </p:sp>
      <p:sp>
        <p:nvSpPr>
          <p:cNvPr id="266" name="Google Shape;266;p27"/>
          <p:cNvSpPr txBox="1"/>
          <p:nvPr/>
        </p:nvSpPr>
        <p:spPr>
          <a:xfrm>
            <a:off x="7523475" y="1442425"/>
            <a:ext cx="1629300" cy="2310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600"/>
              <a:buFont typeface="Arial"/>
              <a:buNone/>
            </a:pPr>
            <a:r>
              <a:t/>
            </a:r>
            <a:endParaRPr b="0" i="0" sz="600" u="none" cap="none" strike="noStrike">
              <a:solidFill>
                <a:srgbClr val="000000"/>
              </a:solidFill>
              <a:latin typeface="Lato"/>
              <a:ea typeface="Lato"/>
              <a:cs typeface="Lato"/>
              <a:sym typeface="Lato"/>
            </a:endParaRPr>
          </a:p>
        </p:txBody>
      </p:sp>
      <p:pic>
        <p:nvPicPr>
          <p:cNvPr id="267" name="Google Shape;267;p27"/>
          <p:cNvPicPr preferRelativeResize="0"/>
          <p:nvPr/>
        </p:nvPicPr>
        <p:blipFill rotWithShape="1">
          <a:blip r:embed="rId3">
            <a:alphaModFix/>
          </a:blip>
          <a:srcRect b="0" l="0" r="0" t="0"/>
          <a:stretch/>
        </p:blipFill>
        <p:spPr>
          <a:xfrm>
            <a:off x="15387700" y="660013"/>
            <a:ext cx="638568" cy="903173"/>
          </a:xfrm>
          <a:prstGeom prst="rect">
            <a:avLst/>
          </a:prstGeom>
          <a:noFill/>
          <a:ln>
            <a:noFill/>
          </a:ln>
        </p:spPr>
      </p:pic>
      <p:pic>
        <p:nvPicPr>
          <p:cNvPr id="268" name="Google Shape;268;p27" title="noun-map-7657885.png"/>
          <p:cNvPicPr preferRelativeResize="0"/>
          <p:nvPr/>
        </p:nvPicPr>
        <p:blipFill rotWithShape="1">
          <a:blip r:embed="rId4">
            <a:alphaModFix/>
          </a:blip>
          <a:srcRect b="19394" l="0" r="0" t="0"/>
          <a:stretch/>
        </p:blipFill>
        <p:spPr>
          <a:xfrm>
            <a:off x="15236863" y="2537361"/>
            <a:ext cx="982474" cy="791950"/>
          </a:xfrm>
          <a:prstGeom prst="rect">
            <a:avLst/>
          </a:prstGeom>
          <a:noFill/>
          <a:ln>
            <a:noFill/>
          </a:ln>
        </p:spPr>
      </p:pic>
      <p:sp>
        <p:nvSpPr>
          <p:cNvPr id="269" name="Google Shape;269;p27"/>
          <p:cNvSpPr txBox="1"/>
          <p:nvPr/>
        </p:nvSpPr>
        <p:spPr>
          <a:xfrm>
            <a:off x="67700" y="4620825"/>
            <a:ext cx="1629300" cy="692700"/>
          </a:xfrm>
          <a:prstGeom prst="rect">
            <a:avLst/>
          </a:prstGeom>
          <a:noFill/>
          <a:ln>
            <a:noFill/>
          </a:ln>
        </p:spPr>
        <p:txBody>
          <a:bodyPr anchorCtr="0" anchor="t" bIns="68575" lIns="68575" spcFirstLastPara="1" rIns="68575" wrap="square" tIns="68575">
            <a:spAutoFit/>
          </a:bodyPr>
          <a:lstStyle/>
          <a:p>
            <a:pPr indent="-304800" lvl="0" marL="457200" marR="0" rtl="0" algn="l">
              <a:lnSpc>
                <a:spcPct val="100000"/>
              </a:lnSpc>
              <a:spcBef>
                <a:spcPts val="0"/>
              </a:spcBef>
              <a:spcAft>
                <a:spcPts val="0"/>
              </a:spcAft>
              <a:buClr>
                <a:srgbClr val="000000"/>
              </a:buClr>
              <a:buSzPts val="1200"/>
              <a:buFont typeface="Lato"/>
              <a:buAutoNum type="arabicPeriod"/>
            </a:pPr>
            <a:r>
              <a:rPr lang="en-GB" sz="1200">
                <a:latin typeface="Gill Sans"/>
                <a:ea typeface="Gill Sans"/>
                <a:cs typeface="Gill Sans"/>
                <a:sym typeface="Gill Sans"/>
              </a:rPr>
              <a:t>How diverse is Christianity in the USA?</a:t>
            </a:r>
            <a:endParaRPr b="0" i="0" sz="1200" u="none" cap="none" strike="noStrike">
              <a:solidFill>
                <a:srgbClr val="000000"/>
              </a:solidFill>
              <a:latin typeface="Lato"/>
              <a:ea typeface="Lato"/>
              <a:cs typeface="Lato"/>
              <a:sym typeface="Lato"/>
            </a:endParaRPr>
          </a:p>
        </p:txBody>
      </p:sp>
      <p:sp>
        <p:nvSpPr>
          <p:cNvPr id="270" name="Google Shape;270;p27"/>
          <p:cNvSpPr txBox="1"/>
          <p:nvPr/>
        </p:nvSpPr>
        <p:spPr>
          <a:xfrm>
            <a:off x="2069326" y="3451925"/>
            <a:ext cx="1833900" cy="692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Gill Sans"/>
                <a:ea typeface="Gill Sans"/>
                <a:cs typeface="Gill Sans"/>
                <a:sym typeface="Gill Sans"/>
              </a:rPr>
              <a:t>2. </a:t>
            </a:r>
            <a:r>
              <a:rPr lang="en-GB" sz="1200">
                <a:latin typeface="Gill Sans"/>
                <a:ea typeface="Gill Sans"/>
                <a:cs typeface="Gill Sans"/>
                <a:sym typeface="Gill Sans"/>
              </a:rPr>
              <a:t>What are the largest Christian groups in the USA?</a:t>
            </a:r>
            <a:endParaRPr b="0" i="0" sz="1200" u="none" cap="none" strike="noStrike">
              <a:solidFill>
                <a:srgbClr val="000000"/>
              </a:solidFill>
              <a:latin typeface="Lato"/>
              <a:ea typeface="Lato"/>
              <a:cs typeface="Lato"/>
              <a:sym typeface="Lato"/>
            </a:endParaRPr>
          </a:p>
        </p:txBody>
      </p:sp>
      <p:sp>
        <p:nvSpPr>
          <p:cNvPr id="271" name="Google Shape;271;p27"/>
          <p:cNvSpPr txBox="1"/>
          <p:nvPr/>
        </p:nvSpPr>
        <p:spPr>
          <a:xfrm>
            <a:off x="5798950" y="4973025"/>
            <a:ext cx="1833900" cy="8775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Gill Sans"/>
                <a:ea typeface="Gill Sans"/>
                <a:cs typeface="Gill Sans"/>
                <a:sym typeface="Gill Sans"/>
              </a:rPr>
              <a:t>3. </a:t>
            </a:r>
            <a:r>
              <a:rPr lang="en-GB" sz="1200">
                <a:latin typeface="Gill Sans"/>
                <a:ea typeface="Gill Sans"/>
                <a:cs typeface="Gill Sans"/>
                <a:sym typeface="Gill Sans"/>
              </a:rPr>
              <a:t>What is the history and development of the Church of Jesus Christ of Latter Day Saints?</a:t>
            </a:r>
            <a:endParaRPr b="0" i="0" sz="1200" u="none" cap="none" strike="noStrike">
              <a:solidFill>
                <a:srgbClr val="000000"/>
              </a:solidFill>
              <a:latin typeface="Lato"/>
              <a:ea typeface="Lato"/>
              <a:cs typeface="Lato"/>
              <a:sym typeface="Lato"/>
            </a:endParaRPr>
          </a:p>
        </p:txBody>
      </p:sp>
      <p:sp>
        <p:nvSpPr>
          <p:cNvPr id="272" name="Google Shape;272;p27"/>
          <p:cNvSpPr txBox="1"/>
          <p:nvPr/>
        </p:nvSpPr>
        <p:spPr>
          <a:xfrm>
            <a:off x="2524575" y="1087800"/>
            <a:ext cx="1629300" cy="692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Gill Sans"/>
                <a:ea typeface="Gill Sans"/>
                <a:cs typeface="Gill Sans"/>
                <a:sym typeface="Gill Sans"/>
              </a:rPr>
              <a:t>4. </a:t>
            </a:r>
            <a:r>
              <a:rPr lang="en-GB" sz="1200">
                <a:latin typeface="Gill Sans"/>
                <a:ea typeface="Gill Sans"/>
                <a:cs typeface="Gill Sans"/>
                <a:sym typeface="Gill Sans"/>
              </a:rPr>
              <a:t>What is the history and development of the Amish?</a:t>
            </a:r>
            <a:endParaRPr b="0" i="0" sz="1200" u="none" cap="none" strike="noStrike">
              <a:solidFill>
                <a:srgbClr val="000000"/>
              </a:solidFill>
              <a:latin typeface="Lato"/>
              <a:ea typeface="Lato"/>
              <a:cs typeface="Lato"/>
              <a:sym typeface="Lato"/>
            </a:endParaRPr>
          </a:p>
        </p:txBody>
      </p:sp>
      <p:sp>
        <p:nvSpPr>
          <p:cNvPr id="273" name="Google Shape;273;p27"/>
          <p:cNvSpPr/>
          <p:nvPr/>
        </p:nvSpPr>
        <p:spPr>
          <a:xfrm>
            <a:off x="7766043" y="3022296"/>
            <a:ext cx="358693" cy="429617"/>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FFFFFF"/>
                </a:solidFill>
                <a:latin typeface="Fira Sans Extra Condensed"/>
                <a:ea typeface="Fira Sans Extra Condensed"/>
                <a:cs typeface="Fira Sans Extra Condensed"/>
                <a:sym typeface="Fira Sans Extra Condensed"/>
              </a:rPr>
              <a:t>5</a:t>
            </a:r>
            <a:endParaRPr b="1" i="0" sz="1200" u="none" cap="none" strike="noStrike">
              <a:solidFill>
                <a:srgbClr val="FFFFFF"/>
              </a:solidFill>
              <a:latin typeface="Fira Sans Extra Condensed"/>
              <a:ea typeface="Fira Sans Extra Condensed"/>
              <a:cs typeface="Fira Sans Extra Condensed"/>
              <a:sym typeface="Fira Sans Extra Condensed"/>
            </a:endParaRPr>
          </a:p>
        </p:txBody>
      </p:sp>
      <p:sp>
        <p:nvSpPr>
          <p:cNvPr id="274" name="Google Shape;274;p27"/>
          <p:cNvSpPr txBox="1"/>
          <p:nvPr/>
        </p:nvSpPr>
        <p:spPr>
          <a:xfrm>
            <a:off x="7831800" y="3558825"/>
            <a:ext cx="1320900" cy="692700"/>
          </a:xfrm>
          <a:prstGeom prst="rect">
            <a:avLst/>
          </a:prstGeom>
          <a:noFill/>
          <a:ln>
            <a:noFill/>
          </a:ln>
        </p:spPr>
        <p:txBody>
          <a:bodyPr anchorCtr="0" anchor="t" bIns="68575" lIns="68575" spcFirstLastPara="1" rIns="68575" wrap="square" tIns="68575">
            <a:spAutoFit/>
          </a:bodyPr>
          <a:lstStyle/>
          <a:p>
            <a:pPr indent="0" lvl="0" marL="0" marR="0" rtl="0" algn="l">
              <a:lnSpc>
                <a:spcPct val="100000"/>
              </a:lnSpc>
              <a:spcBef>
                <a:spcPts val="0"/>
              </a:spcBef>
              <a:spcAft>
                <a:spcPts val="0"/>
              </a:spcAft>
              <a:buClr>
                <a:srgbClr val="000000"/>
              </a:buClr>
              <a:buSzPts val="1200"/>
              <a:buFont typeface="Arial"/>
              <a:buNone/>
            </a:pPr>
            <a:r>
              <a:rPr b="0" i="0" lang="en-GB" sz="1200" u="none" cap="none" strike="noStrike">
                <a:solidFill>
                  <a:srgbClr val="000000"/>
                </a:solidFill>
                <a:latin typeface="Gill Sans"/>
                <a:ea typeface="Gill Sans"/>
                <a:cs typeface="Gill Sans"/>
                <a:sym typeface="Gill Sans"/>
              </a:rPr>
              <a:t>5. </a:t>
            </a:r>
            <a:r>
              <a:rPr lang="en-GB" sz="1200">
                <a:latin typeface="Gill Sans"/>
                <a:ea typeface="Gill Sans"/>
                <a:cs typeface="Gill Sans"/>
                <a:sym typeface="Gill Sans"/>
              </a:rPr>
              <a:t>Why is the Prosperity Gospel controversial? </a:t>
            </a:r>
            <a:endParaRPr b="0" i="0" sz="1200" u="none" cap="none" strike="noStrike">
              <a:solidFill>
                <a:srgbClr val="000000"/>
              </a:solidFill>
              <a:latin typeface="Lato"/>
              <a:ea typeface="Lato"/>
              <a:cs typeface="Lato"/>
              <a:sym typeface="Lato"/>
            </a:endParaRPr>
          </a:p>
        </p:txBody>
      </p:sp>
      <p:sp>
        <p:nvSpPr>
          <p:cNvPr id="275" name="Google Shape;275;p27"/>
          <p:cNvSpPr/>
          <p:nvPr/>
        </p:nvSpPr>
        <p:spPr>
          <a:xfrm>
            <a:off x="5572893" y="230396"/>
            <a:ext cx="358693" cy="429617"/>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FFFFFF"/>
                </a:solidFill>
                <a:latin typeface="Fira Sans Extra Condensed"/>
                <a:ea typeface="Fira Sans Extra Condensed"/>
                <a:cs typeface="Fira Sans Extra Condensed"/>
                <a:sym typeface="Fira Sans Extra Condensed"/>
              </a:rPr>
              <a:t>6</a:t>
            </a:r>
            <a:endParaRPr b="1" i="0" sz="1200" u="none" cap="none" strike="noStrike">
              <a:solidFill>
                <a:srgbClr val="FFFFFF"/>
              </a:solidFill>
              <a:latin typeface="Fira Sans Extra Condensed"/>
              <a:ea typeface="Fira Sans Extra Condensed"/>
              <a:cs typeface="Fira Sans Extra Condensed"/>
              <a:sym typeface="Fira Sans Extra Condensed"/>
            </a:endParaRPr>
          </a:p>
        </p:txBody>
      </p:sp>
      <p:sp>
        <p:nvSpPr>
          <p:cNvPr id="276" name="Google Shape;276;p27"/>
          <p:cNvSpPr/>
          <p:nvPr/>
        </p:nvSpPr>
        <p:spPr>
          <a:xfrm>
            <a:off x="7981768" y="901896"/>
            <a:ext cx="358693" cy="429617"/>
          </a:xfrm>
          <a:custGeom>
            <a:rect b="b" l="l" r="r" t="t"/>
            <a:pathLst>
              <a:path extrusionOk="0" h="10725" w="8955">
                <a:moveTo>
                  <a:pt x="4477" y="0"/>
                </a:moveTo>
                <a:cubicBezTo>
                  <a:pt x="2013" y="0"/>
                  <a:pt x="1" y="2000"/>
                  <a:pt x="1" y="4477"/>
                </a:cubicBezTo>
                <a:cubicBezTo>
                  <a:pt x="1" y="7418"/>
                  <a:pt x="3299" y="9978"/>
                  <a:pt x="4227" y="10644"/>
                </a:cubicBezTo>
                <a:cubicBezTo>
                  <a:pt x="4305" y="10698"/>
                  <a:pt x="4391" y="10725"/>
                  <a:pt x="4477" y="10725"/>
                </a:cubicBezTo>
                <a:cubicBezTo>
                  <a:pt x="4564" y="10725"/>
                  <a:pt x="4650" y="10698"/>
                  <a:pt x="4727" y="10644"/>
                </a:cubicBezTo>
                <a:cubicBezTo>
                  <a:pt x="5668" y="9978"/>
                  <a:pt x="8954" y="7418"/>
                  <a:pt x="8954" y="4477"/>
                </a:cubicBezTo>
                <a:cubicBezTo>
                  <a:pt x="8954" y="2000"/>
                  <a:pt x="6954" y="0"/>
                  <a:pt x="4477" y="0"/>
                </a:cubicBezTo>
                <a:close/>
              </a:path>
            </a:pathLst>
          </a:custGeom>
          <a:solidFill>
            <a:srgbClr val="59595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1" i="0" lang="en-GB" sz="1200" u="none" cap="none" strike="noStrike">
                <a:solidFill>
                  <a:srgbClr val="FFFFFF"/>
                </a:solidFill>
                <a:latin typeface="Fira Sans Extra Condensed"/>
                <a:ea typeface="Fira Sans Extra Condensed"/>
                <a:cs typeface="Fira Sans Extra Condensed"/>
                <a:sym typeface="Fira Sans Extra Condensed"/>
              </a:rPr>
              <a:t>7</a:t>
            </a:r>
            <a:endParaRPr b="1" i="0" sz="1200" u="none" cap="none" strike="noStrike">
              <a:solidFill>
                <a:srgbClr val="FFFFFF"/>
              </a:solidFill>
              <a:latin typeface="Fira Sans Extra Condensed"/>
              <a:ea typeface="Fira Sans Extra Condensed"/>
              <a:cs typeface="Fira Sans Extra Condensed"/>
              <a:sym typeface="Fira Sans Extra Condensed"/>
            </a:endParaRPr>
          </a:p>
        </p:txBody>
      </p:sp>
      <p:sp>
        <p:nvSpPr>
          <p:cNvPr id="277" name="Google Shape;277;p27"/>
          <p:cNvSpPr txBox="1"/>
          <p:nvPr/>
        </p:nvSpPr>
        <p:spPr>
          <a:xfrm>
            <a:off x="4306501" y="319375"/>
            <a:ext cx="1378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lang="en-GB" sz="1200">
                <a:latin typeface="Gill Sans"/>
                <a:ea typeface="Gill Sans"/>
                <a:cs typeface="Gill Sans"/>
                <a:sym typeface="Gill Sans"/>
              </a:rPr>
              <a:t>6. What do fundamental Christians believe about creation? </a:t>
            </a:r>
            <a:endParaRPr b="0" i="0" sz="1200" u="none" cap="none" strike="noStrike">
              <a:solidFill>
                <a:srgbClr val="000000"/>
              </a:solidFill>
              <a:latin typeface="Gill Sans"/>
              <a:ea typeface="Gill Sans"/>
              <a:cs typeface="Gill Sans"/>
              <a:sym typeface="Gill Sans"/>
            </a:endParaRPr>
          </a:p>
        </p:txBody>
      </p:sp>
      <p:sp>
        <p:nvSpPr>
          <p:cNvPr id="278" name="Google Shape;278;p27"/>
          <p:cNvSpPr txBox="1"/>
          <p:nvPr/>
        </p:nvSpPr>
        <p:spPr>
          <a:xfrm>
            <a:off x="7329850" y="58667"/>
            <a:ext cx="1729800" cy="7389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lang="en-GB" sz="1200">
                <a:latin typeface="Gill Sans"/>
                <a:ea typeface="Gill Sans"/>
                <a:cs typeface="Gill Sans"/>
                <a:sym typeface="Gill Sans"/>
              </a:rPr>
              <a:t>7. How are religion and politics connected in the USA? *</a:t>
            </a:r>
            <a:endParaRPr b="0" i="0" sz="1200" u="none" cap="none" strike="noStrike">
              <a:solidFill>
                <a:srgbClr val="000000"/>
              </a:solidFill>
              <a:latin typeface="Gill Sans"/>
              <a:ea typeface="Gill Sans"/>
              <a:cs typeface="Gill Sans"/>
              <a:sym typeface="Gill Sans"/>
            </a:endParaRPr>
          </a:p>
        </p:txBody>
      </p:sp>
      <p:sp>
        <p:nvSpPr>
          <p:cNvPr id="279" name="Google Shape;279;p27"/>
          <p:cNvSpPr/>
          <p:nvPr/>
        </p:nvSpPr>
        <p:spPr>
          <a:xfrm>
            <a:off x="0" y="1087800"/>
            <a:ext cx="1833900" cy="2493300"/>
          </a:xfrm>
          <a:prstGeom prst="roundRect">
            <a:avLst>
              <a:gd fmla="val 8605" name="adj"/>
            </a:avLst>
          </a:prstGeom>
          <a:noFill/>
          <a:ln cap="flat" cmpd="sng" w="19050">
            <a:solidFill>
              <a:srgbClr val="595959"/>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GB" sz="1700">
                <a:latin typeface="Gill Sans"/>
                <a:ea typeface="Gill Sans"/>
                <a:cs typeface="Gill Sans"/>
                <a:sym typeface="Gill Sans"/>
              </a:rPr>
              <a:t>Core concepts</a:t>
            </a:r>
            <a:endParaRPr b="1" i="0" sz="1700" u="none" cap="none" strike="noStrike">
              <a:solidFill>
                <a:srgbClr val="000000"/>
              </a:solidFill>
              <a:latin typeface="Gill Sans"/>
              <a:ea typeface="Gill Sans"/>
              <a:cs typeface="Gill Sans"/>
              <a:sym typeface="Gill Sans"/>
            </a:endParaRPr>
          </a:p>
        </p:txBody>
      </p:sp>
      <p:sp>
        <p:nvSpPr>
          <p:cNvPr id="280" name="Google Shape;280;p27"/>
          <p:cNvSpPr txBox="1"/>
          <p:nvPr/>
        </p:nvSpPr>
        <p:spPr>
          <a:xfrm>
            <a:off x="518510" y="1497981"/>
            <a:ext cx="1378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lang="en-GB" sz="1600">
                <a:latin typeface="Gill Sans"/>
                <a:ea typeface="Gill Sans"/>
                <a:cs typeface="Gill Sans"/>
                <a:sym typeface="Gill Sans"/>
              </a:rPr>
              <a:t>Belief</a:t>
            </a:r>
            <a:endParaRPr b="1" i="0" sz="1600" u="none" cap="none" strike="noStrike">
              <a:solidFill>
                <a:srgbClr val="000000"/>
              </a:solidFill>
              <a:latin typeface="Gill Sans"/>
              <a:ea typeface="Gill Sans"/>
              <a:cs typeface="Gill Sans"/>
              <a:sym typeface="Gill Sans"/>
            </a:endParaRPr>
          </a:p>
        </p:txBody>
      </p:sp>
      <p:sp>
        <p:nvSpPr>
          <p:cNvPr id="281" name="Google Shape;281;p27"/>
          <p:cNvSpPr txBox="1"/>
          <p:nvPr/>
        </p:nvSpPr>
        <p:spPr>
          <a:xfrm>
            <a:off x="518506" y="2842189"/>
            <a:ext cx="1378500" cy="431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lang="en-GB" sz="1600">
                <a:latin typeface="Gill Sans"/>
                <a:ea typeface="Gill Sans"/>
                <a:cs typeface="Gill Sans"/>
                <a:sym typeface="Gill Sans"/>
              </a:rPr>
              <a:t>Community</a:t>
            </a:r>
            <a:endParaRPr b="1" i="0" sz="1600" u="none" cap="none" strike="noStrike">
              <a:solidFill>
                <a:srgbClr val="000000"/>
              </a:solidFill>
              <a:latin typeface="Gill Sans"/>
              <a:ea typeface="Gill Sans"/>
              <a:cs typeface="Gill Sans"/>
              <a:sym typeface="Gill Sans"/>
            </a:endParaRPr>
          </a:p>
        </p:txBody>
      </p:sp>
      <p:pic>
        <p:nvPicPr>
          <p:cNvPr id="282" name="Google Shape;282;p27" title="RS 03.png"/>
          <p:cNvPicPr preferRelativeResize="0"/>
          <p:nvPr/>
        </p:nvPicPr>
        <p:blipFill>
          <a:blip r:embed="rId5">
            <a:alphaModFix/>
          </a:blip>
          <a:stretch>
            <a:fillRect/>
          </a:stretch>
        </p:blipFill>
        <p:spPr>
          <a:xfrm>
            <a:off x="36649" y="2705783"/>
            <a:ext cx="487475" cy="487475"/>
          </a:xfrm>
          <a:prstGeom prst="rect">
            <a:avLst/>
          </a:prstGeom>
          <a:noFill/>
          <a:ln>
            <a:noFill/>
          </a:ln>
        </p:spPr>
      </p:pic>
      <p:pic>
        <p:nvPicPr>
          <p:cNvPr id="283" name="Google Shape;283;p27" title="RS 04.png"/>
          <p:cNvPicPr preferRelativeResize="0"/>
          <p:nvPr/>
        </p:nvPicPr>
        <p:blipFill>
          <a:blip r:embed="rId6">
            <a:alphaModFix/>
          </a:blip>
          <a:stretch>
            <a:fillRect/>
          </a:stretch>
        </p:blipFill>
        <p:spPr>
          <a:xfrm>
            <a:off x="36621" y="1624407"/>
            <a:ext cx="487475" cy="487475"/>
          </a:xfrm>
          <a:prstGeom prst="rect">
            <a:avLst/>
          </a:prstGeom>
          <a:noFill/>
          <a:ln>
            <a:noFill/>
          </a:ln>
        </p:spPr>
      </p:pic>
      <p:pic>
        <p:nvPicPr>
          <p:cNvPr id="284" name="Google Shape;284;p27" title="RS 05.png"/>
          <p:cNvPicPr preferRelativeResize="0"/>
          <p:nvPr/>
        </p:nvPicPr>
        <p:blipFill>
          <a:blip r:embed="rId7">
            <a:alphaModFix/>
          </a:blip>
          <a:stretch>
            <a:fillRect/>
          </a:stretch>
        </p:blipFill>
        <p:spPr>
          <a:xfrm>
            <a:off x="45366" y="2165084"/>
            <a:ext cx="487475" cy="487475"/>
          </a:xfrm>
          <a:prstGeom prst="rect">
            <a:avLst/>
          </a:prstGeom>
          <a:noFill/>
          <a:ln>
            <a:noFill/>
          </a:ln>
        </p:spPr>
      </p:pic>
      <p:sp>
        <p:nvSpPr>
          <p:cNvPr id="285" name="Google Shape;285;p27"/>
          <p:cNvSpPr txBox="1"/>
          <p:nvPr/>
        </p:nvSpPr>
        <p:spPr>
          <a:xfrm>
            <a:off x="550988" y="1935194"/>
            <a:ext cx="1378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800"/>
              <a:buFont typeface="Arial"/>
              <a:buNone/>
            </a:pPr>
            <a:r>
              <a:rPr b="1" lang="en-GB" sz="1600">
                <a:latin typeface="Gill Sans"/>
                <a:ea typeface="Gill Sans"/>
                <a:cs typeface="Gill Sans"/>
                <a:sym typeface="Gill Sans"/>
              </a:rPr>
              <a:t>Wisdom and authority</a:t>
            </a:r>
            <a:endParaRPr b="1" i="0" sz="1600" u="none" cap="none" strike="noStrike">
              <a:solidFill>
                <a:srgbClr val="000000"/>
              </a:solidFill>
              <a:latin typeface="Gill Sans"/>
              <a:ea typeface="Gill Sans"/>
              <a:cs typeface="Gill Sans"/>
              <a:sym typeface="Gill Sans"/>
            </a:endParaRPr>
          </a:p>
        </p:txBody>
      </p:sp>
      <p:pic>
        <p:nvPicPr>
          <p:cNvPr id="286" name="Google Shape;286;p27"/>
          <p:cNvPicPr preferRelativeResize="0"/>
          <p:nvPr/>
        </p:nvPicPr>
        <p:blipFill>
          <a:blip r:embed="rId8">
            <a:alphaModFix/>
          </a:blip>
          <a:stretch>
            <a:fillRect/>
          </a:stretch>
        </p:blipFill>
        <p:spPr>
          <a:xfrm>
            <a:off x="157425" y="5313525"/>
            <a:ext cx="638575" cy="638575"/>
          </a:xfrm>
          <a:prstGeom prst="rect">
            <a:avLst/>
          </a:prstGeom>
          <a:noFill/>
          <a:ln>
            <a:noFill/>
          </a:ln>
        </p:spPr>
      </p:pic>
      <p:pic>
        <p:nvPicPr>
          <p:cNvPr id="287" name="Google Shape;287;p27"/>
          <p:cNvPicPr preferRelativeResize="0"/>
          <p:nvPr/>
        </p:nvPicPr>
        <p:blipFill>
          <a:blip r:embed="rId9">
            <a:alphaModFix/>
          </a:blip>
          <a:stretch>
            <a:fillRect/>
          </a:stretch>
        </p:blipFill>
        <p:spPr>
          <a:xfrm>
            <a:off x="2069325" y="4162888"/>
            <a:ext cx="575875" cy="575875"/>
          </a:xfrm>
          <a:prstGeom prst="rect">
            <a:avLst/>
          </a:prstGeom>
          <a:noFill/>
          <a:ln>
            <a:noFill/>
          </a:ln>
        </p:spPr>
      </p:pic>
      <p:pic>
        <p:nvPicPr>
          <p:cNvPr id="288" name="Google Shape;288;p27"/>
          <p:cNvPicPr preferRelativeResize="0"/>
          <p:nvPr/>
        </p:nvPicPr>
        <p:blipFill>
          <a:blip r:embed="rId10">
            <a:alphaModFix/>
          </a:blip>
          <a:stretch>
            <a:fillRect/>
          </a:stretch>
        </p:blipFill>
        <p:spPr>
          <a:xfrm>
            <a:off x="7002575" y="5676650"/>
            <a:ext cx="877500" cy="877500"/>
          </a:xfrm>
          <a:prstGeom prst="rect">
            <a:avLst/>
          </a:prstGeom>
          <a:noFill/>
          <a:ln>
            <a:noFill/>
          </a:ln>
        </p:spPr>
      </p:pic>
      <p:pic>
        <p:nvPicPr>
          <p:cNvPr id="289" name="Google Shape;289;p27"/>
          <p:cNvPicPr preferRelativeResize="0"/>
          <p:nvPr/>
        </p:nvPicPr>
        <p:blipFill>
          <a:blip r:embed="rId11">
            <a:alphaModFix/>
          </a:blip>
          <a:stretch>
            <a:fillRect/>
          </a:stretch>
        </p:blipFill>
        <p:spPr>
          <a:xfrm>
            <a:off x="2447475" y="1740375"/>
            <a:ext cx="791950" cy="791950"/>
          </a:xfrm>
          <a:prstGeom prst="rect">
            <a:avLst/>
          </a:prstGeom>
          <a:noFill/>
          <a:ln>
            <a:noFill/>
          </a:ln>
        </p:spPr>
      </p:pic>
      <p:pic>
        <p:nvPicPr>
          <p:cNvPr id="290" name="Google Shape;290;p27"/>
          <p:cNvPicPr preferRelativeResize="0"/>
          <p:nvPr/>
        </p:nvPicPr>
        <p:blipFill>
          <a:blip r:embed="rId12">
            <a:alphaModFix/>
          </a:blip>
          <a:stretch>
            <a:fillRect/>
          </a:stretch>
        </p:blipFill>
        <p:spPr>
          <a:xfrm>
            <a:off x="8096280" y="4144630"/>
            <a:ext cx="791950" cy="791950"/>
          </a:xfrm>
          <a:prstGeom prst="rect">
            <a:avLst/>
          </a:prstGeom>
          <a:noFill/>
          <a:ln>
            <a:noFill/>
          </a:ln>
        </p:spPr>
      </p:pic>
      <p:pic>
        <p:nvPicPr>
          <p:cNvPr id="291" name="Google Shape;291;p27"/>
          <p:cNvPicPr preferRelativeResize="0"/>
          <p:nvPr/>
        </p:nvPicPr>
        <p:blipFill>
          <a:blip r:embed="rId13">
            <a:alphaModFix/>
          </a:blip>
          <a:stretch>
            <a:fillRect/>
          </a:stretch>
        </p:blipFill>
        <p:spPr>
          <a:xfrm>
            <a:off x="4564350" y="901900"/>
            <a:ext cx="877500" cy="877500"/>
          </a:xfrm>
          <a:prstGeom prst="rect">
            <a:avLst/>
          </a:prstGeom>
          <a:noFill/>
          <a:ln>
            <a:noFill/>
          </a:ln>
        </p:spPr>
      </p:pic>
      <p:pic>
        <p:nvPicPr>
          <p:cNvPr id="292" name="Google Shape;292;p27"/>
          <p:cNvPicPr preferRelativeResize="0"/>
          <p:nvPr/>
        </p:nvPicPr>
        <p:blipFill>
          <a:blip r:embed="rId14">
            <a:alphaModFix/>
          </a:blip>
          <a:stretch>
            <a:fillRect/>
          </a:stretch>
        </p:blipFill>
        <p:spPr>
          <a:xfrm>
            <a:off x="8340450" y="1703625"/>
            <a:ext cx="638575" cy="6385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28"/>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298" name="Google Shape;298;p28"/>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graphicFrame>
        <p:nvGraphicFramePr>
          <p:cNvPr id="299" name="Google Shape;299;p28"/>
          <p:cNvGraphicFramePr/>
          <p:nvPr/>
        </p:nvGraphicFramePr>
        <p:xfrm>
          <a:off x="258675" y="2214317"/>
          <a:ext cx="3000000" cy="3000000"/>
        </p:xfrm>
        <a:graphic>
          <a:graphicData uri="http://schemas.openxmlformats.org/drawingml/2006/table">
            <a:tbl>
              <a:tblPr>
                <a:noFill/>
                <a:tableStyleId>{69A92730-3355-4AB5-A547-8A1C514AEFEC}</a:tableStyleId>
              </a:tblPr>
              <a:tblGrid>
                <a:gridCol w="2840200"/>
                <a:gridCol w="2840200"/>
                <a:gridCol w="2840200"/>
              </a:tblGrid>
              <a:tr h="1772900">
                <a:tc>
                  <a:txBody>
                    <a:bodyPr/>
                    <a:lstStyle/>
                    <a:p>
                      <a:pPr indent="0" lvl="0" marL="0" rtl="0" algn="l">
                        <a:lnSpc>
                          <a:spcPct val="115000"/>
                        </a:lnSpc>
                        <a:spcBef>
                          <a:spcPts val="1200"/>
                        </a:spcBef>
                        <a:spcAft>
                          <a:spcPts val="0"/>
                        </a:spcAft>
                        <a:buClr>
                          <a:schemeClr val="dk1"/>
                        </a:buClr>
                        <a:buSzPts val="1100"/>
                        <a:buFont typeface="Arial"/>
                        <a:buNone/>
                      </a:pPr>
                      <a:r>
                        <a:rPr b="1" lang="en-GB" sz="1300">
                          <a:solidFill>
                            <a:schemeClr val="dk1"/>
                          </a:solidFill>
                          <a:latin typeface="Gill Sans"/>
                          <a:ea typeface="Gill Sans"/>
                          <a:cs typeface="Gill Sans"/>
                          <a:sym typeface="Gill Sans"/>
                        </a:rPr>
                        <a:t>Christian (Genesis Creation)</a:t>
                      </a:r>
                      <a:endParaRPr b="1" sz="1300">
                        <a:solidFill>
                          <a:schemeClr val="dk1"/>
                        </a:solidFill>
                        <a:latin typeface="Gill Sans"/>
                        <a:ea typeface="Gill Sans"/>
                        <a:cs typeface="Gill Sans"/>
                        <a:sym typeface="Gill Sans"/>
                      </a:endParaRPr>
                    </a:p>
                    <a:p>
                      <a:pPr indent="0" lvl="0" marL="0" rtl="0" algn="l">
                        <a:lnSpc>
                          <a:spcPct val="115000"/>
                        </a:lnSpc>
                        <a:spcBef>
                          <a:spcPts val="1200"/>
                        </a:spcBef>
                        <a:spcAft>
                          <a:spcPts val="1200"/>
                        </a:spcAft>
                        <a:buClr>
                          <a:schemeClr val="dk1"/>
                        </a:buClr>
                        <a:buSzPts val="1100"/>
                        <a:buFont typeface="Arial"/>
                        <a:buNone/>
                      </a:pPr>
                      <a:r>
                        <a:rPr lang="en-GB" sz="1300">
                          <a:solidFill>
                            <a:schemeClr val="dk1"/>
                          </a:solidFill>
                          <a:latin typeface="Gill Sans"/>
                          <a:ea typeface="Gill Sans"/>
                          <a:cs typeface="Gill Sans"/>
                          <a:sym typeface="Gill Sans"/>
                        </a:rPr>
                        <a:t>In Genesis, God creates the world in six days and rests on the seventh. Humans are made in God’s image and given responsibility to care for the Earth.</a:t>
                      </a:r>
                      <a:endParaRPr>
                        <a:latin typeface="Gill Sans"/>
                        <a:ea typeface="Gill Sans"/>
                        <a:cs typeface="Gill Sans"/>
                        <a:sym typeface="Gill Sans"/>
                      </a:endParaRPr>
                    </a:p>
                  </a:txBody>
                  <a:tcPr marT="91425" marB="91425" marR="91425" marL="91425">
                    <a:solidFill>
                      <a:srgbClr val="EFEFEF"/>
                    </a:solidFill>
                  </a:tcPr>
                </a:tc>
                <a:tc>
                  <a:txBody>
                    <a:bodyPr/>
                    <a:lstStyle/>
                    <a:p>
                      <a:pPr indent="0" lvl="0" marL="0" rtl="0" algn="l">
                        <a:lnSpc>
                          <a:spcPct val="115000"/>
                        </a:lnSpc>
                        <a:spcBef>
                          <a:spcPts val="1200"/>
                        </a:spcBef>
                        <a:spcAft>
                          <a:spcPts val="0"/>
                        </a:spcAft>
                        <a:buClr>
                          <a:schemeClr val="dk1"/>
                        </a:buClr>
                        <a:buSzPts val="1100"/>
                        <a:buFont typeface="Arial"/>
                        <a:buNone/>
                      </a:pPr>
                      <a:r>
                        <a:rPr b="1" lang="en-GB" sz="1300">
                          <a:solidFill>
                            <a:schemeClr val="dk1"/>
                          </a:solidFill>
                          <a:latin typeface="Gill Sans"/>
                          <a:ea typeface="Gill Sans"/>
                          <a:cs typeface="Gill Sans"/>
                          <a:sym typeface="Gill Sans"/>
                        </a:rPr>
                        <a:t>Hindu Creation</a:t>
                      </a:r>
                      <a:endParaRPr b="1" sz="1300">
                        <a:solidFill>
                          <a:schemeClr val="dk1"/>
                        </a:solidFill>
                        <a:latin typeface="Gill Sans"/>
                        <a:ea typeface="Gill Sans"/>
                        <a:cs typeface="Gill Sans"/>
                        <a:sym typeface="Gill Sans"/>
                      </a:endParaRPr>
                    </a:p>
                    <a:p>
                      <a:pPr indent="0" lvl="0" marL="0" rtl="0" algn="l">
                        <a:lnSpc>
                          <a:spcPct val="115000"/>
                        </a:lnSpc>
                        <a:spcBef>
                          <a:spcPts val="1200"/>
                        </a:spcBef>
                        <a:spcAft>
                          <a:spcPts val="1200"/>
                        </a:spcAft>
                        <a:buClr>
                          <a:schemeClr val="dk1"/>
                        </a:buClr>
                        <a:buSzPts val="1100"/>
                        <a:buFont typeface="Arial"/>
                        <a:buNone/>
                      </a:pPr>
                      <a:r>
                        <a:rPr lang="en-GB" sz="1300">
                          <a:solidFill>
                            <a:schemeClr val="dk1"/>
                          </a:solidFill>
                          <a:latin typeface="Gill Sans"/>
                          <a:ea typeface="Gill Sans"/>
                          <a:cs typeface="Gill Sans"/>
                          <a:sym typeface="Gill Sans"/>
                        </a:rPr>
                        <a:t>Hindu traditions have several creation stories. Some say the universe came from a cosmic egg or was created by Brahma. Many Hindus believe the universe goes through endless cycles of creation and destruction.</a:t>
                      </a:r>
                      <a:endParaRPr>
                        <a:latin typeface="Gill Sans"/>
                        <a:ea typeface="Gill Sans"/>
                        <a:cs typeface="Gill Sans"/>
                        <a:sym typeface="Gill Sans"/>
                      </a:endParaRPr>
                    </a:p>
                  </a:txBody>
                  <a:tcPr marT="91425" marB="91425" marR="91425" marL="91425">
                    <a:solidFill>
                      <a:srgbClr val="EFEFEF"/>
                    </a:solidFill>
                  </a:tcPr>
                </a:tc>
                <a:tc>
                  <a:txBody>
                    <a:bodyPr/>
                    <a:lstStyle/>
                    <a:p>
                      <a:pPr indent="0" lvl="0" marL="0" rtl="0" algn="l">
                        <a:lnSpc>
                          <a:spcPct val="115000"/>
                        </a:lnSpc>
                        <a:spcBef>
                          <a:spcPts val="1200"/>
                        </a:spcBef>
                        <a:spcAft>
                          <a:spcPts val="0"/>
                        </a:spcAft>
                        <a:buClr>
                          <a:schemeClr val="dk1"/>
                        </a:buClr>
                        <a:buSzPts val="1100"/>
                        <a:buFont typeface="Arial"/>
                        <a:buNone/>
                      </a:pPr>
                      <a:r>
                        <a:rPr b="1" lang="en-GB" sz="1300">
                          <a:solidFill>
                            <a:schemeClr val="dk1"/>
                          </a:solidFill>
                          <a:latin typeface="Gill Sans"/>
                          <a:ea typeface="Gill Sans"/>
                          <a:cs typeface="Gill Sans"/>
                          <a:sym typeface="Gill Sans"/>
                        </a:rPr>
                        <a:t>Scientific Explanation (Big Bang)</a:t>
                      </a:r>
                      <a:endParaRPr b="1" sz="1300">
                        <a:solidFill>
                          <a:schemeClr val="dk1"/>
                        </a:solidFill>
                        <a:latin typeface="Gill Sans"/>
                        <a:ea typeface="Gill Sans"/>
                        <a:cs typeface="Gill Sans"/>
                        <a:sym typeface="Gill Sans"/>
                      </a:endParaRPr>
                    </a:p>
                    <a:p>
                      <a:pPr indent="0" lvl="0" marL="0" rtl="0" algn="l">
                        <a:lnSpc>
                          <a:spcPct val="115000"/>
                        </a:lnSpc>
                        <a:spcBef>
                          <a:spcPts val="1200"/>
                        </a:spcBef>
                        <a:spcAft>
                          <a:spcPts val="1200"/>
                        </a:spcAft>
                        <a:buClr>
                          <a:schemeClr val="dk1"/>
                        </a:buClr>
                        <a:buSzPts val="1100"/>
                        <a:buFont typeface="Arial"/>
                        <a:buNone/>
                      </a:pPr>
                      <a:r>
                        <a:rPr lang="en-GB" sz="1300">
                          <a:solidFill>
                            <a:schemeClr val="dk1"/>
                          </a:solidFill>
                          <a:latin typeface="Gill Sans"/>
                          <a:ea typeface="Gill Sans"/>
                          <a:cs typeface="Gill Sans"/>
                          <a:sym typeface="Gill Sans"/>
                        </a:rPr>
                        <a:t>Scientists believe the universe began about 13.8 billion years ago with the Big Bang. Over time, galaxies, stars, and planets formed, and life developed through evolution.</a:t>
                      </a:r>
                      <a:endParaRPr>
                        <a:latin typeface="Gill Sans"/>
                        <a:ea typeface="Gill Sans"/>
                        <a:cs typeface="Gill Sans"/>
                        <a:sym typeface="Gill Sans"/>
                      </a:endParaRPr>
                    </a:p>
                  </a:txBody>
                  <a:tcPr marT="91425" marB="91425" marR="91425" marL="91425">
                    <a:solidFill>
                      <a:srgbClr val="EFEFEF"/>
                    </a:solidFill>
                  </a:tcPr>
                </a:tc>
              </a:tr>
              <a:tr h="1746750">
                <a:tc>
                  <a:txBody>
                    <a:bodyPr/>
                    <a:lstStyle/>
                    <a:p>
                      <a:pPr indent="0" lvl="0" marL="0" rtl="0" algn="l">
                        <a:lnSpc>
                          <a:spcPct val="115000"/>
                        </a:lnSpc>
                        <a:spcBef>
                          <a:spcPts val="1200"/>
                        </a:spcBef>
                        <a:spcAft>
                          <a:spcPts val="0"/>
                        </a:spcAft>
                        <a:buNone/>
                      </a:pPr>
                      <a:r>
                        <a:rPr b="1" lang="en-GB" sz="1300">
                          <a:solidFill>
                            <a:schemeClr val="dk1"/>
                          </a:solidFill>
                          <a:latin typeface="Gill Sans"/>
                          <a:ea typeface="Gill Sans"/>
                          <a:cs typeface="Gill Sans"/>
                          <a:sym typeface="Gill Sans"/>
                        </a:rPr>
                        <a:t>Ancient Norse Creation</a:t>
                      </a:r>
                      <a:endParaRPr b="1" sz="1300">
                        <a:solidFill>
                          <a:schemeClr val="dk1"/>
                        </a:solidFill>
                        <a:latin typeface="Gill Sans"/>
                        <a:ea typeface="Gill Sans"/>
                        <a:cs typeface="Gill Sans"/>
                        <a:sym typeface="Gill Sans"/>
                      </a:endParaRPr>
                    </a:p>
                    <a:p>
                      <a:pPr indent="0" lvl="0" marL="0" rtl="0" algn="l">
                        <a:lnSpc>
                          <a:spcPct val="115000"/>
                        </a:lnSpc>
                        <a:spcBef>
                          <a:spcPts val="1200"/>
                        </a:spcBef>
                        <a:spcAft>
                          <a:spcPts val="1200"/>
                        </a:spcAft>
                        <a:buNone/>
                      </a:pPr>
                      <a:r>
                        <a:rPr lang="en-GB" sz="1300">
                          <a:solidFill>
                            <a:schemeClr val="dk1"/>
                          </a:solidFill>
                          <a:latin typeface="Gill Sans"/>
                          <a:ea typeface="Gill Sans"/>
                          <a:cs typeface="Gill Sans"/>
                          <a:sym typeface="Gill Sans"/>
                        </a:rPr>
                        <a:t>In Norse myth, the world began in an empty space called Ginnungagap between ice and fire. From this came the giant Ymir, whose body the gods later used to create the world.</a:t>
                      </a:r>
                      <a:endParaRPr sz="1300">
                        <a:solidFill>
                          <a:schemeClr val="dk1"/>
                        </a:solidFill>
                        <a:latin typeface="Gill Sans"/>
                        <a:ea typeface="Gill Sans"/>
                        <a:cs typeface="Gill Sans"/>
                        <a:sym typeface="Gill Sans"/>
                      </a:endParaRPr>
                    </a:p>
                  </a:txBody>
                  <a:tcPr marT="91425" marB="91425" marR="91425" marL="91425">
                    <a:solidFill>
                      <a:srgbClr val="EFEFEF"/>
                    </a:solidFill>
                  </a:tcPr>
                </a:tc>
                <a:tc>
                  <a:txBody>
                    <a:bodyPr/>
                    <a:lstStyle/>
                    <a:p>
                      <a:pPr indent="0" lvl="0" marL="0" rtl="0" algn="l">
                        <a:lnSpc>
                          <a:spcPct val="115000"/>
                        </a:lnSpc>
                        <a:spcBef>
                          <a:spcPts val="1200"/>
                        </a:spcBef>
                        <a:spcAft>
                          <a:spcPts val="0"/>
                        </a:spcAft>
                        <a:buClr>
                          <a:schemeClr val="dk1"/>
                        </a:buClr>
                        <a:buSzPts val="1100"/>
                        <a:buFont typeface="Arial"/>
                        <a:buNone/>
                      </a:pPr>
                      <a:r>
                        <a:rPr b="1" lang="en-GB" sz="1300">
                          <a:solidFill>
                            <a:schemeClr val="dk1"/>
                          </a:solidFill>
                          <a:latin typeface="Gill Sans"/>
                          <a:ea typeface="Gill Sans"/>
                          <a:cs typeface="Gill Sans"/>
                          <a:sym typeface="Gill Sans"/>
                        </a:rPr>
                        <a:t>Ancient Egyptian Creation</a:t>
                      </a:r>
                      <a:endParaRPr b="1" sz="1300">
                        <a:solidFill>
                          <a:schemeClr val="dk1"/>
                        </a:solidFill>
                        <a:latin typeface="Gill Sans"/>
                        <a:ea typeface="Gill Sans"/>
                        <a:cs typeface="Gill Sans"/>
                        <a:sym typeface="Gill Sans"/>
                      </a:endParaRPr>
                    </a:p>
                    <a:p>
                      <a:pPr indent="0" lvl="0" marL="0" rtl="0" algn="l">
                        <a:lnSpc>
                          <a:spcPct val="115000"/>
                        </a:lnSpc>
                        <a:spcBef>
                          <a:spcPts val="1200"/>
                        </a:spcBef>
                        <a:spcAft>
                          <a:spcPts val="1200"/>
                        </a:spcAft>
                        <a:buClr>
                          <a:schemeClr val="dk1"/>
                        </a:buClr>
                        <a:buSzPts val="1100"/>
                        <a:buFont typeface="Arial"/>
                        <a:buNone/>
                      </a:pPr>
                      <a:r>
                        <a:rPr lang="en-GB" sz="1300">
                          <a:solidFill>
                            <a:schemeClr val="dk1"/>
                          </a:solidFill>
                          <a:latin typeface="Gill Sans"/>
                          <a:ea typeface="Gill Sans"/>
                          <a:cs typeface="Gill Sans"/>
                          <a:sym typeface="Gill Sans"/>
                        </a:rPr>
                        <a:t>Ancient Egyptians believed the world began in watery chaos. A creator god, such as Atum or Ra, emerged and created the other gods, the land, and humans.</a:t>
                      </a:r>
                      <a:endParaRPr>
                        <a:latin typeface="Gill Sans"/>
                        <a:ea typeface="Gill Sans"/>
                        <a:cs typeface="Gill Sans"/>
                        <a:sym typeface="Gill Sans"/>
                      </a:endParaRPr>
                    </a:p>
                  </a:txBody>
                  <a:tcPr marT="91425" marB="91425" marR="91425" marL="91425">
                    <a:solidFill>
                      <a:srgbClr val="EFEFEF"/>
                    </a:solidFill>
                  </a:tcPr>
                </a:tc>
                <a:tc>
                  <a:txBody>
                    <a:bodyPr/>
                    <a:lstStyle/>
                    <a:p>
                      <a:pPr indent="0" lvl="0" marL="0" rtl="0" algn="l">
                        <a:lnSpc>
                          <a:spcPct val="115000"/>
                        </a:lnSpc>
                        <a:spcBef>
                          <a:spcPts val="1200"/>
                        </a:spcBef>
                        <a:spcAft>
                          <a:spcPts val="0"/>
                        </a:spcAft>
                        <a:buNone/>
                      </a:pPr>
                      <a:r>
                        <a:rPr b="1" lang="en-GB" sz="1300">
                          <a:solidFill>
                            <a:schemeClr val="dk1"/>
                          </a:solidFill>
                          <a:latin typeface="Gill Sans"/>
                          <a:ea typeface="Gill Sans"/>
                          <a:cs typeface="Gill Sans"/>
                          <a:sym typeface="Gill Sans"/>
                        </a:rPr>
                        <a:t>Aboriginal Australian Creation</a:t>
                      </a:r>
                      <a:endParaRPr b="1" sz="1300">
                        <a:solidFill>
                          <a:schemeClr val="dk1"/>
                        </a:solidFill>
                        <a:latin typeface="Gill Sans"/>
                        <a:ea typeface="Gill Sans"/>
                        <a:cs typeface="Gill Sans"/>
                        <a:sym typeface="Gill Sans"/>
                      </a:endParaRPr>
                    </a:p>
                    <a:p>
                      <a:pPr indent="0" lvl="0" marL="0" rtl="0" algn="l">
                        <a:lnSpc>
                          <a:spcPct val="115000"/>
                        </a:lnSpc>
                        <a:spcBef>
                          <a:spcPts val="1200"/>
                        </a:spcBef>
                        <a:spcAft>
                          <a:spcPts val="1200"/>
                        </a:spcAft>
                        <a:buNone/>
                      </a:pPr>
                      <a:r>
                        <a:rPr lang="en-GB" sz="1300">
                          <a:solidFill>
                            <a:schemeClr val="dk1"/>
                          </a:solidFill>
                          <a:latin typeface="Gill Sans"/>
                          <a:ea typeface="Gill Sans"/>
                          <a:cs typeface="Gill Sans"/>
                          <a:sym typeface="Gill Sans"/>
                        </a:rPr>
                        <a:t>In Aboriginal traditions, ancestral spirits in the Dreaming travelled across the land, creating rivers, mountains, animals, and people while shaping how people should live.</a:t>
                      </a:r>
                      <a:endParaRPr sz="1300">
                        <a:solidFill>
                          <a:schemeClr val="dk1"/>
                        </a:solidFill>
                        <a:latin typeface="Gill Sans"/>
                        <a:ea typeface="Gill Sans"/>
                        <a:cs typeface="Gill Sans"/>
                        <a:sym typeface="Gill Sans"/>
                      </a:endParaRPr>
                    </a:p>
                  </a:txBody>
                  <a:tcPr marT="91425" marB="91425" marR="91425" marL="91425">
                    <a:solidFill>
                      <a:srgbClr val="EFEFEF"/>
                    </a:solidFill>
                  </a:tcPr>
                </a:tc>
              </a:tr>
            </a:tbl>
          </a:graphicData>
        </a:graphic>
      </p:graphicFrame>
      <p:sp>
        <p:nvSpPr>
          <p:cNvPr id="300" name="Google Shape;300;p28"/>
          <p:cNvSpPr txBox="1"/>
          <p:nvPr>
            <p:ph type="title"/>
          </p:nvPr>
        </p:nvSpPr>
        <p:spPr>
          <a:xfrm>
            <a:off x="258675" y="1100100"/>
            <a:ext cx="7003800" cy="7872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Throughout </a:t>
            </a:r>
            <a:r>
              <a:rPr lang="en-GB" sz="2200">
                <a:latin typeface="Gill Sans"/>
                <a:ea typeface="Gill Sans"/>
                <a:cs typeface="Gill Sans"/>
                <a:sym typeface="Gill Sans"/>
              </a:rPr>
              <a:t>history</a:t>
            </a:r>
            <a:r>
              <a:rPr lang="en-GB" sz="2200">
                <a:latin typeface="Gill Sans"/>
                <a:ea typeface="Gill Sans"/>
                <a:cs typeface="Gill Sans"/>
                <a:sym typeface="Gill Sans"/>
              </a:rPr>
              <a:t> people have developed explanations about how the world came into </a:t>
            </a:r>
            <a:r>
              <a:rPr lang="en-GB" sz="2200">
                <a:latin typeface="Gill Sans"/>
                <a:ea typeface="Gill Sans"/>
                <a:cs typeface="Gill Sans"/>
                <a:sym typeface="Gill Sans"/>
              </a:rPr>
              <a:t>existence</a:t>
            </a: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01" name="Google Shape;301;p28"/>
          <p:cNvSpPr txBox="1"/>
          <p:nvPr>
            <p:ph type="title"/>
          </p:nvPr>
        </p:nvSpPr>
        <p:spPr>
          <a:xfrm>
            <a:off x="333900" y="2621900"/>
            <a:ext cx="2609700" cy="14040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02" name="Google Shape;302;p28"/>
          <p:cNvSpPr txBox="1"/>
          <p:nvPr>
            <p:ph type="title"/>
          </p:nvPr>
        </p:nvSpPr>
        <p:spPr>
          <a:xfrm>
            <a:off x="3146550" y="2621900"/>
            <a:ext cx="2709900" cy="14040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03" name="Google Shape;303;p28"/>
          <p:cNvSpPr txBox="1"/>
          <p:nvPr>
            <p:ph type="title"/>
          </p:nvPr>
        </p:nvSpPr>
        <p:spPr>
          <a:xfrm>
            <a:off x="5983143" y="2621900"/>
            <a:ext cx="2709900" cy="14040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04" name="Google Shape;304;p28"/>
          <p:cNvSpPr txBox="1"/>
          <p:nvPr>
            <p:ph type="title"/>
          </p:nvPr>
        </p:nvSpPr>
        <p:spPr>
          <a:xfrm>
            <a:off x="333900" y="4441552"/>
            <a:ext cx="2709900" cy="14040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05" name="Google Shape;305;p28"/>
          <p:cNvSpPr txBox="1"/>
          <p:nvPr>
            <p:ph type="title"/>
          </p:nvPr>
        </p:nvSpPr>
        <p:spPr>
          <a:xfrm>
            <a:off x="3146550" y="4424400"/>
            <a:ext cx="2709900" cy="14040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06" name="Google Shape;306;p28"/>
          <p:cNvSpPr txBox="1"/>
          <p:nvPr>
            <p:ph type="title"/>
          </p:nvPr>
        </p:nvSpPr>
        <p:spPr>
          <a:xfrm>
            <a:off x="5983150" y="4424400"/>
            <a:ext cx="2709900" cy="14040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07" name="Google Shape;307;p28"/>
          <p:cNvSpPr txBox="1"/>
          <p:nvPr>
            <p:ph type="title"/>
          </p:nvPr>
        </p:nvSpPr>
        <p:spPr>
          <a:xfrm>
            <a:off x="258675" y="1100100"/>
            <a:ext cx="7003800" cy="8388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Do any of these align with your views?</a:t>
            </a:r>
            <a:endParaRPr sz="2200">
              <a:latin typeface="Gill Sans"/>
              <a:ea typeface="Gill Sans"/>
              <a:cs typeface="Gill Sans"/>
              <a:sym typeface="Gill Sans"/>
            </a:endParaRPr>
          </a:p>
        </p:txBody>
      </p:sp>
      <p:pic>
        <p:nvPicPr>
          <p:cNvPr id="308" name="Google Shape;308;p28">
            <a:hlinkClick r:id="rId3"/>
          </p:cNvPr>
          <p:cNvPicPr preferRelativeResize="0"/>
          <p:nvPr/>
        </p:nvPicPr>
        <p:blipFill>
          <a:blip r:embed="rId4">
            <a:alphaModFix/>
          </a:blip>
          <a:stretch>
            <a:fillRect/>
          </a:stretch>
        </p:blipFill>
        <p:spPr>
          <a:xfrm>
            <a:off x="6506475" y="1108475"/>
            <a:ext cx="756000" cy="74673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01"/>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02"/>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03"/>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0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0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0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29"/>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314" name="Google Shape;314;p29"/>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sp>
        <p:nvSpPr>
          <p:cNvPr id="315" name="Google Shape;315;p29"/>
          <p:cNvSpPr txBox="1"/>
          <p:nvPr>
            <p:ph type="title"/>
          </p:nvPr>
        </p:nvSpPr>
        <p:spPr>
          <a:xfrm>
            <a:off x="258675" y="1163250"/>
            <a:ext cx="8520600" cy="42180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900">
                <a:latin typeface="Gill Sans"/>
                <a:ea typeface="Gill Sans"/>
                <a:cs typeface="Gill Sans"/>
                <a:sym typeface="Gill Sans"/>
              </a:rPr>
              <a:t>Today we are going to think about a specific branch of Christian belief and interpretation, and how this impacts beliefs about the creation of the world.</a:t>
            </a:r>
            <a:endParaRPr sz="1900">
              <a:latin typeface="Gill Sans"/>
              <a:ea typeface="Gill Sans"/>
              <a:cs typeface="Gill Sans"/>
              <a:sym typeface="Gill Sans"/>
            </a:endParaRPr>
          </a:p>
          <a:p>
            <a:pPr indent="0" lvl="0" marL="0" rtl="0" algn="l">
              <a:lnSpc>
                <a:spcPct val="115000"/>
              </a:lnSpc>
              <a:spcBef>
                <a:spcPts val="0"/>
              </a:spcBef>
              <a:spcAft>
                <a:spcPts val="0"/>
              </a:spcAft>
              <a:buNone/>
            </a:pPr>
            <a:r>
              <a:t/>
            </a:r>
            <a:endParaRPr sz="1900">
              <a:latin typeface="Gill Sans"/>
              <a:ea typeface="Gill Sans"/>
              <a:cs typeface="Gill Sans"/>
              <a:sym typeface="Gill Sans"/>
            </a:endParaRPr>
          </a:p>
          <a:p>
            <a:pPr indent="0" lvl="0" marL="0" rtl="0" algn="l">
              <a:lnSpc>
                <a:spcPct val="115000"/>
              </a:lnSpc>
              <a:spcBef>
                <a:spcPts val="0"/>
              </a:spcBef>
              <a:spcAft>
                <a:spcPts val="0"/>
              </a:spcAft>
              <a:buClr>
                <a:schemeClr val="dk1"/>
              </a:buClr>
              <a:buSzPts val="1100"/>
              <a:buFont typeface="Arial"/>
              <a:buNone/>
            </a:pPr>
            <a:r>
              <a:rPr b="1" lang="en-GB" sz="1900">
                <a:latin typeface="Gill Sans"/>
                <a:ea typeface="Gill Sans"/>
                <a:cs typeface="Gill Sans"/>
                <a:sym typeface="Gill Sans"/>
              </a:rPr>
              <a:t>What is Christian Fundamentalism?</a:t>
            </a:r>
            <a:endParaRPr b="1" sz="1900">
              <a:latin typeface="Gill Sans"/>
              <a:ea typeface="Gill Sans"/>
              <a:cs typeface="Gill Sans"/>
              <a:sym typeface="Gill Sans"/>
            </a:endParaRPr>
          </a:p>
          <a:p>
            <a:pPr indent="0" lvl="0" marL="0" rtl="0" algn="l">
              <a:lnSpc>
                <a:spcPct val="115000"/>
              </a:lnSpc>
              <a:spcBef>
                <a:spcPts val="0"/>
              </a:spcBef>
              <a:spcAft>
                <a:spcPts val="0"/>
              </a:spcAft>
              <a:buNone/>
            </a:pPr>
            <a:r>
              <a:t/>
            </a:r>
            <a:endParaRPr sz="1900">
              <a:latin typeface="Gill Sans"/>
              <a:ea typeface="Gill Sans"/>
              <a:cs typeface="Gill Sans"/>
              <a:sym typeface="Gill Sans"/>
            </a:endParaRPr>
          </a:p>
          <a:p>
            <a:pPr indent="0" lvl="0" marL="0" rtl="0" algn="l">
              <a:lnSpc>
                <a:spcPct val="115000"/>
              </a:lnSpc>
              <a:spcBef>
                <a:spcPts val="0"/>
              </a:spcBef>
              <a:spcAft>
                <a:spcPts val="0"/>
              </a:spcAft>
              <a:buNone/>
            </a:pPr>
            <a:r>
              <a:rPr lang="en-GB" sz="1900">
                <a:latin typeface="Gill Sans"/>
                <a:ea typeface="Gill Sans"/>
                <a:cs typeface="Gill Sans"/>
                <a:sym typeface="Gill Sans"/>
              </a:rPr>
              <a:t>Some Christians believe the Bible should be taken literally.</a:t>
            </a:r>
            <a:endParaRPr sz="1900">
              <a:latin typeface="Gill Sans"/>
              <a:ea typeface="Gill Sans"/>
              <a:cs typeface="Gill Sans"/>
              <a:sym typeface="Gill Sans"/>
            </a:endParaRPr>
          </a:p>
          <a:p>
            <a:pPr indent="0" lvl="0" marL="0" rtl="0" algn="l">
              <a:lnSpc>
                <a:spcPct val="115000"/>
              </a:lnSpc>
              <a:spcBef>
                <a:spcPts val="0"/>
              </a:spcBef>
              <a:spcAft>
                <a:spcPts val="0"/>
              </a:spcAft>
              <a:buNone/>
            </a:pPr>
            <a:r>
              <a:rPr lang="en-GB" sz="1900">
                <a:latin typeface="Gill Sans"/>
                <a:ea typeface="Gill Sans"/>
                <a:cs typeface="Gill Sans"/>
                <a:sym typeface="Gill Sans"/>
              </a:rPr>
              <a:t>These Christians are often called fundamentalists.</a:t>
            </a:r>
            <a:endParaRPr sz="1900">
              <a:latin typeface="Gill Sans"/>
              <a:ea typeface="Gill Sans"/>
              <a:cs typeface="Gill Sans"/>
              <a:sym typeface="Gill Sans"/>
            </a:endParaRPr>
          </a:p>
          <a:p>
            <a:pPr indent="0" lvl="0" marL="0" rtl="0" algn="l">
              <a:lnSpc>
                <a:spcPct val="115000"/>
              </a:lnSpc>
              <a:spcBef>
                <a:spcPts val="0"/>
              </a:spcBef>
              <a:spcAft>
                <a:spcPts val="0"/>
              </a:spcAft>
              <a:buNone/>
            </a:pPr>
            <a:r>
              <a:t/>
            </a:r>
            <a:endParaRPr sz="1900">
              <a:latin typeface="Gill Sans"/>
              <a:ea typeface="Gill Sans"/>
              <a:cs typeface="Gill Sans"/>
              <a:sym typeface="Gill Sans"/>
            </a:endParaRPr>
          </a:p>
          <a:p>
            <a:pPr indent="0" lvl="0" marL="0" rtl="0" algn="l">
              <a:lnSpc>
                <a:spcPct val="115000"/>
              </a:lnSpc>
              <a:spcBef>
                <a:spcPts val="0"/>
              </a:spcBef>
              <a:spcAft>
                <a:spcPts val="0"/>
              </a:spcAft>
              <a:buNone/>
            </a:pPr>
            <a:r>
              <a:rPr lang="en-GB" sz="1900">
                <a:latin typeface="Gill Sans"/>
                <a:ea typeface="Gill Sans"/>
                <a:cs typeface="Gill Sans"/>
                <a:sym typeface="Gill Sans"/>
              </a:rPr>
              <a:t>They believe:</a:t>
            </a:r>
            <a:endParaRPr sz="1900">
              <a:latin typeface="Gill Sans"/>
              <a:ea typeface="Gill Sans"/>
              <a:cs typeface="Gill Sans"/>
              <a:sym typeface="Gill Sans"/>
            </a:endParaRPr>
          </a:p>
          <a:p>
            <a:pPr indent="-349250" lvl="0" marL="457200" rtl="0" algn="l">
              <a:lnSpc>
                <a:spcPct val="115000"/>
              </a:lnSpc>
              <a:spcBef>
                <a:spcPts val="0"/>
              </a:spcBef>
              <a:spcAft>
                <a:spcPts val="0"/>
              </a:spcAft>
              <a:buSzPts val="1900"/>
              <a:buFont typeface="Gill Sans"/>
              <a:buChar char="●"/>
            </a:pPr>
            <a:r>
              <a:rPr lang="en-GB" sz="1900">
                <a:latin typeface="Gill Sans"/>
                <a:ea typeface="Gill Sans"/>
                <a:cs typeface="Gill Sans"/>
                <a:sym typeface="Gill Sans"/>
              </a:rPr>
              <a:t>The Bible is the direct word of God.</a:t>
            </a:r>
            <a:endParaRPr sz="1900">
              <a:latin typeface="Gill Sans"/>
              <a:ea typeface="Gill Sans"/>
              <a:cs typeface="Gill Sans"/>
              <a:sym typeface="Gill Sans"/>
            </a:endParaRPr>
          </a:p>
          <a:p>
            <a:pPr indent="-349250" lvl="0" marL="457200" rtl="0" algn="l">
              <a:lnSpc>
                <a:spcPct val="115000"/>
              </a:lnSpc>
              <a:spcBef>
                <a:spcPts val="0"/>
              </a:spcBef>
              <a:spcAft>
                <a:spcPts val="0"/>
              </a:spcAft>
              <a:buSzPts val="1900"/>
              <a:buFont typeface="Gill Sans"/>
              <a:buChar char="●"/>
            </a:pPr>
            <a:r>
              <a:rPr lang="en-GB" sz="1900">
                <a:latin typeface="Gill Sans"/>
                <a:ea typeface="Gill Sans"/>
                <a:cs typeface="Gill Sans"/>
                <a:sym typeface="Gill Sans"/>
              </a:rPr>
              <a:t>Everything in the Bible is completely true and accurate.</a:t>
            </a:r>
            <a:endParaRPr sz="1900">
              <a:latin typeface="Gill Sans"/>
              <a:ea typeface="Gill Sans"/>
              <a:cs typeface="Gill Sans"/>
              <a:sym typeface="Gill Sans"/>
            </a:endParaRPr>
          </a:p>
          <a:p>
            <a:pPr indent="-349250" lvl="0" marL="457200" rtl="0" algn="l">
              <a:lnSpc>
                <a:spcPct val="115000"/>
              </a:lnSpc>
              <a:spcBef>
                <a:spcPts val="0"/>
              </a:spcBef>
              <a:spcAft>
                <a:spcPts val="0"/>
              </a:spcAft>
              <a:buSzPts val="1900"/>
              <a:buFont typeface="Gill Sans"/>
              <a:buChar char="●"/>
            </a:pPr>
            <a:r>
              <a:rPr lang="en-GB" sz="1900">
                <a:latin typeface="Gill Sans"/>
                <a:ea typeface="Gill Sans"/>
                <a:cs typeface="Gill Sans"/>
                <a:sym typeface="Gill Sans"/>
              </a:rPr>
              <a:t>It should be understood exactly as it is written, not as a symbol or metaphor.</a:t>
            </a:r>
            <a:endParaRPr sz="1900">
              <a:latin typeface="Gill Sans"/>
              <a:ea typeface="Gill Sans"/>
              <a:cs typeface="Gill Sans"/>
              <a:sym typeface="Gill Sans"/>
            </a:endParaRPr>
          </a:p>
        </p:txBody>
      </p:sp>
      <p:pic>
        <p:nvPicPr>
          <p:cNvPr id="316" name="Google Shape;316;p29"/>
          <p:cNvPicPr preferRelativeResize="0"/>
          <p:nvPr/>
        </p:nvPicPr>
        <p:blipFill>
          <a:blip r:embed="rId3">
            <a:alphaModFix/>
          </a:blip>
          <a:stretch>
            <a:fillRect/>
          </a:stretch>
        </p:blipFill>
        <p:spPr>
          <a:xfrm>
            <a:off x="0" y="486925"/>
            <a:ext cx="824450" cy="8285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15">
                                            <p:txEl>
                                              <p:pRg end="10" st="1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0"/>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322" name="Google Shape;322;p30"/>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sp>
        <p:nvSpPr>
          <p:cNvPr id="323" name="Google Shape;323;p30"/>
          <p:cNvSpPr/>
          <p:nvPr/>
        </p:nvSpPr>
        <p:spPr>
          <a:xfrm>
            <a:off x="54988" y="1795350"/>
            <a:ext cx="9035100" cy="5160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24" name="Google Shape;324;p30"/>
          <p:cNvPicPr preferRelativeResize="0"/>
          <p:nvPr/>
        </p:nvPicPr>
        <p:blipFill>
          <a:blip r:embed="rId3">
            <a:alphaModFix/>
          </a:blip>
          <a:stretch>
            <a:fillRect/>
          </a:stretch>
        </p:blipFill>
        <p:spPr>
          <a:xfrm>
            <a:off x="3459688" y="1073696"/>
            <a:ext cx="2224625" cy="2224625"/>
          </a:xfrm>
          <a:prstGeom prst="rect">
            <a:avLst/>
          </a:prstGeom>
          <a:noFill/>
          <a:ln>
            <a:noFill/>
          </a:ln>
        </p:spPr>
      </p:pic>
      <p:graphicFrame>
        <p:nvGraphicFramePr>
          <p:cNvPr id="325" name="Google Shape;325;p30"/>
          <p:cNvGraphicFramePr/>
          <p:nvPr/>
        </p:nvGraphicFramePr>
        <p:xfrm>
          <a:off x="436650" y="3298325"/>
          <a:ext cx="3000000" cy="3000000"/>
        </p:xfrm>
        <a:graphic>
          <a:graphicData uri="http://schemas.openxmlformats.org/drawingml/2006/table">
            <a:tbl>
              <a:tblPr>
                <a:noFill/>
                <a:tableStyleId>{69A92730-3355-4AB5-A547-8A1C514AEFEC}</a:tableStyleId>
              </a:tblPr>
              <a:tblGrid>
                <a:gridCol w="2804475"/>
                <a:gridCol w="2804475"/>
                <a:gridCol w="2804475"/>
              </a:tblGrid>
              <a:tr h="2224625">
                <a:tc>
                  <a:txBody>
                    <a:bodyPr/>
                    <a:lstStyle/>
                    <a:p>
                      <a:pPr indent="0" lvl="0" marL="0" rtl="0" algn="l">
                        <a:spcBef>
                          <a:spcPts val="0"/>
                        </a:spcBef>
                        <a:spcAft>
                          <a:spcPts val="0"/>
                        </a:spcAft>
                        <a:buNone/>
                      </a:pPr>
                      <a:r>
                        <a:rPr b="1" lang="en-GB">
                          <a:latin typeface="Gill Sans"/>
                          <a:ea typeface="Gill Sans"/>
                          <a:cs typeface="Gill Sans"/>
                          <a:sym typeface="Gill Sans"/>
                        </a:rPr>
                        <a:t>Fundamentalist (Literal)</a:t>
                      </a:r>
                      <a:endParaRPr b="1">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The Bible is the direct word of God and is completely true.</a:t>
                      </a:r>
                      <a:endParaRPr>
                        <a:latin typeface="Gill Sans"/>
                        <a:ea typeface="Gill Sans"/>
                        <a:cs typeface="Gill Sans"/>
                        <a:sym typeface="Gill Sans"/>
                      </a:endParaRPr>
                    </a:p>
                    <a:p>
                      <a:pPr indent="0" lvl="0" marL="0" rtl="0" algn="l">
                        <a:spcBef>
                          <a:spcPts val="0"/>
                        </a:spcBef>
                        <a:spcAft>
                          <a:spcPts val="0"/>
                        </a:spcAft>
                        <a:buNone/>
                      </a:pPr>
                      <a:r>
                        <a:t/>
                      </a:r>
                      <a:endParaRPr>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It should be understood exactly as it is written. Events in the Bible happened exactly as described. </a:t>
                      </a:r>
                      <a:endParaRPr>
                        <a:latin typeface="Gill Sans"/>
                        <a:ea typeface="Gill Sans"/>
                        <a:cs typeface="Gill Sans"/>
                        <a:sym typeface="Gill Sans"/>
                      </a:endParaRPr>
                    </a:p>
                  </a:txBody>
                  <a:tcPr marT="91425" marB="91425" marR="91425" marL="91425">
                    <a:solidFill>
                      <a:srgbClr val="EFEFEF"/>
                    </a:solidFill>
                  </a:tcPr>
                </a:tc>
                <a:tc>
                  <a:txBody>
                    <a:bodyPr/>
                    <a:lstStyle/>
                    <a:p>
                      <a:pPr indent="0" lvl="0" marL="0" rtl="0" algn="l">
                        <a:spcBef>
                          <a:spcPts val="0"/>
                        </a:spcBef>
                        <a:spcAft>
                          <a:spcPts val="0"/>
                        </a:spcAft>
                        <a:buNone/>
                      </a:pPr>
                      <a:r>
                        <a:rPr b="1" lang="en-GB">
                          <a:latin typeface="Gill Sans"/>
                          <a:ea typeface="Gill Sans"/>
                          <a:cs typeface="Gill Sans"/>
                          <a:sym typeface="Gill Sans"/>
                        </a:rPr>
                        <a:t>Conservative</a:t>
                      </a:r>
                      <a:endParaRPr b="1">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The Bible is inspired by God and very important for Christian belief.</a:t>
                      </a:r>
                      <a:endParaRPr>
                        <a:latin typeface="Gill Sans"/>
                        <a:ea typeface="Gill Sans"/>
                        <a:cs typeface="Gill Sans"/>
                        <a:sym typeface="Gill Sans"/>
                      </a:endParaRPr>
                    </a:p>
                    <a:p>
                      <a:pPr indent="0" lvl="0" marL="0" rtl="0" algn="l">
                        <a:spcBef>
                          <a:spcPts val="0"/>
                        </a:spcBef>
                        <a:spcAft>
                          <a:spcPts val="0"/>
                        </a:spcAft>
                        <a:buNone/>
                      </a:pPr>
                      <a:r>
                        <a:t/>
                      </a:r>
                      <a:endParaRPr>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Most teachings are believed to be historically true, but some parts may use symbolism or poetic language. Scientific ideas maybe accepted alongside this. </a:t>
                      </a:r>
                      <a:endParaRPr>
                        <a:latin typeface="Gill Sans"/>
                        <a:ea typeface="Gill Sans"/>
                        <a:cs typeface="Gill Sans"/>
                        <a:sym typeface="Gill Sans"/>
                      </a:endParaRPr>
                    </a:p>
                  </a:txBody>
                  <a:tcPr marT="91425" marB="91425" marR="91425" marL="91425">
                    <a:solidFill>
                      <a:srgbClr val="EFEFEF"/>
                    </a:solidFill>
                  </a:tcPr>
                </a:tc>
                <a:tc>
                  <a:txBody>
                    <a:bodyPr/>
                    <a:lstStyle/>
                    <a:p>
                      <a:pPr indent="0" lvl="0" marL="0" rtl="0" algn="l">
                        <a:spcBef>
                          <a:spcPts val="0"/>
                        </a:spcBef>
                        <a:spcAft>
                          <a:spcPts val="0"/>
                        </a:spcAft>
                        <a:buNone/>
                      </a:pPr>
                      <a:r>
                        <a:rPr b="1" lang="en-GB">
                          <a:latin typeface="Gill Sans"/>
                          <a:ea typeface="Gill Sans"/>
                          <a:cs typeface="Gill Sans"/>
                          <a:sym typeface="Gill Sans"/>
                        </a:rPr>
                        <a:t>Liberal</a:t>
                      </a:r>
                      <a:endParaRPr b="1">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The Bible is a collection of writings by people about their experiences of God.</a:t>
                      </a:r>
                      <a:endParaRPr>
                        <a:latin typeface="Gill Sans"/>
                        <a:ea typeface="Gill Sans"/>
                        <a:cs typeface="Gill Sans"/>
                        <a:sym typeface="Gill Sans"/>
                      </a:endParaRPr>
                    </a:p>
                    <a:p>
                      <a:pPr indent="0" lvl="0" marL="0" rtl="0" algn="l">
                        <a:spcBef>
                          <a:spcPts val="0"/>
                        </a:spcBef>
                        <a:spcAft>
                          <a:spcPts val="0"/>
                        </a:spcAft>
                        <a:buNone/>
                      </a:pPr>
                      <a:r>
                        <a:t/>
                      </a:r>
                      <a:endParaRPr>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Many stories are understood as symbolic or metaphorical, rather than literal history. The moral and spiritual message is more important than whether every detail is true. </a:t>
                      </a:r>
                      <a:endParaRPr>
                        <a:latin typeface="Gill Sans"/>
                        <a:ea typeface="Gill Sans"/>
                        <a:cs typeface="Gill Sans"/>
                        <a:sym typeface="Gill Sans"/>
                      </a:endParaRPr>
                    </a:p>
                  </a:txBody>
                  <a:tcPr marT="91425" marB="91425" marR="91425" marL="91425">
                    <a:solidFill>
                      <a:srgbClr val="EFEFEF"/>
                    </a:solidFill>
                  </a:tcPr>
                </a:tc>
              </a:tr>
            </a:tbl>
          </a:graphicData>
        </a:graphic>
      </p:graphicFrame>
      <p:sp>
        <p:nvSpPr>
          <p:cNvPr id="326" name="Google Shape;326;p30"/>
          <p:cNvSpPr txBox="1"/>
          <p:nvPr>
            <p:ph type="title"/>
          </p:nvPr>
        </p:nvSpPr>
        <p:spPr>
          <a:xfrm>
            <a:off x="3338525" y="3600175"/>
            <a:ext cx="2609700" cy="17607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27" name="Google Shape;327;p30"/>
          <p:cNvSpPr txBox="1"/>
          <p:nvPr>
            <p:ph type="title"/>
          </p:nvPr>
        </p:nvSpPr>
        <p:spPr>
          <a:xfrm>
            <a:off x="6120400" y="3624754"/>
            <a:ext cx="2609700" cy="18678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pic>
        <p:nvPicPr>
          <p:cNvPr id="328" name="Google Shape;328;p30">
            <a:hlinkClick r:id="rId4"/>
          </p:cNvPr>
          <p:cNvPicPr preferRelativeResize="0"/>
          <p:nvPr/>
        </p:nvPicPr>
        <p:blipFill>
          <a:blip r:embed="rId5">
            <a:alphaModFix/>
          </a:blip>
          <a:stretch>
            <a:fillRect/>
          </a:stretch>
        </p:blipFill>
        <p:spPr>
          <a:xfrm>
            <a:off x="177300" y="5046875"/>
            <a:ext cx="950175" cy="950175"/>
          </a:xfrm>
          <a:prstGeom prst="rect">
            <a:avLst/>
          </a:prstGeom>
          <a:noFill/>
          <a:ln>
            <a:noFill/>
          </a:ln>
        </p:spPr>
      </p:pic>
      <p:sp>
        <p:nvSpPr>
          <p:cNvPr id="329" name="Google Shape;329;p30"/>
          <p:cNvSpPr txBox="1"/>
          <p:nvPr>
            <p:ph type="title"/>
          </p:nvPr>
        </p:nvSpPr>
        <p:spPr>
          <a:xfrm>
            <a:off x="119775" y="3217400"/>
            <a:ext cx="8798400" cy="28221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900">
                <a:latin typeface="Gill Sans"/>
                <a:ea typeface="Gill Sans"/>
                <a:cs typeface="Gill Sans"/>
                <a:sym typeface="Gill Sans"/>
              </a:rPr>
              <a:t>Beliefs about how the Bible should be understood and </a:t>
            </a:r>
            <a:r>
              <a:rPr lang="en-GB" sz="1900">
                <a:latin typeface="Gill Sans"/>
                <a:ea typeface="Gill Sans"/>
                <a:cs typeface="Gill Sans"/>
                <a:sym typeface="Gill Sans"/>
              </a:rPr>
              <a:t>interpreted</a:t>
            </a:r>
            <a:r>
              <a:rPr lang="en-GB" sz="1900">
                <a:latin typeface="Gill Sans"/>
                <a:ea typeface="Gill Sans"/>
                <a:cs typeface="Gill Sans"/>
                <a:sym typeface="Gill Sans"/>
              </a:rPr>
              <a:t> vary in Christianity. </a:t>
            </a:r>
            <a:endParaRPr sz="1900">
              <a:latin typeface="Gill Sans"/>
              <a:ea typeface="Gill Sans"/>
              <a:cs typeface="Gill Sans"/>
              <a:sym typeface="Gill Sans"/>
            </a:endParaRPr>
          </a:p>
        </p:txBody>
      </p:sp>
      <p:pic>
        <p:nvPicPr>
          <p:cNvPr id="330" name="Google Shape;330;p30"/>
          <p:cNvPicPr preferRelativeResize="0"/>
          <p:nvPr/>
        </p:nvPicPr>
        <p:blipFill>
          <a:blip r:embed="rId6">
            <a:alphaModFix/>
          </a:blip>
          <a:stretch>
            <a:fillRect/>
          </a:stretch>
        </p:blipFill>
        <p:spPr>
          <a:xfrm>
            <a:off x="0" y="486925"/>
            <a:ext cx="824450" cy="828550"/>
          </a:xfrm>
          <a:prstGeom prst="rect">
            <a:avLst/>
          </a:prstGeom>
          <a:noFill/>
          <a:ln>
            <a:noFill/>
          </a:ln>
        </p:spPr>
      </p:pic>
      <p:pic>
        <p:nvPicPr>
          <p:cNvPr id="331" name="Google Shape;331;p30">
            <a:hlinkClick r:id="rId7"/>
          </p:cNvPr>
          <p:cNvPicPr preferRelativeResize="0"/>
          <p:nvPr/>
        </p:nvPicPr>
        <p:blipFill>
          <a:blip r:embed="rId5">
            <a:alphaModFix/>
          </a:blip>
          <a:stretch>
            <a:fillRect/>
          </a:stretch>
        </p:blipFill>
        <p:spPr>
          <a:xfrm>
            <a:off x="655945" y="925930"/>
            <a:ext cx="824450" cy="8244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2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2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2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1"/>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337" name="Google Shape;337;p31"/>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sp>
        <p:nvSpPr>
          <p:cNvPr id="338" name="Google Shape;338;p31"/>
          <p:cNvSpPr/>
          <p:nvPr/>
        </p:nvSpPr>
        <p:spPr>
          <a:xfrm>
            <a:off x="54988" y="1795350"/>
            <a:ext cx="9035100" cy="5160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39" name="Google Shape;339;p31"/>
          <p:cNvPicPr preferRelativeResize="0"/>
          <p:nvPr/>
        </p:nvPicPr>
        <p:blipFill>
          <a:blip r:embed="rId3">
            <a:alphaModFix/>
          </a:blip>
          <a:stretch>
            <a:fillRect/>
          </a:stretch>
        </p:blipFill>
        <p:spPr>
          <a:xfrm>
            <a:off x="3459688" y="1073696"/>
            <a:ext cx="2224625" cy="2224625"/>
          </a:xfrm>
          <a:prstGeom prst="rect">
            <a:avLst/>
          </a:prstGeom>
          <a:noFill/>
          <a:ln>
            <a:noFill/>
          </a:ln>
        </p:spPr>
      </p:pic>
      <p:graphicFrame>
        <p:nvGraphicFramePr>
          <p:cNvPr id="340" name="Google Shape;340;p31"/>
          <p:cNvGraphicFramePr/>
          <p:nvPr/>
        </p:nvGraphicFramePr>
        <p:xfrm>
          <a:off x="436650" y="3298325"/>
          <a:ext cx="3000000" cy="3000000"/>
        </p:xfrm>
        <a:graphic>
          <a:graphicData uri="http://schemas.openxmlformats.org/drawingml/2006/table">
            <a:tbl>
              <a:tblPr>
                <a:noFill/>
                <a:tableStyleId>{69A92730-3355-4AB5-A547-8A1C514AEFEC}</a:tableStyleId>
              </a:tblPr>
              <a:tblGrid>
                <a:gridCol w="2804475"/>
                <a:gridCol w="2804475"/>
                <a:gridCol w="2804475"/>
              </a:tblGrid>
              <a:tr h="2224625">
                <a:tc>
                  <a:txBody>
                    <a:bodyPr/>
                    <a:lstStyle/>
                    <a:p>
                      <a:pPr indent="0" lvl="0" marL="0" rtl="0" algn="l">
                        <a:spcBef>
                          <a:spcPts val="0"/>
                        </a:spcBef>
                        <a:spcAft>
                          <a:spcPts val="0"/>
                        </a:spcAft>
                        <a:buNone/>
                      </a:pPr>
                      <a:r>
                        <a:rPr b="1" lang="en-GB">
                          <a:latin typeface="Gill Sans"/>
                          <a:ea typeface="Gill Sans"/>
                          <a:cs typeface="Gill Sans"/>
                          <a:sym typeface="Gill Sans"/>
                        </a:rPr>
                        <a:t>Fundamentalist (Literal)</a:t>
                      </a:r>
                      <a:endParaRPr b="1">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The Bible is the direct word of God and is completely true.</a:t>
                      </a:r>
                      <a:endParaRPr>
                        <a:latin typeface="Gill Sans"/>
                        <a:ea typeface="Gill Sans"/>
                        <a:cs typeface="Gill Sans"/>
                        <a:sym typeface="Gill Sans"/>
                      </a:endParaRPr>
                    </a:p>
                    <a:p>
                      <a:pPr indent="0" lvl="0" marL="0" rtl="0" algn="l">
                        <a:spcBef>
                          <a:spcPts val="0"/>
                        </a:spcBef>
                        <a:spcAft>
                          <a:spcPts val="0"/>
                        </a:spcAft>
                        <a:buNone/>
                      </a:pPr>
                      <a:r>
                        <a:t/>
                      </a:r>
                      <a:endParaRPr>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It should be understood exactly as it is written. Events in the Bible happened exactly as described. </a:t>
                      </a:r>
                      <a:endParaRPr>
                        <a:latin typeface="Gill Sans"/>
                        <a:ea typeface="Gill Sans"/>
                        <a:cs typeface="Gill Sans"/>
                        <a:sym typeface="Gill Sans"/>
                      </a:endParaRPr>
                    </a:p>
                  </a:txBody>
                  <a:tcPr marT="91425" marB="91425" marR="91425" marL="91425">
                    <a:solidFill>
                      <a:srgbClr val="EFEFEF"/>
                    </a:solidFill>
                  </a:tcPr>
                </a:tc>
                <a:tc>
                  <a:txBody>
                    <a:bodyPr/>
                    <a:lstStyle/>
                    <a:p>
                      <a:pPr indent="0" lvl="0" marL="0" rtl="0" algn="l">
                        <a:spcBef>
                          <a:spcPts val="0"/>
                        </a:spcBef>
                        <a:spcAft>
                          <a:spcPts val="0"/>
                        </a:spcAft>
                        <a:buNone/>
                      </a:pPr>
                      <a:r>
                        <a:rPr b="1" lang="en-GB">
                          <a:latin typeface="Gill Sans"/>
                          <a:ea typeface="Gill Sans"/>
                          <a:cs typeface="Gill Sans"/>
                          <a:sym typeface="Gill Sans"/>
                        </a:rPr>
                        <a:t>Conservative</a:t>
                      </a:r>
                      <a:endParaRPr b="1">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The Bible is inspired by God and very important for Christian belief.</a:t>
                      </a:r>
                      <a:endParaRPr>
                        <a:latin typeface="Gill Sans"/>
                        <a:ea typeface="Gill Sans"/>
                        <a:cs typeface="Gill Sans"/>
                        <a:sym typeface="Gill Sans"/>
                      </a:endParaRPr>
                    </a:p>
                    <a:p>
                      <a:pPr indent="0" lvl="0" marL="0" rtl="0" algn="l">
                        <a:spcBef>
                          <a:spcPts val="0"/>
                        </a:spcBef>
                        <a:spcAft>
                          <a:spcPts val="0"/>
                        </a:spcAft>
                        <a:buNone/>
                      </a:pPr>
                      <a:r>
                        <a:t/>
                      </a:r>
                      <a:endParaRPr>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Most teachings are believed to be historically true, but some parts may use symbolism or poetic language. Scientific ideas maybe accepted alongside this. </a:t>
                      </a:r>
                      <a:endParaRPr>
                        <a:latin typeface="Gill Sans"/>
                        <a:ea typeface="Gill Sans"/>
                        <a:cs typeface="Gill Sans"/>
                        <a:sym typeface="Gill Sans"/>
                      </a:endParaRPr>
                    </a:p>
                  </a:txBody>
                  <a:tcPr marT="91425" marB="91425" marR="91425" marL="91425">
                    <a:solidFill>
                      <a:srgbClr val="EFEFEF"/>
                    </a:solidFill>
                  </a:tcPr>
                </a:tc>
                <a:tc>
                  <a:txBody>
                    <a:bodyPr/>
                    <a:lstStyle/>
                    <a:p>
                      <a:pPr indent="0" lvl="0" marL="0" rtl="0" algn="l">
                        <a:spcBef>
                          <a:spcPts val="0"/>
                        </a:spcBef>
                        <a:spcAft>
                          <a:spcPts val="0"/>
                        </a:spcAft>
                        <a:buNone/>
                      </a:pPr>
                      <a:r>
                        <a:rPr b="1" lang="en-GB">
                          <a:latin typeface="Gill Sans"/>
                          <a:ea typeface="Gill Sans"/>
                          <a:cs typeface="Gill Sans"/>
                          <a:sym typeface="Gill Sans"/>
                        </a:rPr>
                        <a:t>Liberal</a:t>
                      </a:r>
                      <a:endParaRPr b="1">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The Bible is a collection of writings by people about their experiences of God.</a:t>
                      </a:r>
                      <a:endParaRPr>
                        <a:latin typeface="Gill Sans"/>
                        <a:ea typeface="Gill Sans"/>
                        <a:cs typeface="Gill Sans"/>
                        <a:sym typeface="Gill Sans"/>
                      </a:endParaRPr>
                    </a:p>
                    <a:p>
                      <a:pPr indent="0" lvl="0" marL="0" rtl="0" algn="l">
                        <a:spcBef>
                          <a:spcPts val="0"/>
                        </a:spcBef>
                        <a:spcAft>
                          <a:spcPts val="0"/>
                        </a:spcAft>
                        <a:buNone/>
                      </a:pPr>
                      <a:r>
                        <a:t/>
                      </a:r>
                      <a:endParaRPr>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Many stories are understood as symbolic or metaphorical, rather than literal history. The moral and spiritual message is more important than whether every detail is true. </a:t>
                      </a:r>
                      <a:endParaRPr>
                        <a:latin typeface="Gill Sans"/>
                        <a:ea typeface="Gill Sans"/>
                        <a:cs typeface="Gill Sans"/>
                        <a:sym typeface="Gill Sans"/>
                      </a:endParaRPr>
                    </a:p>
                  </a:txBody>
                  <a:tcPr marT="91425" marB="91425" marR="91425" marL="91425">
                    <a:solidFill>
                      <a:srgbClr val="EFEFEF"/>
                    </a:solidFill>
                  </a:tcPr>
                </a:tc>
              </a:tr>
            </a:tbl>
          </a:graphicData>
        </a:graphic>
      </p:graphicFrame>
      <p:sp>
        <p:nvSpPr>
          <p:cNvPr id="341" name="Google Shape;341;p31"/>
          <p:cNvSpPr txBox="1"/>
          <p:nvPr>
            <p:ph type="title"/>
          </p:nvPr>
        </p:nvSpPr>
        <p:spPr>
          <a:xfrm>
            <a:off x="3338525" y="3600175"/>
            <a:ext cx="2609700" cy="17607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42" name="Google Shape;342;p31"/>
          <p:cNvSpPr txBox="1"/>
          <p:nvPr>
            <p:ph type="title"/>
          </p:nvPr>
        </p:nvSpPr>
        <p:spPr>
          <a:xfrm>
            <a:off x="6120400" y="3624754"/>
            <a:ext cx="2609700" cy="18678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43" name="Google Shape;343;p31"/>
          <p:cNvSpPr txBox="1"/>
          <p:nvPr>
            <p:ph type="title"/>
          </p:nvPr>
        </p:nvSpPr>
        <p:spPr>
          <a:xfrm>
            <a:off x="477110" y="3600175"/>
            <a:ext cx="2729700" cy="1760700"/>
          </a:xfrm>
          <a:prstGeom prst="rect">
            <a:avLst/>
          </a:prstGeom>
          <a:solidFill>
            <a:srgbClr val="EFEFEF"/>
          </a:solidFill>
          <a:ln cap="flat" cmpd="sng" w="9525">
            <a:solidFill>
              <a:srgbClr val="EFEFEF"/>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2200">
                <a:latin typeface="Gill Sans"/>
                <a:ea typeface="Gill Sans"/>
                <a:cs typeface="Gill Sans"/>
                <a:sym typeface="Gill Sans"/>
              </a:rPr>
              <a:t> </a:t>
            </a:r>
            <a:endParaRPr sz="2200">
              <a:latin typeface="Gill Sans"/>
              <a:ea typeface="Gill Sans"/>
              <a:cs typeface="Gill Sans"/>
              <a:sym typeface="Gill Sans"/>
            </a:endParaRPr>
          </a:p>
        </p:txBody>
      </p:sp>
      <p:sp>
        <p:nvSpPr>
          <p:cNvPr id="344" name="Google Shape;344;p31"/>
          <p:cNvSpPr txBox="1"/>
          <p:nvPr>
            <p:ph type="title"/>
          </p:nvPr>
        </p:nvSpPr>
        <p:spPr>
          <a:xfrm>
            <a:off x="940700" y="3874050"/>
            <a:ext cx="7414200" cy="19272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900">
                <a:latin typeface="Gill Sans"/>
                <a:ea typeface="Gill Sans"/>
                <a:cs typeface="Gill Sans"/>
                <a:sym typeface="Gill Sans"/>
              </a:rPr>
              <a:t>How does each Christian group understand and interpret the Bible?</a:t>
            </a:r>
            <a:endParaRPr sz="1900">
              <a:latin typeface="Gill Sans"/>
              <a:ea typeface="Gill Sans"/>
              <a:cs typeface="Gill Sans"/>
              <a:sym typeface="Gill Sans"/>
            </a:endParaRPr>
          </a:p>
        </p:txBody>
      </p:sp>
      <p:pic>
        <p:nvPicPr>
          <p:cNvPr id="345" name="Google Shape;345;p31"/>
          <p:cNvPicPr preferRelativeResize="0"/>
          <p:nvPr/>
        </p:nvPicPr>
        <p:blipFill>
          <a:blip r:embed="rId4">
            <a:alphaModFix/>
          </a:blip>
          <a:stretch>
            <a:fillRect/>
          </a:stretch>
        </p:blipFill>
        <p:spPr>
          <a:xfrm>
            <a:off x="0" y="486925"/>
            <a:ext cx="824450" cy="828550"/>
          </a:xfrm>
          <a:prstGeom prst="rect">
            <a:avLst/>
          </a:prstGeom>
          <a:noFill/>
          <a:ln>
            <a:noFill/>
          </a:ln>
        </p:spPr>
      </p:pic>
      <p:pic>
        <p:nvPicPr>
          <p:cNvPr id="346" name="Google Shape;346;p31">
            <a:hlinkClick r:id="rId5"/>
          </p:cNvPr>
          <p:cNvPicPr preferRelativeResize="0"/>
          <p:nvPr/>
        </p:nvPicPr>
        <p:blipFill>
          <a:blip r:embed="rId6">
            <a:alphaModFix/>
          </a:blip>
          <a:stretch>
            <a:fillRect/>
          </a:stretch>
        </p:blipFill>
        <p:spPr>
          <a:xfrm>
            <a:off x="655945" y="925930"/>
            <a:ext cx="824450" cy="824450"/>
          </a:xfrm>
          <a:prstGeom prst="rect">
            <a:avLst/>
          </a:prstGeom>
          <a:noFill/>
          <a:ln>
            <a:noFill/>
          </a:ln>
        </p:spPr>
      </p:pic>
      <p:pic>
        <p:nvPicPr>
          <p:cNvPr id="347" name="Google Shape;347;p31"/>
          <p:cNvPicPr preferRelativeResize="0"/>
          <p:nvPr/>
        </p:nvPicPr>
        <p:blipFill>
          <a:blip r:embed="rId7">
            <a:alphaModFix/>
          </a:blip>
          <a:stretch>
            <a:fillRect/>
          </a:stretch>
        </p:blipFill>
        <p:spPr>
          <a:xfrm>
            <a:off x="9248838" y="3734925"/>
            <a:ext cx="904257" cy="904257"/>
          </a:xfrm>
          <a:prstGeom prst="rect">
            <a:avLst/>
          </a:prstGeom>
          <a:noFill/>
          <a:ln>
            <a:noFill/>
          </a:ln>
        </p:spPr>
      </p:pic>
      <p:pic>
        <p:nvPicPr>
          <p:cNvPr id="348" name="Google Shape;348;p31"/>
          <p:cNvPicPr preferRelativeResize="0"/>
          <p:nvPr/>
        </p:nvPicPr>
        <p:blipFill>
          <a:blip r:embed="rId8">
            <a:alphaModFix/>
          </a:blip>
          <a:stretch>
            <a:fillRect/>
          </a:stretch>
        </p:blipFill>
        <p:spPr>
          <a:xfrm>
            <a:off x="443747" y="2314929"/>
            <a:ext cx="904250" cy="90426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32"/>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354" name="Google Shape;354;p32"/>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sp>
        <p:nvSpPr>
          <p:cNvPr id="355" name="Google Shape;355;p32"/>
          <p:cNvSpPr/>
          <p:nvPr/>
        </p:nvSpPr>
        <p:spPr>
          <a:xfrm>
            <a:off x="54988" y="1795350"/>
            <a:ext cx="9035100" cy="516000"/>
          </a:xfrm>
          <a:prstGeom prst="lef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pic>
        <p:nvPicPr>
          <p:cNvPr id="356" name="Google Shape;356;p32"/>
          <p:cNvPicPr preferRelativeResize="0"/>
          <p:nvPr/>
        </p:nvPicPr>
        <p:blipFill>
          <a:blip r:embed="rId3">
            <a:alphaModFix/>
          </a:blip>
          <a:stretch>
            <a:fillRect/>
          </a:stretch>
        </p:blipFill>
        <p:spPr>
          <a:xfrm>
            <a:off x="3459688" y="1073696"/>
            <a:ext cx="2224625" cy="2224625"/>
          </a:xfrm>
          <a:prstGeom prst="rect">
            <a:avLst/>
          </a:prstGeom>
          <a:noFill/>
          <a:ln>
            <a:noFill/>
          </a:ln>
        </p:spPr>
      </p:pic>
      <p:graphicFrame>
        <p:nvGraphicFramePr>
          <p:cNvPr id="357" name="Google Shape;357;p32"/>
          <p:cNvGraphicFramePr/>
          <p:nvPr/>
        </p:nvGraphicFramePr>
        <p:xfrm>
          <a:off x="436650" y="3298325"/>
          <a:ext cx="3000000" cy="3000000"/>
        </p:xfrm>
        <a:graphic>
          <a:graphicData uri="http://schemas.openxmlformats.org/drawingml/2006/table">
            <a:tbl>
              <a:tblPr>
                <a:noFill/>
                <a:tableStyleId>{69A92730-3355-4AB5-A547-8A1C514AEFEC}</a:tableStyleId>
              </a:tblPr>
              <a:tblGrid>
                <a:gridCol w="2804475"/>
                <a:gridCol w="2804475"/>
                <a:gridCol w="2804475"/>
              </a:tblGrid>
              <a:tr h="2224625">
                <a:tc>
                  <a:txBody>
                    <a:bodyPr/>
                    <a:lstStyle/>
                    <a:p>
                      <a:pPr indent="0" lvl="0" marL="0" rtl="0" algn="l">
                        <a:spcBef>
                          <a:spcPts val="0"/>
                        </a:spcBef>
                        <a:spcAft>
                          <a:spcPts val="0"/>
                        </a:spcAft>
                        <a:buNone/>
                      </a:pPr>
                      <a:r>
                        <a:rPr b="1" lang="en-GB">
                          <a:latin typeface="Gill Sans"/>
                          <a:ea typeface="Gill Sans"/>
                          <a:cs typeface="Gill Sans"/>
                          <a:sym typeface="Gill Sans"/>
                        </a:rPr>
                        <a:t>Fundamentalist (Literal)</a:t>
                      </a:r>
                      <a:endParaRPr b="1">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The Bible is the direct word of God and is completely true.</a:t>
                      </a:r>
                      <a:endParaRPr>
                        <a:latin typeface="Gill Sans"/>
                        <a:ea typeface="Gill Sans"/>
                        <a:cs typeface="Gill Sans"/>
                        <a:sym typeface="Gill Sans"/>
                      </a:endParaRPr>
                    </a:p>
                    <a:p>
                      <a:pPr indent="0" lvl="0" marL="0" rtl="0" algn="l">
                        <a:spcBef>
                          <a:spcPts val="0"/>
                        </a:spcBef>
                        <a:spcAft>
                          <a:spcPts val="0"/>
                        </a:spcAft>
                        <a:buNone/>
                      </a:pPr>
                      <a:r>
                        <a:t/>
                      </a:r>
                      <a:endParaRPr>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It should be understood exactly as it is written. Events in the Bible happened exactly as described. </a:t>
                      </a:r>
                      <a:endParaRPr>
                        <a:latin typeface="Gill Sans"/>
                        <a:ea typeface="Gill Sans"/>
                        <a:cs typeface="Gill Sans"/>
                        <a:sym typeface="Gill Sans"/>
                      </a:endParaRPr>
                    </a:p>
                  </a:txBody>
                  <a:tcPr marT="91425" marB="91425" marR="91425" marL="91425">
                    <a:solidFill>
                      <a:srgbClr val="EFEFEF"/>
                    </a:solidFill>
                  </a:tcPr>
                </a:tc>
                <a:tc>
                  <a:txBody>
                    <a:bodyPr/>
                    <a:lstStyle/>
                    <a:p>
                      <a:pPr indent="0" lvl="0" marL="0" rtl="0" algn="l">
                        <a:spcBef>
                          <a:spcPts val="0"/>
                        </a:spcBef>
                        <a:spcAft>
                          <a:spcPts val="0"/>
                        </a:spcAft>
                        <a:buNone/>
                      </a:pPr>
                      <a:r>
                        <a:rPr b="1" lang="en-GB">
                          <a:latin typeface="Gill Sans"/>
                          <a:ea typeface="Gill Sans"/>
                          <a:cs typeface="Gill Sans"/>
                          <a:sym typeface="Gill Sans"/>
                        </a:rPr>
                        <a:t>Conservative</a:t>
                      </a:r>
                      <a:endParaRPr b="1">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The Bible is inspired by God and very important for Christian belief.</a:t>
                      </a:r>
                      <a:endParaRPr>
                        <a:latin typeface="Gill Sans"/>
                        <a:ea typeface="Gill Sans"/>
                        <a:cs typeface="Gill Sans"/>
                        <a:sym typeface="Gill Sans"/>
                      </a:endParaRPr>
                    </a:p>
                    <a:p>
                      <a:pPr indent="0" lvl="0" marL="0" rtl="0" algn="l">
                        <a:spcBef>
                          <a:spcPts val="0"/>
                        </a:spcBef>
                        <a:spcAft>
                          <a:spcPts val="0"/>
                        </a:spcAft>
                        <a:buNone/>
                      </a:pPr>
                      <a:r>
                        <a:t/>
                      </a:r>
                      <a:endParaRPr>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Most teachings are believed to be historically true, but some parts may use symbolism or poetic language. Scientific ideas maybe accepted alongside this. </a:t>
                      </a:r>
                      <a:endParaRPr>
                        <a:latin typeface="Gill Sans"/>
                        <a:ea typeface="Gill Sans"/>
                        <a:cs typeface="Gill Sans"/>
                        <a:sym typeface="Gill Sans"/>
                      </a:endParaRPr>
                    </a:p>
                  </a:txBody>
                  <a:tcPr marT="91425" marB="91425" marR="91425" marL="91425">
                    <a:solidFill>
                      <a:srgbClr val="EFEFEF"/>
                    </a:solidFill>
                  </a:tcPr>
                </a:tc>
                <a:tc>
                  <a:txBody>
                    <a:bodyPr/>
                    <a:lstStyle/>
                    <a:p>
                      <a:pPr indent="0" lvl="0" marL="0" rtl="0" algn="l">
                        <a:spcBef>
                          <a:spcPts val="0"/>
                        </a:spcBef>
                        <a:spcAft>
                          <a:spcPts val="0"/>
                        </a:spcAft>
                        <a:buNone/>
                      </a:pPr>
                      <a:r>
                        <a:rPr b="1" lang="en-GB">
                          <a:latin typeface="Gill Sans"/>
                          <a:ea typeface="Gill Sans"/>
                          <a:cs typeface="Gill Sans"/>
                          <a:sym typeface="Gill Sans"/>
                        </a:rPr>
                        <a:t>Liberal</a:t>
                      </a:r>
                      <a:endParaRPr b="1">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The Bible is a collection of writings by people about their experiences of God.</a:t>
                      </a:r>
                      <a:endParaRPr>
                        <a:latin typeface="Gill Sans"/>
                        <a:ea typeface="Gill Sans"/>
                        <a:cs typeface="Gill Sans"/>
                        <a:sym typeface="Gill Sans"/>
                      </a:endParaRPr>
                    </a:p>
                    <a:p>
                      <a:pPr indent="0" lvl="0" marL="0" rtl="0" algn="l">
                        <a:spcBef>
                          <a:spcPts val="0"/>
                        </a:spcBef>
                        <a:spcAft>
                          <a:spcPts val="0"/>
                        </a:spcAft>
                        <a:buNone/>
                      </a:pPr>
                      <a:r>
                        <a:t/>
                      </a:r>
                      <a:endParaRPr>
                        <a:latin typeface="Gill Sans"/>
                        <a:ea typeface="Gill Sans"/>
                        <a:cs typeface="Gill Sans"/>
                        <a:sym typeface="Gill Sans"/>
                      </a:endParaRPr>
                    </a:p>
                    <a:p>
                      <a:pPr indent="0" lvl="0" marL="0" rtl="0" algn="l">
                        <a:spcBef>
                          <a:spcPts val="0"/>
                        </a:spcBef>
                        <a:spcAft>
                          <a:spcPts val="0"/>
                        </a:spcAft>
                        <a:buNone/>
                      </a:pPr>
                      <a:r>
                        <a:rPr lang="en-GB">
                          <a:latin typeface="Gill Sans"/>
                          <a:ea typeface="Gill Sans"/>
                          <a:cs typeface="Gill Sans"/>
                          <a:sym typeface="Gill Sans"/>
                        </a:rPr>
                        <a:t>Many stories are understood as symbolic or metaphorical, rather than literal history. The moral and spiritual message is more important than whether every detail is true. </a:t>
                      </a:r>
                      <a:endParaRPr>
                        <a:latin typeface="Gill Sans"/>
                        <a:ea typeface="Gill Sans"/>
                        <a:cs typeface="Gill Sans"/>
                        <a:sym typeface="Gill Sans"/>
                      </a:endParaRPr>
                    </a:p>
                  </a:txBody>
                  <a:tcPr marT="91425" marB="91425" marR="91425" marL="91425">
                    <a:solidFill>
                      <a:srgbClr val="EFEFEF"/>
                    </a:solidFill>
                  </a:tcPr>
                </a:tc>
              </a:tr>
            </a:tbl>
          </a:graphicData>
        </a:graphic>
      </p:graphicFrame>
      <p:pic>
        <p:nvPicPr>
          <p:cNvPr id="358" name="Google Shape;358;p32"/>
          <p:cNvPicPr preferRelativeResize="0"/>
          <p:nvPr/>
        </p:nvPicPr>
        <p:blipFill>
          <a:blip r:embed="rId4">
            <a:alphaModFix/>
          </a:blip>
          <a:stretch>
            <a:fillRect/>
          </a:stretch>
        </p:blipFill>
        <p:spPr>
          <a:xfrm>
            <a:off x="0" y="2311350"/>
            <a:ext cx="1086125" cy="10861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p33"/>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364" name="Google Shape;364;p33"/>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sp>
        <p:nvSpPr>
          <p:cNvPr id="365" name="Google Shape;365;p33"/>
          <p:cNvSpPr txBox="1"/>
          <p:nvPr>
            <p:ph type="title"/>
          </p:nvPr>
        </p:nvSpPr>
        <p:spPr>
          <a:xfrm>
            <a:off x="258675" y="1426225"/>
            <a:ext cx="5152800" cy="26097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lang="en-GB" sz="1900">
                <a:latin typeface="Gill Sans"/>
                <a:ea typeface="Gill Sans"/>
                <a:cs typeface="Gill Sans"/>
                <a:sym typeface="Gill Sans"/>
              </a:rPr>
              <a:t>So, if </a:t>
            </a:r>
            <a:r>
              <a:rPr lang="en-GB" sz="1900">
                <a:latin typeface="Gill Sans"/>
                <a:ea typeface="Gill Sans"/>
                <a:cs typeface="Gill Sans"/>
                <a:sym typeface="Gill Sans"/>
              </a:rPr>
              <a:t>Fundamental</a:t>
            </a:r>
            <a:r>
              <a:rPr lang="en-GB" sz="1900">
                <a:latin typeface="Gill Sans"/>
                <a:ea typeface="Gill Sans"/>
                <a:cs typeface="Gill Sans"/>
                <a:sym typeface="Gill Sans"/>
              </a:rPr>
              <a:t> Christians have a literal understanding of the Bible, what do they </a:t>
            </a:r>
            <a:r>
              <a:rPr lang="en-GB" sz="1900">
                <a:latin typeface="Gill Sans"/>
                <a:ea typeface="Gill Sans"/>
                <a:cs typeface="Gill Sans"/>
                <a:sym typeface="Gill Sans"/>
              </a:rPr>
              <a:t>believe</a:t>
            </a:r>
            <a:r>
              <a:rPr lang="en-GB" sz="1900">
                <a:latin typeface="Gill Sans"/>
                <a:ea typeface="Gill Sans"/>
                <a:cs typeface="Gill Sans"/>
                <a:sym typeface="Gill Sans"/>
              </a:rPr>
              <a:t> about the creation account?</a:t>
            </a:r>
            <a:endParaRPr sz="1900">
              <a:latin typeface="Gill Sans"/>
              <a:ea typeface="Gill Sans"/>
              <a:cs typeface="Gill Sans"/>
              <a:sym typeface="Gill Sans"/>
            </a:endParaRPr>
          </a:p>
          <a:p>
            <a:pPr indent="0" lvl="0" marL="0" rtl="0" algn="l">
              <a:lnSpc>
                <a:spcPct val="115000"/>
              </a:lnSpc>
              <a:spcBef>
                <a:spcPts val="0"/>
              </a:spcBef>
              <a:spcAft>
                <a:spcPts val="0"/>
              </a:spcAft>
              <a:buNone/>
            </a:pPr>
            <a:r>
              <a:t/>
            </a:r>
            <a:endParaRPr sz="1900">
              <a:latin typeface="Gill Sans"/>
              <a:ea typeface="Gill Sans"/>
              <a:cs typeface="Gill Sans"/>
              <a:sym typeface="Gill Sans"/>
            </a:endParaRPr>
          </a:p>
          <a:p>
            <a:pPr indent="0" lvl="0" marL="0" rtl="0" algn="l">
              <a:lnSpc>
                <a:spcPct val="115000"/>
              </a:lnSpc>
              <a:spcBef>
                <a:spcPts val="0"/>
              </a:spcBef>
              <a:spcAft>
                <a:spcPts val="0"/>
              </a:spcAft>
              <a:buNone/>
            </a:pPr>
            <a:r>
              <a:rPr lang="en-GB" sz="1900">
                <a:latin typeface="Gill Sans"/>
                <a:ea typeface="Gill Sans"/>
                <a:cs typeface="Gill Sans"/>
                <a:sym typeface="Gill Sans"/>
              </a:rPr>
              <a:t>Let’s refresh our memory about </a:t>
            </a:r>
            <a:r>
              <a:rPr lang="en-GB" sz="1900">
                <a:latin typeface="Gill Sans"/>
                <a:ea typeface="Gill Sans"/>
                <a:cs typeface="Gill Sans"/>
                <a:sym typeface="Gill Sans"/>
              </a:rPr>
              <a:t>what happens in the Biblical creation account first. </a:t>
            </a:r>
            <a:endParaRPr sz="1900">
              <a:latin typeface="Gill Sans"/>
              <a:ea typeface="Gill Sans"/>
              <a:cs typeface="Gill Sans"/>
              <a:sym typeface="Gill Sans"/>
            </a:endParaRPr>
          </a:p>
        </p:txBody>
      </p:sp>
      <p:pic>
        <p:nvPicPr>
          <p:cNvPr id="366" name="Google Shape;366;p33"/>
          <p:cNvPicPr preferRelativeResize="0"/>
          <p:nvPr/>
        </p:nvPicPr>
        <p:blipFill>
          <a:blip r:embed="rId3">
            <a:alphaModFix/>
          </a:blip>
          <a:stretch>
            <a:fillRect/>
          </a:stretch>
        </p:blipFill>
        <p:spPr>
          <a:xfrm>
            <a:off x="5918376" y="1769171"/>
            <a:ext cx="2385777" cy="2385777"/>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34"/>
          <p:cNvSpPr txBox="1"/>
          <p:nvPr>
            <p:ph type="title"/>
          </p:nvPr>
        </p:nvSpPr>
        <p:spPr>
          <a:xfrm>
            <a:off x="457200" y="274638"/>
            <a:ext cx="8229600" cy="11430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t/>
            </a:r>
            <a:endParaRPr/>
          </a:p>
        </p:txBody>
      </p:sp>
      <p:sp>
        <p:nvSpPr>
          <p:cNvPr id="372" name="Google Shape;372;p34"/>
          <p:cNvSpPr txBox="1"/>
          <p:nvPr>
            <p:ph idx="1" type="body"/>
          </p:nvPr>
        </p:nvSpPr>
        <p:spPr>
          <a:xfrm>
            <a:off x="457200" y="1600200"/>
            <a:ext cx="8229600" cy="45261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t/>
            </a:r>
            <a:endParaRPr/>
          </a:p>
        </p:txBody>
      </p:sp>
      <p:pic>
        <p:nvPicPr>
          <p:cNvPr descr="What did God create on each day of creation? Find out in this video...&#10;&#10;Day 1: Light&#10;Day 2: Atmosphere / Firmament&#10;Day 3: Dry ground &amp; plants&#10;Day 4: Sun, moon &amp; stars&#10;Day 5: Birds &amp; sea creatures&#10;Day 6: Land animals &amp; humans&#10;Day 7: The Sabbath of rest" id="373" name="Google Shape;373;p34" title="7 days of creation explained  (Genesis 1 &amp; 2 explained)">
            <a:hlinkClick r:id="rId3"/>
          </p:cNvPr>
          <p:cNvPicPr preferRelativeResize="0"/>
          <p:nvPr/>
        </p:nvPicPr>
        <p:blipFill>
          <a:blip r:embed="rId4">
            <a:alphaModFix/>
          </a:blip>
          <a:stretch>
            <a:fillRect/>
          </a:stretch>
        </p:blipFill>
        <p:spPr>
          <a:xfrm>
            <a:off x="205675" y="1064625"/>
            <a:ext cx="8662925" cy="4872900"/>
          </a:xfrm>
          <a:prstGeom prst="rect">
            <a:avLst/>
          </a:prstGeom>
          <a:noFill/>
          <a:ln>
            <a:noFill/>
          </a:ln>
        </p:spPr>
      </p:pic>
      <p:sp>
        <p:nvSpPr>
          <p:cNvPr id="374" name="Google Shape;374;p34"/>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375" name="Google Shape;375;p34"/>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pic>
        <p:nvPicPr>
          <p:cNvPr id="376" name="Google Shape;376;p34">
            <a:hlinkClick r:id="rId5"/>
          </p:cNvPr>
          <p:cNvPicPr preferRelativeResize="0"/>
          <p:nvPr/>
        </p:nvPicPr>
        <p:blipFill>
          <a:blip r:embed="rId6">
            <a:alphaModFix/>
          </a:blip>
          <a:stretch>
            <a:fillRect/>
          </a:stretch>
        </p:blipFill>
        <p:spPr>
          <a:xfrm>
            <a:off x="0" y="657500"/>
            <a:ext cx="829425" cy="8294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3"/>
                                        </p:tgtEl>
                                        <p:attrNameLst>
                                          <p:attrName>style.visibility</p:attrName>
                                        </p:attrNameLst>
                                      </p:cBhvr>
                                      <p:to>
                                        <p:strVal val="visible"/>
                                      </p:to>
                                    </p:set>
                                    <p:animEffect filter="fade" transition="in">
                                      <p:cBhvr>
                                        <p:cTn dur="1000"/>
                                        <p:tgtEl>
                                          <p:spTgt spid="3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35"/>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382" name="Google Shape;382;p35"/>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sp>
        <p:nvSpPr>
          <p:cNvPr id="383" name="Google Shape;383;p35"/>
          <p:cNvSpPr txBox="1"/>
          <p:nvPr>
            <p:ph type="title"/>
          </p:nvPr>
        </p:nvSpPr>
        <p:spPr>
          <a:xfrm>
            <a:off x="333625" y="1633550"/>
            <a:ext cx="4525800" cy="3166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349250" lvl="0" marL="457200" rtl="0" algn="l">
              <a:lnSpc>
                <a:spcPct val="115000"/>
              </a:lnSpc>
              <a:spcBef>
                <a:spcPts val="0"/>
              </a:spcBef>
              <a:spcAft>
                <a:spcPts val="0"/>
              </a:spcAft>
              <a:buSzPts val="1900"/>
              <a:buFont typeface="Gill Sans"/>
              <a:buAutoNum type="arabicPeriod"/>
            </a:pPr>
            <a:r>
              <a:rPr lang="en-GB" sz="1900">
                <a:latin typeface="Gill Sans"/>
                <a:ea typeface="Gill Sans"/>
                <a:cs typeface="Gill Sans"/>
                <a:sym typeface="Gill Sans"/>
              </a:rPr>
              <a:t>How would </a:t>
            </a:r>
            <a:r>
              <a:rPr lang="en-GB" sz="1900">
                <a:latin typeface="Gill Sans"/>
                <a:ea typeface="Gill Sans"/>
                <a:cs typeface="Gill Sans"/>
                <a:sym typeface="Gill Sans"/>
              </a:rPr>
              <a:t>Fundamental</a:t>
            </a:r>
            <a:r>
              <a:rPr lang="en-GB" sz="1900">
                <a:latin typeface="Gill Sans"/>
                <a:ea typeface="Gill Sans"/>
                <a:cs typeface="Gill Sans"/>
                <a:sym typeface="Gill Sans"/>
              </a:rPr>
              <a:t> Christians understand this account?</a:t>
            </a:r>
            <a:endParaRPr sz="1900">
              <a:latin typeface="Gill Sans"/>
              <a:ea typeface="Gill Sans"/>
              <a:cs typeface="Gill Sans"/>
              <a:sym typeface="Gill Sans"/>
            </a:endParaRPr>
          </a:p>
          <a:p>
            <a:pPr indent="-349250" lvl="0" marL="457200" rtl="0" algn="l">
              <a:lnSpc>
                <a:spcPct val="115000"/>
              </a:lnSpc>
              <a:spcBef>
                <a:spcPts val="0"/>
              </a:spcBef>
              <a:spcAft>
                <a:spcPts val="0"/>
              </a:spcAft>
              <a:buSzPts val="1900"/>
              <a:buFont typeface="Gill Sans"/>
              <a:buAutoNum type="arabicPeriod"/>
            </a:pPr>
            <a:r>
              <a:rPr lang="en-GB" sz="1900">
                <a:latin typeface="Gill Sans"/>
                <a:ea typeface="Gill Sans"/>
                <a:cs typeface="Gill Sans"/>
                <a:sym typeface="Gill Sans"/>
              </a:rPr>
              <a:t>What does it show about God?</a:t>
            </a:r>
            <a:endParaRPr sz="1900">
              <a:latin typeface="Gill Sans"/>
              <a:ea typeface="Gill Sans"/>
              <a:cs typeface="Gill Sans"/>
              <a:sym typeface="Gill Sans"/>
            </a:endParaRPr>
          </a:p>
          <a:p>
            <a:pPr indent="-349250" lvl="0" marL="457200" rtl="0" algn="l">
              <a:lnSpc>
                <a:spcPct val="115000"/>
              </a:lnSpc>
              <a:spcBef>
                <a:spcPts val="0"/>
              </a:spcBef>
              <a:spcAft>
                <a:spcPts val="0"/>
              </a:spcAft>
              <a:buSzPts val="1900"/>
              <a:buFont typeface="Gill Sans"/>
              <a:buAutoNum type="arabicPeriod"/>
            </a:pPr>
            <a:r>
              <a:rPr lang="en-GB" sz="1900">
                <a:latin typeface="Gill Sans"/>
                <a:ea typeface="Gill Sans"/>
                <a:cs typeface="Gill Sans"/>
                <a:sym typeface="Gill Sans"/>
              </a:rPr>
              <a:t>How does it compare to the way in which Liberal Christians would understand this account?</a:t>
            </a:r>
            <a:endParaRPr sz="1900">
              <a:latin typeface="Gill Sans"/>
              <a:ea typeface="Gill Sans"/>
              <a:cs typeface="Gill Sans"/>
              <a:sym typeface="Gill Sans"/>
            </a:endParaRPr>
          </a:p>
        </p:txBody>
      </p:sp>
      <p:pic>
        <p:nvPicPr>
          <p:cNvPr id="384" name="Google Shape;384;p35"/>
          <p:cNvPicPr preferRelativeResize="0"/>
          <p:nvPr/>
        </p:nvPicPr>
        <p:blipFill>
          <a:blip r:embed="rId3">
            <a:alphaModFix/>
          </a:blip>
          <a:stretch>
            <a:fillRect/>
          </a:stretch>
        </p:blipFill>
        <p:spPr>
          <a:xfrm>
            <a:off x="4936875" y="1093917"/>
            <a:ext cx="4054728" cy="2704472"/>
          </a:xfrm>
          <a:prstGeom prst="rect">
            <a:avLst/>
          </a:prstGeom>
          <a:noFill/>
          <a:ln>
            <a:noFill/>
          </a:ln>
        </p:spPr>
      </p:pic>
      <p:pic>
        <p:nvPicPr>
          <p:cNvPr id="385" name="Google Shape;385;p35"/>
          <p:cNvPicPr preferRelativeResize="0"/>
          <p:nvPr/>
        </p:nvPicPr>
        <p:blipFill>
          <a:blip r:embed="rId4">
            <a:alphaModFix/>
          </a:blip>
          <a:stretch>
            <a:fillRect/>
          </a:stretch>
        </p:blipFill>
        <p:spPr>
          <a:xfrm>
            <a:off x="160725" y="691830"/>
            <a:ext cx="1019375" cy="1019375"/>
          </a:xfrm>
          <a:prstGeom prst="rect">
            <a:avLst/>
          </a:prstGeom>
          <a:noFill/>
          <a:ln>
            <a:noFill/>
          </a:ln>
        </p:spPr>
      </p:pic>
      <p:pic>
        <p:nvPicPr>
          <p:cNvPr id="386" name="Google Shape;386;p35"/>
          <p:cNvPicPr preferRelativeResize="0"/>
          <p:nvPr/>
        </p:nvPicPr>
        <p:blipFill>
          <a:blip r:embed="rId5">
            <a:alphaModFix/>
          </a:blip>
          <a:stretch>
            <a:fillRect/>
          </a:stretch>
        </p:blipFill>
        <p:spPr>
          <a:xfrm>
            <a:off x="9248838" y="3734925"/>
            <a:ext cx="904257" cy="904257"/>
          </a:xfrm>
          <a:prstGeom prst="rect">
            <a:avLst/>
          </a:prstGeom>
          <a:noFill/>
          <a:ln>
            <a:noFill/>
          </a:ln>
        </p:spPr>
      </p:pic>
      <p:pic>
        <p:nvPicPr>
          <p:cNvPr id="387" name="Google Shape;387;p35"/>
          <p:cNvPicPr preferRelativeResize="0"/>
          <p:nvPr/>
        </p:nvPicPr>
        <p:blipFill>
          <a:blip r:embed="rId6">
            <a:alphaModFix/>
          </a:blip>
          <a:stretch>
            <a:fillRect/>
          </a:stretch>
        </p:blipFill>
        <p:spPr>
          <a:xfrm>
            <a:off x="3688000" y="4800050"/>
            <a:ext cx="1248863" cy="124886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sp>
        <p:nvSpPr>
          <p:cNvPr id="392" name="Google Shape;392;p36"/>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393" name="Google Shape;393;p36"/>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sp>
        <p:nvSpPr>
          <p:cNvPr id="394" name="Google Shape;394;p36"/>
          <p:cNvSpPr txBox="1"/>
          <p:nvPr>
            <p:ph type="title"/>
          </p:nvPr>
        </p:nvSpPr>
        <p:spPr>
          <a:xfrm>
            <a:off x="311700" y="1697250"/>
            <a:ext cx="8520600" cy="43287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349250" lvl="0" marL="457200" rtl="0" algn="l">
              <a:lnSpc>
                <a:spcPct val="115000"/>
              </a:lnSpc>
              <a:spcBef>
                <a:spcPts val="0"/>
              </a:spcBef>
              <a:spcAft>
                <a:spcPts val="0"/>
              </a:spcAft>
              <a:buSzPts val="1900"/>
              <a:buFont typeface="Gill Sans"/>
              <a:buAutoNum type="arabicPeriod"/>
            </a:pPr>
            <a:r>
              <a:rPr lang="en-GB" sz="1900">
                <a:latin typeface="Gill Sans"/>
                <a:ea typeface="Gill Sans"/>
                <a:cs typeface="Gill Sans"/>
                <a:sym typeface="Gill Sans"/>
              </a:rPr>
              <a:t>How would Fundamental Christians understand this account?</a:t>
            </a:r>
            <a:endParaRPr sz="1900">
              <a:latin typeface="Gill Sans"/>
              <a:ea typeface="Gill Sans"/>
              <a:cs typeface="Gill Sans"/>
              <a:sym typeface="Gill Sans"/>
            </a:endParaRPr>
          </a:p>
          <a:p>
            <a:pPr indent="-349250" lvl="1" marL="914400" rtl="0" algn="l">
              <a:lnSpc>
                <a:spcPct val="115000"/>
              </a:lnSpc>
              <a:spcBef>
                <a:spcPts val="0"/>
              </a:spcBef>
              <a:spcAft>
                <a:spcPts val="0"/>
              </a:spcAft>
              <a:buSzPts val="1900"/>
              <a:buFont typeface="Gill Sans"/>
              <a:buAutoNum type="alphaLcPeriod"/>
            </a:pPr>
            <a:r>
              <a:rPr b="1" lang="en-GB" sz="1900">
                <a:latin typeface="Gill Sans"/>
                <a:ea typeface="Gill Sans"/>
                <a:cs typeface="Gill Sans"/>
                <a:sym typeface="Gill Sans"/>
              </a:rPr>
              <a:t>Fundamental Christians believe Genesis 1 is a literal and historically accurate description of how God created the world. God created everything in six actual days, exactly as the Bible describes.</a:t>
            </a:r>
            <a:endParaRPr b="1" sz="1900">
              <a:latin typeface="Gill Sans"/>
              <a:ea typeface="Gill Sans"/>
              <a:cs typeface="Gill Sans"/>
              <a:sym typeface="Gill Sans"/>
            </a:endParaRPr>
          </a:p>
          <a:p>
            <a:pPr indent="-349250" lvl="0" marL="457200" rtl="0" algn="l">
              <a:lnSpc>
                <a:spcPct val="115000"/>
              </a:lnSpc>
              <a:spcBef>
                <a:spcPts val="0"/>
              </a:spcBef>
              <a:spcAft>
                <a:spcPts val="0"/>
              </a:spcAft>
              <a:buSzPts val="1900"/>
              <a:buFont typeface="Gill Sans"/>
              <a:buAutoNum type="arabicPeriod"/>
            </a:pPr>
            <a:r>
              <a:rPr lang="en-GB" sz="1900">
                <a:latin typeface="Gill Sans"/>
                <a:ea typeface="Gill Sans"/>
                <a:cs typeface="Gill Sans"/>
                <a:sym typeface="Gill Sans"/>
              </a:rPr>
              <a:t>What does it show about God?</a:t>
            </a:r>
            <a:endParaRPr sz="1900">
              <a:latin typeface="Gill Sans"/>
              <a:ea typeface="Gill Sans"/>
              <a:cs typeface="Gill Sans"/>
              <a:sym typeface="Gill Sans"/>
            </a:endParaRPr>
          </a:p>
          <a:p>
            <a:pPr indent="-349250" lvl="1" marL="914400" rtl="0" algn="l">
              <a:lnSpc>
                <a:spcPct val="115000"/>
              </a:lnSpc>
              <a:spcBef>
                <a:spcPts val="0"/>
              </a:spcBef>
              <a:spcAft>
                <a:spcPts val="0"/>
              </a:spcAft>
              <a:buSzPts val="1900"/>
              <a:buFont typeface="Gill Sans"/>
              <a:buAutoNum type="alphaLcPeriod"/>
            </a:pPr>
            <a:r>
              <a:rPr b="1" lang="en-GB" sz="1900">
                <a:latin typeface="Gill Sans"/>
                <a:ea typeface="Gill Sans"/>
                <a:cs typeface="Gill Sans"/>
                <a:sym typeface="Gill Sans"/>
              </a:rPr>
              <a:t>God is the ultimate creator behind the universe.</a:t>
            </a:r>
            <a:endParaRPr b="1" sz="1900">
              <a:latin typeface="Gill Sans"/>
              <a:ea typeface="Gill Sans"/>
              <a:cs typeface="Gill Sans"/>
              <a:sym typeface="Gill Sans"/>
            </a:endParaRPr>
          </a:p>
          <a:p>
            <a:pPr indent="-349250" lvl="0" marL="457200" rtl="0" algn="l">
              <a:lnSpc>
                <a:spcPct val="115000"/>
              </a:lnSpc>
              <a:spcBef>
                <a:spcPts val="0"/>
              </a:spcBef>
              <a:spcAft>
                <a:spcPts val="0"/>
              </a:spcAft>
              <a:buSzPts val="1900"/>
              <a:buFont typeface="Gill Sans"/>
              <a:buAutoNum type="arabicPeriod"/>
            </a:pPr>
            <a:r>
              <a:rPr lang="en-GB" sz="1900">
                <a:latin typeface="Gill Sans"/>
                <a:ea typeface="Gill Sans"/>
                <a:cs typeface="Gill Sans"/>
                <a:sym typeface="Gill Sans"/>
              </a:rPr>
              <a:t>How does it compare to the way in which Liberal Christians would understand this account?</a:t>
            </a:r>
            <a:endParaRPr sz="1900">
              <a:latin typeface="Gill Sans"/>
              <a:ea typeface="Gill Sans"/>
              <a:cs typeface="Gill Sans"/>
              <a:sym typeface="Gill Sans"/>
            </a:endParaRPr>
          </a:p>
          <a:p>
            <a:pPr indent="-349250" lvl="1" marL="914400" rtl="0" algn="l">
              <a:lnSpc>
                <a:spcPct val="115000"/>
              </a:lnSpc>
              <a:spcBef>
                <a:spcPts val="0"/>
              </a:spcBef>
              <a:spcAft>
                <a:spcPts val="0"/>
              </a:spcAft>
              <a:buSzPts val="1900"/>
              <a:buFont typeface="Gill Sans"/>
              <a:buAutoNum type="alphaLcPeriod"/>
            </a:pPr>
            <a:r>
              <a:rPr b="1" lang="en-GB" sz="1900">
                <a:latin typeface="Gill Sans"/>
                <a:ea typeface="Gill Sans"/>
                <a:cs typeface="Gill Sans"/>
                <a:sym typeface="Gill Sans"/>
              </a:rPr>
              <a:t>Liberal Christians usually see Genesis 1 as symbolic or poetic, not a scientific explanation. It teaches religious truths about God and creation, rather than describing exactly how the universe formed.</a:t>
            </a:r>
            <a:endParaRPr b="1" sz="1900">
              <a:latin typeface="Gill Sans"/>
              <a:ea typeface="Gill Sans"/>
              <a:cs typeface="Gill Sans"/>
              <a:sym typeface="Gill Sans"/>
            </a:endParaRPr>
          </a:p>
        </p:txBody>
      </p:sp>
      <p:pic>
        <p:nvPicPr>
          <p:cNvPr id="395" name="Google Shape;395;p36"/>
          <p:cNvPicPr preferRelativeResize="0"/>
          <p:nvPr/>
        </p:nvPicPr>
        <p:blipFill>
          <a:blip r:embed="rId3">
            <a:alphaModFix/>
          </a:blip>
          <a:stretch>
            <a:fillRect/>
          </a:stretch>
        </p:blipFill>
        <p:spPr>
          <a:xfrm>
            <a:off x="92325" y="735750"/>
            <a:ext cx="1086125" cy="10861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pic>
        <p:nvPicPr>
          <p:cNvPr id="400" name="Google Shape;400;p37"/>
          <p:cNvPicPr preferRelativeResize="0"/>
          <p:nvPr/>
        </p:nvPicPr>
        <p:blipFill>
          <a:blip r:embed="rId3">
            <a:alphaModFix/>
          </a:blip>
          <a:stretch>
            <a:fillRect/>
          </a:stretch>
        </p:blipFill>
        <p:spPr>
          <a:xfrm>
            <a:off x="9248838" y="3734925"/>
            <a:ext cx="904257" cy="904257"/>
          </a:xfrm>
          <a:prstGeom prst="rect">
            <a:avLst/>
          </a:prstGeom>
          <a:noFill/>
          <a:ln>
            <a:noFill/>
          </a:ln>
        </p:spPr>
      </p:pic>
      <p:pic>
        <p:nvPicPr>
          <p:cNvPr id="401" name="Google Shape;401;p37"/>
          <p:cNvPicPr preferRelativeResize="0"/>
          <p:nvPr/>
        </p:nvPicPr>
        <p:blipFill>
          <a:blip r:embed="rId4">
            <a:alphaModFix/>
          </a:blip>
          <a:stretch>
            <a:fillRect/>
          </a:stretch>
        </p:blipFill>
        <p:spPr>
          <a:xfrm>
            <a:off x="-2630550" y="604025"/>
            <a:ext cx="1248863" cy="1248863"/>
          </a:xfrm>
          <a:prstGeom prst="rect">
            <a:avLst/>
          </a:prstGeom>
          <a:noFill/>
          <a:ln>
            <a:noFill/>
          </a:ln>
        </p:spPr>
      </p:pic>
      <p:pic>
        <p:nvPicPr>
          <p:cNvPr id="402" name="Google Shape;402;p37"/>
          <p:cNvPicPr preferRelativeResize="0"/>
          <p:nvPr/>
        </p:nvPicPr>
        <p:blipFill>
          <a:blip r:embed="rId5">
            <a:alphaModFix/>
          </a:blip>
          <a:stretch>
            <a:fillRect/>
          </a:stretch>
        </p:blipFill>
        <p:spPr>
          <a:xfrm>
            <a:off x="6874275" y="1273792"/>
            <a:ext cx="1428750" cy="1428750"/>
          </a:xfrm>
          <a:prstGeom prst="rect">
            <a:avLst/>
          </a:prstGeom>
          <a:noFill/>
          <a:ln>
            <a:noFill/>
          </a:ln>
        </p:spPr>
      </p:pic>
      <p:pic>
        <p:nvPicPr>
          <p:cNvPr id="403" name="Google Shape;403;p37"/>
          <p:cNvPicPr preferRelativeResize="0"/>
          <p:nvPr/>
        </p:nvPicPr>
        <p:blipFill>
          <a:blip r:embed="rId4">
            <a:alphaModFix/>
          </a:blip>
          <a:stretch>
            <a:fillRect/>
          </a:stretch>
        </p:blipFill>
        <p:spPr>
          <a:xfrm>
            <a:off x="6275350" y="3950525"/>
            <a:ext cx="1248863" cy="1248863"/>
          </a:xfrm>
          <a:prstGeom prst="rect">
            <a:avLst/>
          </a:prstGeom>
          <a:noFill/>
          <a:ln>
            <a:noFill/>
          </a:ln>
        </p:spPr>
      </p:pic>
      <p:sp>
        <p:nvSpPr>
          <p:cNvPr id="404" name="Google Shape;404;p37"/>
          <p:cNvSpPr/>
          <p:nvPr/>
        </p:nvSpPr>
        <p:spPr>
          <a:xfrm>
            <a:off x="258675" y="1114480"/>
            <a:ext cx="5700900" cy="4857300"/>
          </a:xfrm>
          <a:prstGeom prst="rect">
            <a:avLst/>
          </a:prstGeom>
          <a:solidFill>
            <a:srgbClr val="EFEFEF"/>
          </a:solidFill>
          <a:ln cap="flat" cmpd="sng" w="19050">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15000"/>
              </a:lnSpc>
              <a:spcBef>
                <a:spcPts val="1200"/>
              </a:spcBef>
              <a:spcAft>
                <a:spcPts val="0"/>
              </a:spcAft>
              <a:buClr>
                <a:srgbClr val="000000"/>
              </a:buClr>
              <a:buSzPts val="2000"/>
              <a:buFont typeface="Arial"/>
              <a:buNone/>
            </a:pPr>
            <a:r>
              <a:rPr b="1" lang="en-GB" sz="2000">
                <a:solidFill>
                  <a:schemeClr val="dk1"/>
                </a:solidFill>
                <a:latin typeface="Gill Sans"/>
                <a:ea typeface="Gill Sans"/>
                <a:cs typeface="Gill Sans"/>
                <a:sym typeface="Gill Sans"/>
              </a:rPr>
              <a:t>Assessment; </a:t>
            </a:r>
            <a:endParaRPr b="1" sz="2000">
              <a:solidFill>
                <a:schemeClr val="dk1"/>
              </a:solidFill>
              <a:latin typeface="Gill Sans"/>
              <a:ea typeface="Gill Sans"/>
              <a:cs typeface="Gill Sans"/>
              <a:sym typeface="Gill Sans"/>
            </a:endParaRPr>
          </a:p>
          <a:p>
            <a:pPr indent="0" lvl="0" marL="0" marR="0" rtl="0" algn="l">
              <a:lnSpc>
                <a:spcPct val="115000"/>
              </a:lnSpc>
              <a:spcBef>
                <a:spcPts val="1200"/>
              </a:spcBef>
              <a:spcAft>
                <a:spcPts val="0"/>
              </a:spcAft>
              <a:buClr>
                <a:srgbClr val="000000"/>
              </a:buClr>
              <a:buSzPts val="2000"/>
              <a:buFont typeface="Arial"/>
              <a:buNone/>
            </a:pPr>
            <a:r>
              <a:rPr lang="en-GB" sz="2000">
                <a:solidFill>
                  <a:schemeClr val="dk1"/>
                </a:solidFill>
                <a:latin typeface="Gill Sans"/>
                <a:ea typeface="Gill Sans"/>
                <a:cs typeface="Gill Sans"/>
                <a:sym typeface="Gill Sans"/>
              </a:rPr>
              <a:t>Answer all the questions to the best of your ability.</a:t>
            </a:r>
            <a:endParaRPr sz="2000">
              <a:solidFill>
                <a:schemeClr val="dk1"/>
              </a:solidFill>
              <a:latin typeface="Gill Sans"/>
              <a:ea typeface="Gill Sans"/>
              <a:cs typeface="Gill Sans"/>
              <a:sym typeface="Gill Sans"/>
            </a:endParaRPr>
          </a:p>
          <a:p>
            <a:pPr indent="0" lvl="0" marL="0" marR="0" rtl="0" algn="l">
              <a:lnSpc>
                <a:spcPct val="115000"/>
              </a:lnSpc>
              <a:spcBef>
                <a:spcPts val="1200"/>
              </a:spcBef>
              <a:spcAft>
                <a:spcPts val="0"/>
              </a:spcAft>
              <a:buClr>
                <a:srgbClr val="000000"/>
              </a:buClr>
              <a:buSzPts val="2000"/>
              <a:buFont typeface="Arial"/>
              <a:buNone/>
            </a:pPr>
            <a:r>
              <a:rPr lang="en-GB" sz="2000">
                <a:solidFill>
                  <a:schemeClr val="dk1"/>
                </a:solidFill>
                <a:latin typeface="Gill Sans"/>
                <a:ea typeface="Gill Sans"/>
                <a:cs typeface="Gill Sans"/>
                <a:sym typeface="Gill Sans"/>
              </a:rPr>
              <a:t>You have 20 minutes.</a:t>
            </a:r>
            <a:endParaRPr sz="2000">
              <a:solidFill>
                <a:schemeClr val="dk1"/>
              </a:solidFill>
              <a:latin typeface="Gill Sans"/>
              <a:ea typeface="Gill Sans"/>
              <a:cs typeface="Gill Sans"/>
              <a:sym typeface="Gill Sans"/>
            </a:endParaRPr>
          </a:p>
          <a:p>
            <a:pPr indent="0" lvl="0" marL="0" marR="0" rtl="0" algn="l">
              <a:lnSpc>
                <a:spcPct val="115000"/>
              </a:lnSpc>
              <a:spcBef>
                <a:spcPts val="1200"/>
              </a:spcBef>
              <a:spcAft>
                <a:spcPts val="0"/>
              </a:spcAft>
              <a:buClr>
                <a:srgbClr val="000000"/>
              </a:buClr>
              <a:buSzPts val="2000"/>
              <a:buFont typeface="Arial"/>
              <a:buNone/>
            </a:pPr>
            <a:r>
              <a:rPr lang="en-GB" sz="2000">
                <a:solidFill>
                  <a:schemeClr val="dk1"/>
                </a:solidFill>
                <a:latin typeface="Gill Sans"/>
                <a:ea typeface="Gill Sans"/>
                <a:cs typeface="Gill Sans"/>
                <a:sym typeface="Gill Sans"/>
              </a:rPr>
              <a:t>Use the success criteria and sentence starters to help you.</a:t>
            </a:r>
            <a:endParaRPr sz="2000">
              <a:solidFill>
                <a:schemeClr val="dk1"/>
              </a:solidFill>
              <a:latin typeface="Gill Sans"/>
              <a:ea typeface="Gill Sans"/>
              <a:cs typeface="Gill Sans"/>
              <a:sym typeface="Gill Sans"/>
            </a:endParaRPr>
          </a:p>
          <a:p>
            <a:pPr indent="0" lvl="0" marL="0" marR="0" rtl="0" algn="l">
              <a:lnSpc>
                <a:spcPct val="115000"/>
              </a:lnSpc>
              <a:spcBef>
                <a:spcPts val="1200"/>
              </a:spcBef>
              <a:spcAft>
                <a:spcPts val="1200"/>
              </a:spcAft>
              <a:buClr>
                <a:srgbClr val="000000"/>
              </a:buClr>
              <a:buSzPts val="2000"/>
              <a:buFont typeface="Arial"/>
              <a:buNone/>
            </a:pPr>
            <a:r>
              <a:rPr lang="en-GB" sz="2000">
                <a:solidFill>
                  <a:schemeClr val="dk1"/>
                </a:solidFill>
                <a:latin typeface="Gill Sans"/>
                <a:ea typeface="Gill Sans"/>
                <a:cs typeface="Gill Sans"/>
                <a:sym typeface="Gill Sans"/>
              </a:rPr>
              <a:t>There are questions about everything we have studied so far this year, and you can use any learning from this year in your extended writing answers. </a:t>
            </a:r>
            <a:endParaRPr sz="2000">
              <a:solidFill>
                <a:schemeClr val="dk1"/>
              </a:solidFill>
              <a:latin typeface="Gill Sans"/>
              <a:ea typeface="Gill Sans"/>
              <a:cs typeface="Gill Sans"/>
              <a:sym typeface="Gill Sans"/>
            </a:endParaRPr>
          </a:p>
        </p:txBody>
      </p:sp>
      <p:sp>
        <p:nvSpPr>
          <p:cNvPr id="405" name="Google Shape;405;p37"/>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sp>
        <p:nvSpPr>
          <p:cNvPr id="406" name="Google Shape;406;p37"/>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sp>
        <p:nvSpPr>
          <p:cNvPr id="407" name="Google Shape;407;p37"/>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pic>
        <p:nvPicPr>
          <p:cNvPr id="408" name="Google Shape;408;p37"/>
          <p:cNvPicPr preferRelativeResize="0"/>
          <p:nvPr/>
        </p:nvPicPr>
        <p:blipFill>
          <a:blip r:embed="rId6">
            <a:alphaModFix/>
          </a:blip>
          <a:stretch>
            <a:fillRect/>
          </a:stretch>
        </p:blipFill>
        <p:spPr>
          <a:xfrm>
            <a:off x="160725" y="691830"/>
            <a:ext cx="1019375" cy="10193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2" name="Shape 412"/>
        <p:cNvGrpSpPr/>
        <p:nvPr/>
      </p:nvGrpSpPr>
      <p:grpSpPr>
        <a:xfrm>
          <a:off x="0" y="0"/>
          <a:ext cx="0" cy="0"/>
          <a:chOff x="0" y="0"/>
          <a:chExt cx="0" cy="0"/>
        </a:xfrm>
      </p:grpSpPr>
      <p:sp>
        <p:nvSpPr>
          <p:cNvPr id="413" name="Google Shape;413;p38"/>
          <p:cNvSpPr txBox="1"/>
          <p:nvPr>
            <p:ph type="title"/>
          </p:nvPr>
        </p:nvSpPr>
        <p:spPr>
          <a:xfrm>
            <a:off x="258675" y="178017"/>
            <a:ext cx="8520600" cy="763500"/>
          </a:xfrm>
          <a:prstGeom prst="rect">
            <a:avLst/>
          </a:prstGeom>
          <a:solidFill>
            <a:srgbClr val="EFEFE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520"/>
              <a:buNone/>
            </a:pPr>
            <a:r>
              <a:rPr lang="en-GB" sz="2600">
                <a:latin typeface="Gill Sans"/>
                <a:ea typeface="Gill Sans"/>
                <a:cs typeface="Gill Sans"/>
                <a:sym typeface="Gill Sans"/>
              </a:rPr>
              <a:t>What do Fundamental Christians believe about creation?</a:t>
            </a:r>
            <a:endParaRPr sz="2600">
              <a:latin typeface="Gill Sans"/>
              <a:ea typeface="Gill Sans"/>
              <a:cs typeface="Gill Sans"/>
              <a:sym typeface="Gill Sans"/>
            </a:endParaRPr>
          </a:p>
        </p:txBody>
      </p:sp>
      <p:pic>
        <p:nvPicPr>
          <p:cNvPr id="414" name="Google Shape;414;p38"/>
          <p:cNvPicPr preferRelativeResize="0"/>
          <p:nvPr/>
        </p:nvPicPr>
        <p:blipFill>
          <a:blip r:embed="rId3">
            <a:alphaModFix/>
          </a:blip>
          <a:stretch>
            <a:fillRect/>
          </a:stretch>
        </p:blipFill>
        <p:spPr>
          <a:xfrm>
            <a:off x="9248838" y="3734925"/>
            <a:ext cx="904257" cy="904257"/>
          </a:xfrm>
          <a:prstGeom prst="rect">
            <a:avLst/>
          </a:prstGeom>
          <a:noFill/>
          <a:ln>
            <a:noFill/>
          </a:ln>
        </p:spPr>
      </p:pic>
      <p:pic>
        <p:nvPicPr>
          <p:cNvPr id="415" name="Google Shape;415;p38"/>
          <p:cNvPicPr preferRelativeResize="0"/>
          <p:nvPr/>
        </p:nvPicPr>
        <p:blipFill>
          <a:blip r:embed="rId4">
            <a:alphaModFix/>
          </a:blip>
          <a:stretch>
            <a:fillRect/>
          </a:stretch>
        </p:blipFill>
        <p:spPr>
          <a:xfrm>
            <a:off x="-2630550" y="604025"/>
            <a:ext cx="1248863" cy="1248863"/>
          </a:xfrm>
          <a:prstGeom prst="rect">
            <a:avLst/>
          </a:prstGeom>
          <a:noFill/>
          <a:ln>
            <a:noFill/>
          </a:ln>
        </p:spPr>
      </p:pic>
      <p:sp>
        <p:nvSpPr>
          <p:cNvPr id="416" name="Google Shape;416;p38"/>
          <p:cNvSpPr/>
          <p:nvPr/>
        </p:nvSpPr>
        <p:spPr>
          <a:xfrm>
            <a:off x="2493600" y="1244175"/>
            <a:ext cx="4156800" cy="4432800"/>
          </a:xfrm>
          <a:prstGeom prst="rect">
            <a:avLst/>
          </a:prstGeom>
          <a:solidFill>
            <a:srgbClr val="EFEFEF"/>
          </a:solidFill>
          <a:ln cap="flat" cmpd="sng" w="19050">
            <a:solidFill>
              <a:srgbClr val="9FC5E8"/>
            </a:solidFill>
            <a:prstDash val="solid"/>
            <a:round/>
            <a:headEnd len="sm" w="sm" type="none"/>
            <a:tailEnd len="sm" w="sm" type="none"/>
          </a:ln>
        </p:spPr>
        <p:txBody>
          <a:bodyPr anchorCtr="0" anchor="ctr" bIns="91425" lIns="91425" spcFirstLastPara="1" rIns="91425" wrap="square" tIns="91425">
            <a:noAutofit/>
          </a:bodyPr>
          <a:lstStyle/>
          <a:p>
            <a:pPr indent="-355600" lvl="0" marL="457200" marR="0" rtl="0" algn="l">
              <a:lnSpc>
                <a:spcPct val="115000"/>
              </a:lnSpc>
              <a:spcBef>
                <a:spcPts val="1200"/>
              </a:spcBef>
              <a:spcAft>
                <a:spcPts val="0"/>
              </a:spcAft>
              <a:buClr>
                <a:schemeClr val="dk1"/>
              </a:buClr>
              <a:buSzPts val="2000"/>
              <a:buFont typeface="Gill Sans"/>
              <a:buAutoNum type="arabicPeriod"/>
            </a:pPr>
            <a:r>
              <a:rPr lang="en-GB" sz="2000">
                <a:solidFill>
                  <a:schemeClr val="dk1"/>
                </a:solidFill>
                <a:latin typeface="Gill Sans"/>
                <a:ea typeface="Gill Sans"/>
                <a:cs typeface="Gill Sans"/>
                <a:sym typeface="Gill Sans"/>
              </a:rPr>
              <a:t>B 7 dimensions of religion</a:t>
            </a:r>
            <a:endParaRPr sz="2000">
              <a:solidFill>
                <a:schemeClr val="dk1"/>
              </a:solidFill>
              <a:latin typeface="Gill Sans"/>
              <a:ea typeface="Gill Sans"/>
              <a:cs typeface="Gill Sans"/>
              <a:sym typeface="Gill Sans"/>
            </a:endParaRPr>
          </a:p>
          <a:p>
            <a:pPr indent="-355600" lvl="0" marL="457200" marR="0" rtl="0" algn="l">
              <a:lnSpc>
                <a:spcPct val="115000"/>
              </a:lnSpc>
              <a:spcBef>
                <a:spcPts val="0"/>
              </a:spcBef>
              <a:spcAft>
                <a:spcPts val="0"/>
              </a:spcAft>
              <a:buClr>
                <a:schemeClr val="dk1"/>
              </a:buClr>
              <a:buSzPts val="2000"/>
              <a:buFont typeface="Gill Sans"/>
              <a:buAutoNum type="arabicPeriod"/>
            </a:pPr>
            <a:r>
              <a:rPr lang="en-GB" sz="2000">
                <a:solidFill>
                  <a:schemeClr val="dk1"/>
                </a:solidFill>
                <a:latin typeface="Gill Sans"/>
                <a:ea typeface="Gill Sans"/>
                <a:cs typeface="Gill Sans"/>
                <a:sym typeface="Gill Sans"/>
              </a:rPr>
              <a:t>D Dharma</a:t>
            </a:r>
            <a:endParaRPr sz="2000">
              <a:solidFill>
                <a:schemeClr val="dk1"/>
              </a:solidFill>
              <a:latin typeface="Gill Sans"/>
              <a:ea typeface="Gill Sans"/>
              <a:cs typeface="Gill Sans"/>
              <a:sym typeface="Gill Sans"/>
            </a:endParaRPr>
          </a:p>
          <a:p>
            <a:pPr indent="-355600" lvl="0" marL="457200" marR="0" rtl="0" algn="l">
              <a:lnSpc>
                <a:spcPct val="115000"/>
              </a:lnSpc>
              <a:spcBef>
                <a:spcPts val="0"/>
              </a:spcBef>
              <a:spcAft>
                <a:spcPts val="0"/>
              </a:spcAft>
              <a:buClr>
                <a:schemeClr val="dk1"/>
              </a:buClr>
              <a:buSzPts val="2000"/>
              <a:buFont typeface="Gill Sans"/>
              <a:buAutoNum type="arabicPeriod"/>
            </a:pPr>
            <a:r>
              <a:rPr lang="en-GB" sz="2000">
                <a:solidFill>
                  <a:schemeClr val="dk1"/>
                </a:solidFill>
                <a:latin typeface="Gill Sans"/>
                <a:ea typeface="Gill Sans"/>
                <a:cs typeface="Gill Sans"/>
                <a:sym typeface="Gill Sans"/>
              </a:rPr>
              <a:t>C Vishnu</a:t>
            </a:r>
            <a:endParaRPr sz="2000">
              <a:solidFill>
                <a:schemeClr val="dk1"/>
              </a:solidFill>
              <a:latin typeface="Gill Sans"/>
              <a:ea typeface="Gill Sans"/>
              <a:cs typeface="Gill Sans"/>
              <a:sym typeface="Gill Sans"/>
            </a:endParaRPr>
          </a:p>
          <a:p>
            <a:pPr indent="-355600" lvl="0" marL="457200" marR="0" rtl="0" algn="l">
              <a:lnSpc>
                <a:spcPct val="115000"/>
              </a:lnSpc>
              <a:spcBef>
                <a:spcPts val="0"/>
              </a:spcBef>
              <a:spcAft>
                <a:spcPts val="0"/>
              </a:spcAft>
              <a:buClr>
                <a:schemeClr val="dk1"/>
              </a:buClr>
              <a:buSzPts val="2000"/>
              <a:buFont typeface="Gill Sans"/>
              <a:buAutoNum type="arabicPeriod"/>
            </a:pPr>
            <a:r>
              <a:rPr lang="en-GB" sz="2000">
                <a:solidFill>
                  <a:schemeClr val="dk1"/>
                </a:solidFill>
                <a:latin typeface="Gill Sans"/>
                <a:ea typeface="Gill Sans"/>
                <a:cs typeface="Gill Sans"/>
                <a:sym typeface="Gill Sans"/>
              </a:rPr>
              <a:t>A Animal</a:t>
            </a:r>
            <a:endParaRPr sz="2000">
              <a:solidFill>
                <a:schemeClr val="dk1"/>
              </a:solidFill>
              <a:latin typeface="Gill Sans"/>
              <a:ea typeface="Gill Sans"/>
              <a:cs typeface="Gill Sans"/>
              <a:sym typeface="Gill Sans"/>
            </a:endParaRPr>
          </a:p>
          <a:p>
            <a:pPr indent="-355600" lvl="0" marL="457200" marR="0" rtl="0" algn="l">
              <a:lnSpc>
                <a:spcPct val="115000"/>
              </a:lnSpc>
              <a:spcBef>
                <a:spcPts val="0"/>
              </a:spcBef>
              <a:spcAft>
                <a:spcPts val="0"/>
              </a:spcAft>
              <a:buClr>
                <a:schemeClr val="dk1"/>
              </a:buClr>
              <a:buSzPts val="2000"/>
              <a:buFont typeface="Gill Sans"/>
              <a:buAutoNum type="arabicPeriod"/>
            </a:pPr>
            <a:r>
              <a:rPr lang="en-GB" sz="2000">
                <a:solidFill>
                  <a:schemeClr val="dk1"/>
                </a:solidFill>
                <a:latin typeface="Gill Sans"/>
                <a:ea typeface="Gill Sans"/>
                <a:cs typeface="Gill Sans"/>
                <a:sym typeface="Gill Sans"/>
              </a:rPr>
              <a:t>C Diaspora </a:t>
            </a:r>
            <a:endParaRPr sz="2000">
              <a:solidFill>
                <a:schemeClr val="dk1"/>
              </a:solidFill>
              <a:latin typeface="Gill Sans"/>
              <a:ea typeface="Gill Sans"/>
              <a:cs typeface="Gill Sans"/>
              <a:sym typeface="Gill Sans"/>
            </a:endParaRPr>
          </a:p>
          <a:p>
            <a:pPr indent="-355600" lvl="0" marL="457200" marR="0" rtl="0" algn="l">
              <a:lnSpc>
                <a:spcPct val="115000"/>
              </a:lnSpc>
              <a:spcBef>
                <a:spcPts val="0"/>
              </a:spcBef>
              <a:spcAft>
                <a:spcPts val="0"/>
              </a:spcAft>
              <a:buClr>
                <a:schemeClr val="dk1"/>
              </a:buClr>
              <a:buSzPts val="2000"/>
              <a:buFont typeface="Gill Sans"/>
              <a:buAutoNum type="arabicPeriod"/>
            </a:pPr>
            <a:r>
              <a:rPr lang="en-GB" sz="2000">
                <a:solidFill>
                  <a:schemeClr val="dk1"/>
                </a:solidFill>
                <a:latin typeface="Gill Sans"/>
                <a:ea typeface="Gill Sans"/>
                <a:cs typeface="Gill Sans"/>
                <a:sym typeface="Gill Sans"/>
              </a:rPr>
              <a:t>B Shema</a:t>
            </a:r>
            <a:endParaRPr sz="2000">
              <a:solidFill>
                <a:schemeClr val="dk1"/>
              </a:solidFill>
              <a:latin typeface="Gill Sans"/>
              <a:ea typeface="Gill Sans"/>
              <a:cs typeface="Gill Sans"/>
              <a:sym typeface="Gill Sans"/>
            </a:endParaRPr>
          </a:p>
          <a:p>
            <a:pPr indent="-355600" lvl="0" marL="457200" marR="0" rtl="0" algn="l">
              <a:lnSpc>
                <a:spcPct val="115000"/>
              </a:lnSpc>
              <a:spcBef>
                <a:spcPts val="0"/>
              </a:spcBef>
              <a:spcAft>
                <a:spcPts val="0"/>
              </a:spcAft>
              <a:buClr>
                <a:schemeClr val="dk1"/>
              </a:buClr>
              <a:buSzPts val="2000"/>
              <a:buFont typeface="Gill Sans"/>
              <a:buAutoNum type="arabicPeriod"/>
            </a:pPr>
            <a:r>
              <a:rPr lang="en-GB" sz="2000">
                <a:solidFill>
                  <a:schemeClr val="dk1"/>
                </a:solidFill>
                <a:latin typeface="Gill Sans"/>
                <a:ea typeface="Gill Sans"/>
                <a:cs typeface="Gill Sans"/>
                <a:sym typeface="Gill Sans"/>
              </a:rPr>
              <a:t>B </a:t>
            </a:r>
            <a:r>
              <a:rPr lang="en-GB" sz="2000">
                <a:solidFill>
                  <a:schemeClr val="dk1"/>
                </a:solidFill>
                <a:latin typeface="Gill Sans"/>
                <a:ea typeface="Gill Sans"/>
                <a:cs typeface="Gill Sans"/>
                <a:sym typeface="Gill Sans"/>
              </a:rPr>
              <a:t>Antisemitism</a:t>
            </a:r>
            <a:endParaRPr sz="2000">
              <a:solidFill>
                <a:schemeClr val="dk1"/>
              </a:solidFill>
              <a:latin typeface="Gill Sans"/>
              <a:ea typeface="Gill Sans"/>
              <a:cs typeface="Gill Sans"/>
              <a:sym typeface="Gill Sans"/>
            </a:endParaRPr>
          </a:p>
          <a:p>
            <a:pPr indent="-355600" lvl="0" marL="457200" marR="0" rtl="0" algn="l">
              <a:lnSpc>
                <a:spcPct val="115000"/>
              </a:lnSpc>
              <a:spcBef>
                <a:spcPts val="0"/>
              </a:spcBef>
              <a:spcAft>
                <a:spcPts val="0"/>
              </a:spcAft>
              <a:buClr>
                <a:schemeClr val="dk1"/>
              </a:buClr>
              <a:buSzPts val="2000"/>
              <a:buFont typeface="Gill Sans"/>
              <a:buAutoNum type="arabicPeriod"/>
            </a:pPr>
            <a:r>
              <a:rPr lang="en-GB" sz="2000">
                <a:solidFill>
                  <a:schemeClr val="dk1"/>
                </a:solidFill>
                <a:latin typeface="Gill Sans"/>
                <a:ea typeface="Gill Sans"/>
                <a:cs typeface="Gill Sans"/>
                <a:sym typeface="Gill Sans"/>
              </a:rPr>
              <a:t>B Torah</a:t>
            </a:r>
            <a:endParaRPr sz="2000">
              <a:solidFill>
                <a:schemeClr val="dk1"/>
              </a:solidFill>
              <a:latin typeface="Gill Sans"/>
              <a:ea typeface="Gill Sans"/>
              <a:cs typeface="Gill Sans"/>
              <a:sym typeface="Gill Sans"/>
            </a:endParaRPr>
          </a:p>
          <a:p>
            <a:pPr indent="-355600" lvl="0" marL="457200" marR="0" rtl="0" algn="l">
              <a:lnSpc>
                <a:spcPct val="115000"/>
              </a:lnSpc>
              <a:spcBef>
                <a:spcPts val="0"/>
              </a:spcBef>
              <a:spcAft>
                <a:spcPts val="0"/>
              </a:spcAft>
              <a:buClr>
                <a:schemeClr val="dk1"/>
              </a:buClr>
              <a:buSzPts val="2000"/>
              <a:buFont typeface="Gill Sans"/>
              <a:buAutoNum type="arabicPeriod"/>
            </a:pPr>
            <a:r>
              <a:rPr lang="en-GB" sz="2000">
                <a:solidFill>
                  <a:schemeClr val="dk1"/>
                </a:solidFill>
                <a:latin typeface="Gill Sans"/>
                <a:ea typeface="Gill Sans"/>
                <a:cs typeface="Gill Sans"/>
                <a:sym typeface="Gill Sans"/>
              </a:rPr>
              <a:t>A Russian</a:t>
            </a:r>
            <a:endParaRPr sz="2000">
              <a:solidFill>
                <a:schemeClr val="dk1"/>
              </a:solidFill>
              <a:latin typeface="Gill Sans"/>
              <a:ea typeface="Gill Sans"/>
              <a:cs typeface="Gill Sans"/>
              <a:sym typeface="Gill Sans"/>
            </a:endParaRPr>
          </a:p>
          <a:p>
            <a:pPr indent="-355600" lvl="0" marL="457200" marR="0" rtl="0" algn="l">
              <a:lnSpc>
                <a:spcPct val="115000"/>
              </a:lnSpc>
              <a:spcBef>
                <a:spcPts val="0"/>
              </a:spcBef>
              <a:spcAft>
                <a:spcPts val="0"/>
              </a:spcAft>
              <a:buClr>
                <a:schemeClr val="dk1"/>
              </a:buClr>
              <a:buSzPts val="2000"/>
              <a:buFont typeface="Gill Sans"/>
              <a:buAutoNum type="arabicPeriod"/>
            </a:pPr>
            <a:r>
              <a:rPr lang="en-GB" sz="2000">
                <a:solidFill>
                  <a:schemeClr val="dk1"/>
                </a:solidFill>
                <a:latin typeface="Gill Sans"/>
                <a:ea typeface="Gill Sans"/>
                <a:cs typeface="Gill Sans"/>
                <a:sym typeface="Gill Sans"/>
              </a:rPr>
              <a:t>B </a:t>
            </a:r>
            <a:r>
              <a:rPr lang="en-GB" sz="2000">
                <a:solidFill>
                  <a:schemeClr val="dk1"/>
                </a:solidFill>
                <a:latin typeface="Gill Sans"/>
                <a:ea typeface="Gill Sans"/>
                <a:cs typeface="Gill Sans"/>
                <a:sym typeface="Gill Sans"/>
              </a:rPr>
              <a:t>Believers</a:t>
            </a:r>
            <a:r>
              <a:rPr lang="en-GB" sz="2000">
                <a:solidFill>
                  <a:schemeClr val="dk1"/>
                </a:solidFill>
                <a:latin typeface="Gill Sans"/>
                <a:ea typeface="Gill Sans"/>
                <a:cs typeface="Gill Sans"/>
                <a:sym typeface="Gill Sans"/>
              </a:rPr>
              <a:t> Baptism</a:t>
            </a:r>
            <a:endParaRPr sz="2000">
              <a:solidFill>
                <a:schemeClr val="dk1"/>
              </a:solidFill>
              <a:latin typeface="Gill Sans"/>
              <a:ea typeface="Gill Sans"/>
              <a:cs typeface="Gill Sans"/>
              <a:sym typeface="Gill Sans"/>
            </a:endParaRPr>
          </a:p>
        </p:txBody>
      </p:sp>
      <p:pic>
        <p:nvPicPr>
          <p:cNvPr id="417" name="Google Shape;417;p38"/>
          <p:cNvPicPr preferRelativeResize="0"/>
          <p:nvPr/>
        </p:nvPicPr>
        <p:blipFill>
          <a:blip r:embed="rId5">
            <a:alphaModFix/>
          </a:blip>
          <a:stretch>
            <a:fillRect/>
          </a:stretch>
        </p:blipFill>
        <p:spPr>
          <a:xfrm>
            <a:off x="46263" y="647358"/>
            <a:ext cx="764531" cy="764531"/>
          </a:xfrm>
          <a:prstGeom prst="rect">
            <a:avLst/>
          </a:prstGeom>
          <a:noFill/>
          <a:ln>
            <a:noFill/>
          </a:ln>
        </p:spPr>
      </p:pic>
      <p:pic>
        <p:nvPicPr>
          <p:cNvPr id="418" name="Google Shape;418;p38">
            <a:hlinkClick r:id="rId6"/>
          </p:cNvPr>
          <p:cNvPicPr preferRelativeResize="0"/>
          <p:nvPr/>
        </p:nvPicPr>
        <p:blipFill>
          <a:blip r:embed="rId7">
            <a:alphaModFix/>
          </a:blip>
          <a:stretch>
            <a:fillRect/>
          </a:stretch>
        </p:blipFill>
        <p:spPr>
          <a:xfrm>
            <a:off x="534365" y="1167793"/>
            <a:ext cx="675000" cy="675000"/>
          </a:xfrm>
          <a:prstGeom prst="rect">
            <a:avLst/>
          </a:prstGeom>
          <a:noFill/>
          <a:ln>
            <a:noFill/>
          </a:ln>
        </p:spPr>
      </p:pic>
      <p:sp>
        <p:nvSpPr>
          <p:cNvPr id="419" name="Google Shape;419;p38"/>
          <p:cNvSpPr/>
          <p:nvPr/>
        </p:nvSpPr>
        <p:spPr>
          <a:xfrm>
            <a:off x="0" y="6342125"/>
            <a:ext cx="9144000" cy="516000"/>
          </a:xfrm>
          <a:prstGeom prst="rect">
            <a:avLst/>
          </a:prstGeom>
          <a:solidFill>
            <a:srgbClr val="EFEFEF"/>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b="1" lang="en-GB" sz="1600">
                <a:solidFill>
                  <a:schemeClr val="dk1"/>
                </a:solidFill>
                <a:latin typeface="Gill Sans"/>
                <a:ea typeface="Gill Sans"/>
                <a:cs typeface="Gill Sans"/>
                <a:sym typeface="Gill Sans"/>
              </a:rPr>
              <a:t>Lesson question; What do Fundamental Christians believe about creation?</a:t>
            </a:r>
            <a:endParaRPr>
              <a:latin typeface="Gill Sans"/>
              <a:ea typeface="Gill Sans"/>
              <a:cs typeface="Gill Sans"/>
              <a:sym typeface="Gill Sans"/>
            </a:endParaRPr>
          </a:p>
          <a:p>
            <a:pPr indent="0" lvl="0" marL="0" marR="0" rtl="0" algn="ctr">
              <a:lnSpc>
                <a:spcPct val="100000"/>
              </a:lnSpc>
              <a:spcBef>
                <a:spcPts val="0"/>
              </a:spcBef>
              <a:spcAft>
                <a:spcPts val="0"/>
              </a:spcAft>
              <a:buClr>
                <a:srgbClr val="000000"/>
              </a:buClr>
              <a:buSzPts val="1400"/>
              <a:buFont typeface="Arial"/>
              <a:buNone/>
            </a:pPr>
            <a:r>
              <a:rPr b="0" i="0" lang="en-GB" sz="1400" u="none" cap="none" strike="noStrike">
                <a:solidFill>
                  <a:srgbClr val="000000"/>
                </a:solidFill>
                <a:latin typeface="Gill Sans"/>
                <a:ea typeface="Gill Sans"/>
                <a:cs typeface="Gill Sans"/>
                <a:sym typeface="Gill Sans"/>
              </a:rPr>
              <a:t>Topic question; Why don't all Christians express their religious tradition in the same way?</a:t>
            </a:r>
            <a:endParaRPr b="0" i="0" sz="1400" u="none" cap="none" strike="noStrike">
              <a:solidFill>
                <a:srgbClr val="000000"/>
              </a:solidFill>
              <a:latin typeface="Gill Sans"/>
              <a:ea typeface="Gill Sans"/>
              <a:cs typeface="Gill Sans"/>
              <a:sym typeface="Gill San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6">
                                            <p:txEl>
                                              <p:pRg end="9" st="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