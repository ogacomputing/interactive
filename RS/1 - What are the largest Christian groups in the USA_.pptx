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6858000" cx="9144000"/>
  <p:notesSz cx="6858000" cy="9144000"/>
  <p:embeddedFontLst>
    <p:embeddedFont>
      <p:font typeface="Lato"/>
      <p:regular r:id="rId23"/>
      <p:bold r:id="rId24"/>
      <p:italic r:id="rId25"/>
      <p:boldItalic r:id="rId26"/>
    </p:embeddedFont>
    <p:embeddedFont>
      <p:font typeface="Gill Sans"/>
      <p:regular r:id="rId27"/>
      <p:bold r:id="rId28"/>
    </p:embeddedFont>
    <p:embeddedFont>
      <p:font typeface="Fira Sans Extra Condense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6E44D6-3D71-4C06-9AD2-042B07ED7EDF}">
  <a:tblStyle styleId="{CC6E44D6-3D71-4C06-9AD2-042B07ED7ED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E635EAB-1716-476B-880B-B57E568836B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GillSans-bold.fntdata"/><Relationship Id="rId27" Type="http://schemas.openxmlformats.org/officeDocument/2006/relationships/font" Target="fonts/GillSans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FiraSansExtraCondensed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FiraSansExtraCondensed-italic.fntdata"/><Relationship Id="rId30" Type="http://schemas.openxmlformats.org/officeDocument/2006/relationships/font" Target="fonts/FiraSansExtraCondensed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font" Target="fonts/FiraSansExtraCondensed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7e6a99cfc_0_6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a7e6a99cf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f02c90a00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cf02c90a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b4ef11d6a_0_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cb4ef11d6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9552cfa8f2_1_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9552cfa8f2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b9907e640_0_8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cb9907e64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cb4ef11d6a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cb4ef11d6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9552cfa8f2_1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9552cfa8f2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552cfa8f2_1_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9552cfa8f2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cb9907e640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cb9907e64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cb9907e640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cb9907e6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cb9907e640_0_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cb9907e64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b9907e640_0_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cb9907e64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9552cfa8f2_1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9552cfa8f2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cb9907e640_0_8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g3cb9907e64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308951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2C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7.png"/><Relationship Id="rId13" Type="http://schemas.openxmlformats.org/officeDocument/2006/relationships/image" Target="../media/image23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9" Type="http://schemas.openxmlformats.org/officeDocument/2006/relationships/image" Target="../media/image12.png"/><Relationship Id="rId14" Type="http://schemas.openxmlformats.org/officeDocument/2006/relationships/image" Target="../media/image10.png"/><Relationship Id="rId5" Type="http://schemas.openxmlformats.org/officeDocument/2006/relationships/image" Target="../media/image20.png"/><Relationship Id="rId6" Type="http://schemas.openxmlformats.org/officeDocument/2006/relationships/image" Target="../media/image6.png"/><Relationship Id="rId7" Type="http://schemas.openxmlformats.org/officeDocument/2006/relationships/image" Target="../media/image25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sites.google.com/outwood.com/teaching-learning-model/five-pillar/practice/turned-discussion?authuser=0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Relationship Id="rId5" Type="http://schemas.openxmlformats.org/officeDocument/2006/relationships/hyperlink" Target="https://sites.google.com/outwood.com/teaching-learning-model/five-pillar/practice/turned-discussion?authuser=0" TargetMode="External"/><Relationship Id="rId6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hyperlink" Target="http://drive.google.com/file/d/1-FSOq2F-dadaBcIWJLrar4jqsuQwUK_e/view" TargetMode="External"/><Relationship Id="rId9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26.png"/><Relationship Id="rId7" Type="http://schemas.openxmlformats.org/officeDocument/2006/relationships/hyperlink" Target="https://sites.google.com/outwood.com/teaching-learning-model/five-pillar/new-information/active-listen?authuser=0" TargetMode="External"/><Relationship Id="rId8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hyperlink" Target="http://drive.google.com/file/d/167KfGD7cnf35H6zJQ1F3a5JceeWxZUUp/view" TargetMode="External"/><Relationship Id="rId9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image" Target="../media/image26.png"/><Relationship Id="rId7" Type="http://schemas.openxmlformats.org/officeDocument/2006/relationships/hyperlink" Target="https://sites.google.com/outwood.com/teaching-learning-model/five-pillar/new-information/active-listen?authuser=0" TargetMode="External"/><Relationship Id="rId8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6377750" y="953075"/>
            <a:ext cx="2766000" cy="48537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By the end of the lessons students need to know;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ill Sans"/>
              <a:buAutoNum type="arabicPeriod"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That there are a range of Christian denominations in the USA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ill Sans"/>
              <a:buAutoNum type="arabicPeriod"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That they express their faith in different ways, may have different sources of authority and that there are 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similarities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 and differences between them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ill Sans"/>
              <a:buAutoNum type="arabicPeriod"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Catholic, Baptist, LDS and 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Amish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 are the key 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groups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 to consider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ill Sans"/>
              <a:buAutoNum type="arabicPeriod"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That Catholics and Baptists have different 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methods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 and 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understanding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 of the practise of </a:t>
            </a: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baptism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Gill Sans"/>
              <a:buAutoNum type="alphaLcPeriod"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What these are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Gill Sans"/>
              <a:buAutoNum type="alphaLcPeriod"/>
            </a:pPr>
            <a:r>
              <a:rPr lang="en-GB">
                <a:latin typeface="Gill Sans"/>
                <a:ea typeface="Gill Sans"/>
                <a:cs typeface="Gill Sans"/>
                <a:sym typeface="Gill Sans"/>
              </a:rPr>
              <a:t>Why they differ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130" name="Google Shape;130;p25"/>
          <p:cNvGraphicFramePr/>
          <p:nvPr/>
        </p:nvGraphicFramePr>
        <p:xfrm>
          <a:off x="0" y="114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{CC6E44D6-3D71-4C06-9AD2-042B07ED7EDF}</a:tableStyleId>
              </a:tblPr>
              <a:tblGrid>
                <a:gridCol w="1989300"/>
                <a:gridCol w="1989300"/>
                <a:gridCol w="1989300"/>
              </a:tblGrid>
              <a:tr h="9468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Lesson plan</a:t>
                      </a:r>
                      <a:endParaRPr b="1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GB" sz="1400" u="none" cap="none" strike="noStrike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Slide;</a:t>
                      </a:r>
                      <a:endParaRPr b="1" sz="14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Gill Sans"/>
                        <a:buAutoNum type="arabicPeriod"/>
                      </a:pPr>
                      <a:r>
                        <a:rPr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NA</a:t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Gill Sans"/>
                        <a:buAutoNum type="arabicPeriod"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Complete recall questions,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feedback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</a:t>
                      </a:r>
                      <a:endParaRPr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Gill Sans"/>
                        <a:buAutoNum type="arabicPeriod"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Learning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journey</a:t>
                      </a:r>
                      <a:endParaRPr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Gill Sans"/>
                        <a:buAutoNum type="arabicPeriod"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Answers</a:t>
                      </a:r>
                      <a:endParaRPr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Gill Sans"/>
                        <a:buAutoNum type="arabicPeriod"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TEACHER TALK</a:t>
                      </a:r>
                      <a:endParaRPr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Gill Sans"/>
                        <a:buAutoNum type="arabicPeriod"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OPTION 1 - explain the different branches of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Christianity</a:t>
                      </a:r>
                      <a:endParaRPr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Gill Sans"/>
                        <a:buAutoNum type="arabicPeriod"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OPTION 2 - explain the different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branches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of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Christianity</a:t>
                      </a:r>
                      <a:endParaRPr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Gill Sans"/>
                        <a:buAutoNum type="arabicPeriod"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Use the information sheets to complete the table</a:t>
                      </a:r>
                      <a:endParaRPr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Gill Sans"/>
                        <a:buAutoNum type="arabicPeriod"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Consider similarities and difference between the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denominations</a:t>
                      </a:r>
                      <a:endParaRPr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Gill Sans"/>
                        <a:buAutoNum type="arabicPeriod"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Share possible answers</a:t>
                      </a:r>
                      <a:endParaRPr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Gill Sans"/>
                        <a:buAutoNum type="arabicPeriod"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Focus on the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differences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between Baptists and Catholics, take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feedback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, highlight baptism</a:t>
                      </a:r>
                      <a:endParaRPr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Gill Sans"/>
                        <a:buAutoNum type="arabicPeriod"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Consider Catholic baptism, answer questions</a:t>
                      </a:r>
                      <a:endParaRPr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Gill Sans"/>
                        <a:buAutoNum type="arabicPeriod"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Consider Baptist baptism, answer questions</a:t>
                      </a:r>
                      <a:endParaRPr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Gill Sans"/>
                        <a:buAutoNum type="arabicPeriod"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Feedback and check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answers</a:t>
                      </a:r>
                      <a:endParaRPr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Gill Sans"/>
                        <a:buAutoNum type="arabicPeriod"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Plenary</a:t>
                      </a:r>
                      <a:endParaRPr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258675" y="178017"/>
            <a:ext cx="8520600" cy="76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6" name="Google Shape;136;p26"/>
          <p:cNvSpPr/>
          <p:nvPr/>
        </p:nvSpPr>
        <p:spPr>
          <a:xfrm>
            <a:off x="0" y="6323400"/>
            <a:ext cx="9144000" cy="53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Lesson question;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Topic question; Why don't all Christians express their religious tradition in the same way?</a:t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7" name="Google Shape;137;p26"/>
          <p:cNvSpPr txBox="1"/>
          <p:nvPr>
            <p:ph type="title"/>
          </p:nvPr>
        </p:nvSpPr>
        <p:spPr>
          <a:xfrm>
            <a:off x="258675" y="1413275"/>
            <a:ext cx="5260800" cy="4400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Gill Sans"/>
              <a:buAutoNum type="arabicPeriod"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Which groups of settlers brought 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Christianity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 to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Gill Sans"/>
              <a:buAutoNum type="arabicPeriod"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Which Christian group is the largest in the most states?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Gill Sans"/>
              <a:buAutoNum type="arabicPeriod"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Can you remember the names of any other 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Christian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 groups in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8425" y="1180674"/>
            <a:ext cx="2980399" cy="20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2775" y="3476535"/>
            <a:ext cx="2071681" cy="2589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9813" y="941525"/>
            <a:ext cx="759662" cy="7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825" y="755125"/>
            <a:ext cx="899975" cy="1006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13788" y="4680586"/>
            <a:ext cx="1205675" cy="120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/>
        </p:nvSpPr>
        <p:spPr>
          <a:xfrm>
            <a:off x="67700" y="12767"/>
            <a:ext cx="4827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GB" sz="1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Unit </a:t>
            </a:r>
            <a:r>
              <a:rPr b="1" lang="en-GB" sz="1700">
                <a:latin typeface="Gill Sans"/>
                <a:ea typeface="Gill Sans"/>
                <a:cs typeface="Gill Sans"/>
                <a:sym typeface="Gill Sans"/>
              </a:rPr>
              <a:t>5</a:t>
            </a:r>
            <a:r>
              <a:rPr b="1" i="0" lang="en-GB" sz="1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- </a:t>
            </a:r>
            <a:r>
              <a:rPr b="1" lang="en-GB" sz="1700">
                <a:latin typeface="Gill Sans"/>
                <a:ea typeface="Gill Sans"/>
                <a:cs typeface="Gill Sans"/>
                <a:sym typeface="Gill Sans"/>
              </a:rPr>
              <a:t>Why don't all Christians express their religious tradition in the same way?</a:t>
            </a:r>
            <a:endParaRPr b="1" sz="1700"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48" name="Google Shape;148;p27"/>
          <p:cNvGrpSpPr/>
          <p:nvPr/>
        </p:nvGrpSpPr>
        <p:grpSpPr>
          <a:xfrm>
            <a:off x="-47" y="319365"/>
            <a:ext cx="9076131" cy="6538271"/>
            <a:chOff x="1595350" y="1290207"/>
            <a:chExt cx="4874137" cy="3853295"/>
          </a:xfrm>
        </p:grpSpPr>
        <p:sp>
          <p:nvSpPr>
            <p:cNvPr id="149" name="Google Shape;149;p27"/>
            <p:cNvSpPr/>
            <p:nvPr/>
          </p:nvSpPr>
          <p:spPr>
            <a:xfrm>
              <a:off x="1595350" y="1290207"/>
              <a:ext cx="4874137" cy="3853295"/>
            </a:xfrm>
            <a:custGeom>
              <a:rect b="b" l="l" r="r" t="t"/>
              <a:pathLst>
                <a:path extrusionOk="0" h="138272" w="174904">
                  <a:moveTo>
                    <a:pt x="124203" y="0"/>
                  </a:moveTo>
                  <a:cubicBezTo>
                    <a:pt x="122858" y="0"/>
                    <a:pt x="121513" y="166"/>
                    <a:pt x="120206" y="504"/>
                  </a:cubicBezTo>
                  <a:cubicBezTo>
                    <a:pt x="116051" y="1552"/>
                    <a:pt x="112407" y="4302"/>
                    <a:pt x="110252" y="8005"/>
                  </a:cubicBezTo>
                  <a:cubicBezTo>
                    <a:pt x="108074" y="11696"/>
                    <a:pt x="107454" y="16221"/>
                    <a:pt x="108562" y="20352"/>
                  </a:cubicBezTo>
                  <a:cubicBezTo>
                    <a:pt x="109098" y="22424"/>
                    <a:pt x="110074" y="24376"/>
                    <a:pt x="111372" y="26055"/>
                  </a:cubicBezTo>
                  <a:lnTo>
                    <a:pt x="111479" y="26222"/>
                  </a:lnTo>
                  <a:lnTo>
                    <a:pt x="111538" y="26293"/>
                  </a:lnTo>
                  <a:lnTo>
                    <a:pt x="111586" y="26353"/>
                  </a:lnTo>
                  <a:lnTo>
                    <a:pt x="111776" y="26591"/>
                  </a:lnTo>
                  <a:lnTo>
                    <a:pt x="112146" y="27055"/>
                  </a:lnTo>
                  <a:lnTo>
                    <a:pt x="112896" y="27996"/>
                  </a:lnTo>
                  <a:lnTo>
                    <a:pt x="114384" y="29877"/>
                  </a:lnTo>
                  <a:lnTo>
                    <a:pt x="120361" y="37378"/>
                  </a:lnTo>
                  <a:lnTo>
                    <a:pt x="132303" y="52392"/>
                  </a:lnTo>
                  <a:lnTo>
                    <a:pt x="138280" y="59905"/>
                  </a:lnTo>
                  <a:lnTo>
                    <a:pt x="141268" y="63655"/>
                  </a:lnTo>
                  <a:cubicBezTo>
                    <a:pt x="141554" y="64012"/>
                    <a:pt x="141661" y="64179"/>
                    <a:pt x="141828" y="64417"/>
                  </a:cubicBezTo>
                  <a:cubicBezTo>
                    <a:pt x="141899" y="64524"/>
                    <a:pt x="141995" y="64631"/>
                    <a:pt x="142066" y="64750"/>
                  </a:cubicBezTo>
                  <a:lnTo>
                    <a:pt x="142256" y="65096"/>
                  </a:lnTo>
                  <a:cubicBezTo>
                    <a:pt x="142328" y="65215"/>
                    <a:pt x="142399" y="65334"/>
                    <a:pt x="142459" y="65453"/>
                  </a:cubicBezTo>
                  <a:lnTo>
                    <a:pt x="142626" y="65822"/>
                  </a:lnTo>
                  <a:lnTo>
                    <a:pt x="142792" y="66191"/>
                  </a:lnTo>
                  <a:lnTo>
                    <a:pt x="142911" y="66572"/>
                  </a:lnTo>
                  <a:cubicBezTo>
                    <a:pt x="143602" y="68608"/>
                    <a:pt x="143459" y="70942"/>
                    <a:pt x="142530" y="72882"/>
                  </a:cubicBezTo>
                  <a:cubicBezTo>
                    <a:pt x="142066" y="73859"/>
                    <a:pt x="141411" y="74740"/>
                    <a:pt x="140613" y="75466"/>
                  </a:cubicBezTo>
                  <a:lnTo>
                    <a:pt x="140316" y="75740"/>
                  </a:lnTo>
                  <a:lnTo>
                    <a:pt x="140161" y="75883"/>
                  </a:lnTo>
                  <a:lnTo>
                    <a:pt x="139923" y="76061"/>
                  </a:lnTo>
                  <a:lnTo>
                    <a:pt x="139458" y="76442"/>
                  </a:lnTo>
                  <a:lnTo>
                    <a:pt x="139399" y="76490"/>
                  </a:lnTo>
                  <a:lnTo>
                    <a:pt x="139363" y="76514"/>
                  </a:lnTo>
                  <a:lnTo>
                    <a:pt x="139280" y="76573"/>
                  </a:lnTo>
                  <a:lnTo>
                    <a:pt x="139113" y="76692"/>
                  </a:lnTo>
                  <a:cubicBezTo>
                    <a:pt x="138887" y="76847"/>
                    <a:pt x="138673" y="77026"/>
                    <a:pt x="138435" y="77133"/>
                  </a:cubicBezTo>
                  <a:cubicBezTo>
                    <a:pt x="138196" y="77264"/>
                    <a:pt x="137970" y="77431"/>
                    <a:pt x="137720" y="77514"/>
                  </a:cubicBezTo>
                  <a:cubicBezTo>
                    <a:pt x="136605" y="78048"/>
                    <a:pt x="135364" y="78318"/>
                    <a:pt x="134119" y="78318"/>
                  </a:cubicBezTo>
                  <a:cubicBezTo>
                    <a:pt x="133197" y="78318"/>
                    <a:pt x="132274" y="78170"/>
                    <a:pt x="131398" y="77871"/>
                  </a:cubicBezTo>
                  <a:cubicBezTo>
                    <a:pt x="130374" y="77526"/>
                    <a:pt x="129422" y="76990"/>
                    <a:pt x="128612" y="76288"/>
                  </a:cubicBezTo>
                  <a:cubicBezTo>
                    <a:pt x="128421" y="76097"/>
                    <a:pt x="128207" y="75918"/>
                    <a:pt x="128017" y="75728"/>
                  </a:cubicBezTo>
                  <a:cubicBezTo>
                    <a:pt x="127838" y="75514"/>
                    <a:pt x="127671" y="75323"/>
                    <a:pt x="127469" y="75109"/>
                  </a:cubicBezTo>
                  <a:lnTo>
                    <a:pt x="125981" y="73240"/>
                  </a:lnTo>
                  <a:lnTo>
                    <a:pt x="114039" y="58226"/>
                  </a:lnTo>
                  <a:lnTo>
                    <a:pt x="102085" y="43212"/>
                  </a:lnTo>
                  <a:lnTo>
                    <a:pt x="99108" y="39462"/>
                  </a:lnTo>
                  <a:lnTo>
                    <a:pt x="98358" y="38521"/>
                  </a:lnTo>
                  <a:lnTo>
                    <a:pt x="97989" y="38045"/>
                  </a:lnTo>
                  <a:lnTo>
                    <a:pt x="97799" y="37819"/>
                  </a:lnTo>
                  <a:lnTo>
                    <a:pt x="97751" y="37759"/>
                  </a:lnTo>
                  <a:lnTo>
                    <a:pt x="97691" y="37688"/>
                  </a:lnTo>
                  <a:lnTo>
                    <a:pt x="97560" y="37533"/>
                  </a:lnTo>
                  <a:cubicBezTo>
                    <a:pt x="97203" y="37140"/>
                    <a:pt x="96870" y="36735"/>
                    <a:pt x="96501" y="36354"/>
                  </a:cubicBezTo>
                  <a:cubicBezTo>
                    <a:pt x="96108" y="35997"/>
                    <a:pt x="95727" y="35628"/>
                    <a:pt x="95322" y="35282"/>
                  </a:cubicBezTo>
                  <a:cubicBezTo>
                    <a:pt x="93691" y="33937"/>
                    <a:pt x="91786" y="32901"/>
                    <a:pt x="89774" y="32270"/>
                  </a:cubicBezTo>
                  <a:cubicBezTo>
                    <a:pt x="88158" y="31754"/>
                    <a:pt x="86462" y="31493"/>
                    <a:pt x="84765" y="31493"/>
                  </a:cubicBezTo>
                  <a:cubicBezTo>
                    <a:pt x="84386" y="31493"/>
                    <a:pt x="84008" y="31506"/>
                    <a:pt x="83630" y="31532"/>
                  </a:cubicBezTo>
                  <a:cubicBezTo>
                    <a:pt x="83594" y="31520"/>
                    <a:pt x="83547" y="31520"/>
                    <a:pt x="83511" y="31520"/>
                  </a:cubicBezTo>
                  <a:cubicBezTo>
                    <a:pt x="83440" y="31520"/>
                    <a:pt x="83368" y="31532"/>
                    <a:pt x="83309" y="31568"/>
                  </a:cubicBezTo>
                  <a:cubicBezTo>
                    <a:pt x="81261" y="31734"/>
                    <a:pt x="79249" y="32294"/>
                    <a:pt x="77415" y="33211"/>
                  </a:cubicBezTo>
                  <a:cubicBezTo>
                    <a:pt x="75510" y="34163"/>
                    <a:pt x="73819" y="35461"/>
                    <a:pt x="72402" y="37033"/>
                  </a:cubicBezTo>
                  <a:cubicBezTo>
                    <a:pt x="70986" y="38616"/>
                    <a:pt x="69878" y="40474"/>
                    <a:pt x="69164" y="42462"/>
                  </a:cubicBezTo>
                  <a:cubicBezTo>
                    <a:pt x="68450" y="44450"/>
                    <a:pt x="68116" y="46570"/>
                    <a:pt x="68188" y="48689"/>
                  </a:cubicBezTo>
                  <a:cubicBezTo>
                    <a:pt x="68271" y="50796"/>
                    <a:pt x="68747" y="52904"/>
                    <a:pt x="69616" y="54833"/>
                  </a:cubicBezTo>
                  <a:lnTo>
                    <a:pt x="69938" y="55559"/>
                  </a:lnTo>
                  <a:lnTo>
                    <a:pt x="70331" y="56249"/>
                  </a:lnTo>
                  <a:lnTo>
                    <a:pt x="70724" y="56940"/>
                  </a:lnTo>
                  <a:cubicBezTo>
                    <a:pt x="70867" y="57166"/>
                    <a:pt x="71021" y="57380"/>
                    <a:pt x="71176" y="57595"/>
                  </a:cubicBezTo>
                  <a:lnTo>
                    <a:pt x="71640" y="58238"/>
                  </a:lnTo>
                  <a:lnTo>
                    <a:pt x="71760" y="58392"/>
                  </a:lnTo>
                  <a:lnTo>
                    <a:pt x="71855" y="58512"/>
                  </a:lnTo>
                  <a:lnTo>
                    <a:pt x="72033" y="58750"/>
                  </a:lnTo>
                  <a:lnTo>
                    <a:pt x="72783" y="59690"/>
                  </a:lnTo>
                  <a:lnTo>
                    <a:pt x="78737" y="67203"/>
                  </a:lnTo>
                  <a:lnTo>
                    <a:pt x="90667" y="82241"/>
                  </a:lnTo>
                  <a:lnTo>
                    <a:pt x="96620" y="89753"/>
                  </a:lnTo>
                  <a:lnTo>
                    <a:pt x="99596" y="93516"/>
                  </a:lnTo>
                  <a:lnTo>
                    <a:pt x="101097" y="95397"/>
                  </a:lnTo>
                  <a:lnTo>
                    <a:pt x="101466" y="95861"/>
                  </a:lnTo>
                  <a:lnTo>
                    <a:pt x="101692" y="96195"/>
                  </a:lnTo>
                  <a:lnTo>
                    <a:pt x="101930" y="96528"/>
                  </a:lnTo>
                  <a:cubicBezTo>
                    <a:pt x="102013" y="96635"/>
                    <a:pt x="102073" y="96766"/>
                    <a:pt x="102132" y="96873"/>
                  </a:cubicBezTo>
                  <a:cubicBezTo>
                    <a:pt x="103240" y="98731"/>
                    <a:pt x="103561" y="101017"/>
                    <a:pt x="103049" y="103136"/>
                  </a:cubicBezTo>
                  <a:cubicBezTo>
                    <a:pt x="102537" y="105243"/>
                    <a:pt x="101204" y="107101"/>
                    <a:pt x="99370" y="108280"/>
                  </a:cubicBezTo>
                  <a:cubicBezTo>
                    <a:pt x="98017" y="109146"/>
                    <a:pt x="96414" y="109599"/>
                    <a:pt x="94806" y="109599"/>
                  </a:cubicBezTo>
                  <a:cubicBezTo>
                    <a:pt x="94249" y="109599"/>
                    <a:pt x="93691" y="109545"/>
                    <a:pt x="93143" y="109434"/>
                  </a:cubicBezTo>
                  <a:cubicBezTo>
                    <a:pt x="92084" y="109220"/>
                    <a:pt x="91060" y="108803"/>
                    <a:pt x="90167" y="108208"/>
                  </a:cubicBezTo>
                  <a:cubicBezTo>
                    <a:pt x="90048" y="108149"/>
                    <a:pt x="89940" y="108053"/>
                    <a:pt x="89833" y="107970"/>
                  </a:cubicBezTo>
                  <a:lnTo>
                    <a:pt x="89512" y="107732"/>
                  </a:lnTo>
                  <a:cubicBezTo>
                    <a:pt x="89405" y="107660"/>
                    <a:pt x="89309" y="107553"/>
                    <a:pt x="89214" y="107470"/>
                  </a:cubicBezTo>
                  <a:lnTo>
                    <a:pt x="88916" y="107196"/>
                  </a:lnTo>
                  <a:lnTo>
                    <a:pt x="88762" y="107053"/>
                  </a:lnTo>
                  <a:lnTo>
                    <a:pt x="88631" y="106898"/>
                  </a:lnTo>
                  <a:lnTo>
                    <a:pt x="88357" y="106589"/>
                  </a:lnTo>
                  <a:lnTo>
                    <a:pt x="88226" y="106446"/>
                  </a:lnTo>
                  <a:lnTo>
                    <a:pt x="88190" y="106410"/>
                  </a:lnTo>
                  <a:lnTo>
                    <a:pt x="88143" y="106351"/>
                  </a:lnTo>
                  <a:lnTo>
                    <a:pt x="88047" y="106232"/>
                  </a:lnTo>
                  <a:lnTo>
                    <a:pt x="87678" y="105755"/>
                  </a:lnTo>
                  <a:lnTo>
                    <a:pt x="81701" y="98254"/>
                  </a:lnTo>
                  <a:lnTo>
                    <a:pt x="80213" y="96373"/>
                  </a:lnTo>
                  <a:lnTo>
                    <a:pt x="79832" y="95909"/>
                  </a:lnTo>
                  <a:lnTo>
                    <a:pt x="79653" y="95671"/>
                  </a:lnTo>
                  <a:lnTo>
                    <a:pt x="79391" y="95385"/>
                  </a:lnTo>
                  <a:lnTo>
                    <a:pt x="78868" y="94778"/>
                  </a:lnTo>
                  <a:cubicBezTo>
                    <a:pt x="78689" y="94587"/>
                    <a:pt x="78522" y="94385"/>
                    <a:pt x="78320" y="94206"/>
                  </a:cubicBezTo>
                  <a:cubicBezTo>
                    <a:pt x="76808" y="92706"/>
                    <a:pt x="74986" y="91504"/>
                    <a:pt x="72998" y="90706"/>
                  </a:cubicBezTo>
                  <a:cubicBezTo>
                    <a:pt x="71076" y="89942"/>
                    <a:pt x="69009" y="89538"/>
                    <a:pt x="66937" y="89538"/>
                  </a:cubicBezTo>
                  <a:cubicBezTo>
                    <a:pt x="66877" y="89538"/>
                    <a:pt x="66818" y="89538"/>
                    <a:pt x="66759" y="89539"/>
                  </a:cubicBezTo>
                  <a:cubicBezTo>
                    <a:pt x="64628" y="89563"/>
                    <a:pt x="62496" y="90003"/>
                    <a:pt x="60544" y="90849"/>
                  </a:cubicBezTo>
                  <a:cubicBezTo>
                    <a:pt x="60056" y="91075"/>
                    <a:pt x="59556" y="91277"/>
                    <a:pt x="59103" y="91563"/>
                  </a:cubicBezTo>
                  <a:cubicBezTo>
                    <a:pt x="58639" y="91825"/>
                    <a:pt x="58175" y="92075"/>
                    <a:pt x="57746" y="92397"/>
                  </a:cubicBezTo>
                  <a:lnTo>
                    <a:pt x="57103" y="92861"/>
                  </a:lnTo>
                  <a:lnTo>
                    <a:pt x="56936" y="92980"/>
                  </a:lnTo>
                  <a:cubicBezTo>
                    <a:pt x="56889" y="93028"/>
                    <a:pt x="56829" y="93063"/>
                    <a:pt x="56793" y="93087"/>
                  </a:cubicBezTo>
                  <a:lnTo>
                    <a:pt x="56555" y="93278"/>
                  </a:lnTo>
                  <a:lnTo>
                    <a:pt x="55615" y="94028"/>
                  </a:lnTo>
                  <a:lnTo>
                    <a:pt x="51864" y="97016"/>
                  </a:lnTo>
                  <a:lnTo>
                    <a:pt x="36850" y="108958"/>
                  </a:lnTo>
                  <a:lnTo>
                    <a:pt x="1" y="138271"/>
                  </a:lnTo>
                  <a:lnTo>
                    <a:pt x="13062" y="138271"/>
                  </a:lnTo>
                  <a:lnTo>
                    <a:pt x="41911" y="115304"/>
                  </a:lnTo>
                  <a:lnTo>
                    <a:pt x="56924" y="103362"/>
                  </a:lnTo>
                  <a:lnTo>
                    <a:pt x="60675" y="100374"/>
                  </a:lnTo>
                  <a:lnTo>
                    <a:pt x="61615" y="99636"/>
                  </a:lnTo>
                  <a:lnTo>
                    <a:pt x="61854" y="99445"/>
                  </a:lnTo>
                  <a:cubicBezTo>
                    <a:pt x="61889" y="99409"/>
                    <a:pt x="61913" y="99386"/>
                    <a:pt x="61949" y="99374"/>
                  </a:cubicBezTo>
                  <a:lnTo>
                    <a:pt x="62032" y="99314"/>
                  </a:lnTo>
                  <a:lnTo>
                    <a:pt x="62354" y="99088"/>
                  </a:lnTo>
                  <a:cubicBezTo>
                    <a:pt x="62568" y="98909"/>
                    <a:pt x="62806" y="98802"/>
                    <a:pt x="63032" y="98659"/>
                  </a:cubicBezTo>
                  <a:cubicBezTo>
                    <a:pt x="63258" y="98516"/>
                    <a:pt x="63509" y="98421"/>
                    <a:pt x="63747" y="98314"/>
                  </a:cubicBezTo>
                  <a:cubicBezTo>
                    <a:pt x="64745" y="97879"/>
                    <a:pt x="65841" y="97662"/>
                    <a:pt x="66940" y="97662"/>
                  </a:cubicBezTo>
                  <a:cubicBezTo>
                    <a:pt x="67976" y="97662"/>
                    <a:pt x="69014" y="97855"/>
                    <a:pt x="69974" y="98243"/>
                  </a:cubicBezTo>
                  <a:cubicBezTo>
                    <a:pt x="70962" y="98635"/>
                    <a:pt x="71855" y="99231"/>
                    <a:pt x="72617" y="99981"/>
                  </a:cubicBezTo>
                  <a:cubicBezTo>
                    <a:pt x="72724" y="100064"/>
                    <a:pt x="72795" y="100171"/>
                    <a:pt x="72891" y="100267"/>
                  </a:cubicBezTo>
                  <a:lnTo>
                    <a:pt x="73153" y="100576"/>
                  </a:lnTo>
                  <a:cubicBezTo>
                    <a:pt x="73200" y="100624"/>
                    <a:pt x="73236" y="100660"/>
                    <a:pt x="73295" y="100731"/>
                  </a:cubicBezTo>
                  <a:lnTo>
                    <a:pt x="73486" y="100969"/>
                  </a:lnTo>
                  <a:lnTo>
                    <a:pt x="73855" y="101433"/>
                  </a:lnTo>
                  <a:lnTo>
                    <a:pt x="75355" y="103315"/>
                  </a:lnTo>
                  <a:lnTo>
                    <a:pt x="81320" y="110816"/>
                  </a:lnTo>
                  <a:lnTo>
                    <a:pt x="81701" y="111280"/>
                  </a:lnTo>
                  <a:lnTo>
                    <a:pt x="81785" y="111399"/>
                  </a:lnTo>
                  <a:lnTo>
                    <a:pt x="81832" y="111459"/>
                  </a:lnTo>
                  <a:lnTo>
                    <a:pt x="81904" y="111542"/>
                  </a:lnTo>
                  <a:lnTo>
                    <a:pt x="82166" y="111840"/>
                  </a:lnTo>
                  <a:lnTo>
                    <a:pt x="82689" y="112423"/>
                  </a:lnTo>
                  <a:lnTo>
                    <a:pt x="82951" y="112721"/>
                  </a:lnTo>
                  <a:lnTo>
                    <a:pt x="83237" y="112994"/>
                  </a:lnTo>
                  <a:lnTo>
                    <a:pt x="83821" y="113530"/>
                  </a:lnTo>
                  <a:cubicBezTo>
                    <a:pt x="84011" y="113721"/>
                    <a:pt x="84202" y="113899"/>
                    <a:pt x="84428" y="114054"/>
                  </a:cubicBezTo>
                  <a:lnTo>
                    <a:pt x="85059" y="114530"/>
                  </a:lnTo>
                  <a:cubicBezTo>
                    <a:pt x="85273" y="114685"/>
                    <a:pt x="85476" y="114852"/>
                    <a:pt x="85702" y="114995"/>
                  </a:cubicBezTo>
                  <a:cubicBezTo>
                    <a:pt x="87476" y="116161"/>
                    <a:pt x="89476" y="116971"/>
                    <a:pt x="91548" y="117388"/>
                  </a:cubicBezTo>
                  <a:cubicBezTo>
                    <a:pt x="92629" y="117605"/>
                    <a:pt x="93730" y="117716"/>
                    <a:pt x="94832" y="117716"/>
                  </a:cubicBezTo>
                  <a:cubicBezTo>
                    <a:pt x="95841" y="117716"/>
                    <a:pt x="96850" y="117623"/>
                    <a:pt x="97846" y="117435"/>
                  </a:cubicBezTo>
                  <a:cubicBezTo>
                    <a:pt x="99930" y="117054"/>
                    <a:pt x="101954" y="116269"/>
                    <a:pt x="103728" y="115126"/>
                  </a:cubicBezTo>
                  <a:cubicBezTo>
                    <a:pt x="105502" y="113983"/>
                    <a:pt x="107073" y="112506"/>
                    <a:pt x="108300" y="110780"/>
                  </a:cubicBezTo>
                  <a:cubicBezTo>
                    <a:pt x="109538" y="109065"/>
                    <a:pt x="110431" y="107101"/>
                    <a:pt x="110931" y="105041"/>
                  </a:cubicBezTo>
                  <a:cubicBezTo>
                    <a:pt x="111431" y="102993"/>
                    <a:pt x="111538" y="100850"/>
                    <a:pt x="111229" y="98755"/>
                  </a:cubicBezTo>
                  <a:cubicBezTo>
                    <a:pt x="110931" y="96659"/>
                    <a:pt x="110217" y="94611"/>
                    <a:pt x="109157" y="92790"/>
                  </a:cubicBezTo>
                  <a:cubicBezTo>
                    <a:pt x="109014" y="92563"/>
                    <a:pt x="108895" y="92325"/>
                    <a:pt x="108752" y="92111"/>
                  </a:cubicBezTo>
                  <a:lnTo>
                    <a:pt x="108288" y="91456"/>
                  </a:lnTo>
                  <a:lnTo>
                    <a:pt x="107824" y="90825"/>
                  </a:lnTo>
                  <a:lnTo>
                    <a:pt x="107454" y="90349"/>
                  </a:lnTo>
                  <a:lnTo>
                    <a:pt x="105966" y="88468"/>
                  </a:lnTo>
                  <a:lnTo>
                    <a:pt x="102990" y="84705"/>
                  </a:lnTo>
                  <a:lnTo>
                    <a:pt x="97025" y="77192"/>
                  </a:lnTo>
                  <a:lnTo>
                    <a:pt x="85106" y="62155"/>
                  </a:lnTo>
                  <a:lnTo>
                    <a:pt x="79141" y="54642"/>
                  </a:lnTo>
                  <a:lnTo>
                    <a:pt x="78403" y="53701"/>
                  </a:lnTo>
                  <a:lnTo>
                    <a:pt x="78213" y="53475"/>
                  </a:lnTo>
                  <a:lnTo>
                    <a:pt x="78117" y="53356"/>
                  </a:lnTo>
                  <a:lnTo>
                    <a:pt x="78058" y="53273"/>
                  </a:lnTo>
                  <a:lnTo>
                    <a:pt x="77832" y="52939"/>
                  </a:lnTo>
                  <a:cubicBezTo>
                    <a:pt x="77748" y="52820"/>
                    <a:pt x="77665" y="52725"/>
                    <a:pt x="77594" y="52606"/>
                  </a:cubicBezTo>
                  <a:lnTo>
                    <a:pt x="77391" y="52249"/>
                  </a:lnTo>
                  <a:lnTo>
                    <a:pt x="77189" y="51904"/>
                  </a:lnTo>
                  <a:lnTo>
                    <a:pt x="77034" y="51534"/>
                  </a:lnTo>
                  <a:cubicBezTo>
                    <a:pt x="76593" y="50546"/>
                    <a:pt x="76343" y="49475"/>
                    <a:pt x="76308" y="48403"/>
                  </a:cubicBezTo>
                  <a:cubicBezTo>
                    <a:pt x="76224" y="46236"/>
                    <a:pt x="77010" y="44045"/>
                    <a:pt x="78451" y="42450"/>
                  </a:cubicBezTo>
                  <a:cubicBezTo>
                    <a:pt x="79165" y="41652"/>
                    <a:pt x="80058" y="40974"/>
                    <a:pt x="81011" y="40486"/>
                  </a:cubicBezTo>
                  <a:cubicBezTo>
                    <a:pt x="81975" y="40009"/>
                    <a:pt x="83035" y="39724"/>
                    <a:pt x="84118" y="39640"/>
                  </a:cubicBezTo>
                  <a:cubicBezTo>
                    <a:pt x="84331" y="39624"/>
                    <a:pt x="84544" y="39616"/>
                    <a:pt x="84757" y="39616"/>
                  </a:cubicBezTo>
                  <a:cubicBezTo>
                    <a:pt x="86715" y="39616"/>
                    <a:pt x="88662" y="40300"/>
                    <a:pt x="90155" y="41545"/>
                  </a:cubicBezTo>
                  <a:cubicBezTo>
                    <a:pt x="90357" y="41724"/>
                    <a:pt x="90548" y="41914"/>
                    <a:pt x="90750" y="42093"/>
                  </a:cubicBezTo>
                  <a:cubicBezTo>
                    <a:pt x="90941" y="42283"/>
                    <a:pt x="91107" y="42498"/>
                    <a:pt x="91298" y="42700"/>
                  </a:cubicBezTo>
                  <a:lnTo>
                    <a:pt x="91369" y="42771"/>
                  </a:lnTo>
                  <a:lnTo>
                    <a:pt x="91393" y="42807"/>
                  </a:lnTo>
                  <a:lnTo>
                    <a:pt x="91441" y="42867"/>
                  </a:lnTo>
                  <a:lnTo>
                    <a:pt x="91631" y="43105"/>
                  </a:lnTo>
                  <a:lnTo>
                    <a:pt x="92000" y="43569"/>
                  </a:lnTo>
                  <a:lnTo>
                    <a:pt x="92750" y="44510"/>
                  </a:lnTo>
                  <a:lnTo>
                    <a:pt x="95739" y="48260"/>
                  </a:lnTo>
                  <a:lnTo>
                    <a:pt x="107681" y="63274"/>
                  </a:lnTo>
                  <a:lnTo>
                    <a:pt x="119635" y="78288"/>
                  </a:lnTo>
                  <a:lnTo>
                    <a:pt x="121123" y="80169"/>
                  </a:lnTo>
                  <a:cubicBezTo>
                    <a:pt x="121456" y="80562"/>
                    <a:pt x="121813" y="80967"/>
                    <a:pt x="122159" y="81348"/>
                  </a:cubicBezTo>
                  <a:cubicBezTo>
                    <a:pt x="122528" y="81729"/>
                    <a:pt x="122933" y="82086"/>
                    <a:pt x="123314" y="82443"/>
                  </a:cubicBezTo>
                  <a:cubicBezTo>
                    <a:pt x="124921" y="83824"/>
                    <a:pt x="126802" y="84896"/>
                    <a:pt x="128802" y="85562"/>
                  </a:cubicBezTo>
                  <a:cubicBezTo>
                    <a:pt x="130518" y="86141"/>
                    <a:pt x="132320" y="86434"/>
                    <a:pt x="134120" y="86434"/>
                  </a:cubicBezTo>
                  <a:cubicBezTo>
                    <a:pt x="134431" y="86434"/>
                    <a:pt x="134743" y="86425"/>
                    <a:pt x="135053" y="86408"/>
                  </a:cubicBezTo>
                  <a:cubicBezTo>
                    <a:pt x="137161" y="86301"/>
                    <a:pt x="139256" y="85765"/>
                    <a:pt x="141173" y="84860"/>
                  </a:cubicBezTo>
                  <a:cubicBezTo>
                    <a:pt x="141661" y="84658"/>
                    <a:pt x="142114" y="84384"/>
                    <a:pt x="142578" y="84122"/>
                  </a:cubicBezTo>
                  <a:cubicBezTo>
                    <a:pt x="143042" y="83872"/>
                    <a:pt x="143471" y="83550"/>
                    <a:pt x="143900" y="83241"/>
                  </a:cubicBezTo>
                  <a:lnTo>
                    <a:pt x="144221" y="83015"/>
                  </a:lnTo>
                  <a:lnTo>
                    <a:pt x="144376" y="82895"/>
                  </a:lnTo>
                  <a:lnTo>
                    <a:pt x="144459" y="82836"/>
                  </a:lnTo>
                  <a:lnTo>
                    <a:pt x="144519" y="82788"/>
                  </a:lnTo>
                  <a:lnTo>
                    <a:pt x="144983" y="82419"/>
                  </a:lnTo>
                  <a:lnTo>
                    <a:pt x="145221" y="82229"/>
                  </a:lnTo>
                  <a:lnTo>
                    <a:pt x="145519" y="81967"/>
                  </a:lnTo>
                  <a:lnTo>
                    <a:pt x="146114" y="81455"/>
                  </a:lnTo>
                  <a:cubicBezTo>
                    <a:pt x="147674" y="80026"/>
                    <a:pt x="148960" y="78288"/>
                    <a:pt x="149865" y="76371"/>
                  </a:cubicBezTo>
                  <a:cubicBezTo>
                    <a:pt x="151686" y="72549"/>
                    <a:pt x="151972" y="68037"/>
                    <a:pt x="150615" y="64012"/>
                  </a:cubicBezTo>
                  <a:lnTo>
                    <a:pt x="150365" y="63250"/>
                  </a:lnTo>
                  <a:lnTo>
                    <a:pt x="150043" y="62524"/>
                  </a:lnTo>
                  <a:lnTo>
                    <a:pt x="149710" y="61798"/>
                  </a:lnTo>
                  <a:cubicBezTo>
                    <a:pt x="149591" y="61571"/>
                    <a:pt x="149460" y="61345"/>
                    <a:pt x="149329" y="61107"/>
                  </a:cubicBezTo>
                  <a:lnTo>
                    <a:pt x="148936" y="60417"/>
                  </a:lnTo>
                  <a:cubicBezTo>
                    <a:pt x="148805" y="60190"/>
                    <a:pt x="148638" y="59988"/>
                    <a:pt x="148483" y="59774"/>
                  </a:cubicBezTo>
                  <a:cubicBezTo>
                    <a:pt x="148186" y="59345"/>
                    <a:pt x="147840" y="58869"/>
                    <a:pt x="147614" y="58607"/>
                  </a:cubicBezTo>
                  <a:lnTo>
                    <a:pt x="144638" y="54844"/>
                  </a:lnTo>
                  <a:lnTo>
                    <a:pt x="138661" y="47343"/>
                  </a:lnTo>
                  <a:lnTo>
                    <a:pt x="126719" y="32330"/>
                  </a:lnTo>
                  <a:lnTo>
                    <a:pt x="120742" y="24817"/>
                  </a:lnTo>
                  <a:lnTo>
                    <a:pt x="119254" y="22948"/>
                  </a:lnTo>
                  <a:lnTo>
                    <a:pt x="118503" y="22007"/>
                  </a:lnTo>
                  <a:lnTo>
                    <a:pt x="118134" y="21543"/>
                  </a:lnTo>
                  <a:lnTo>
                    <a:pt x="117944" y="21305"/>
                  </a:lnTo>
                  <a:lnTo>
                    <a:pt x="117896" y="21245"/>
                  </a:lnTo>
                  <a:lnTo>
                    <a:pt x="117861" y="21197"/>
                  </a:lnTo>
                  <a:lnTo>
                    <a:pt x="117813" y="21114"/>
                  </a:lnTo>
                  <a:cubicBezTo>
                    <a:pt x="117158" y="20269"/>
                    <a:pt x="116682" y="19304"/>
                    <a:pt x="116408" y="18280"/>
                  </a:cubicBezTo>
                  <a:cubicBezTo>
                    <a:pt x="115860" y="16221"/>
                    <a:pt x="116170" y="13935"/>
                    <a:pt x="117253" y="12113"/>
                  </a:cubicBezTo>
                  <a:cubicBezTo>
                    <a:pt x="118313" y="10291"/>
                    <a:pt x="120170" y="8874"/>
                    <a:pt x="122218" y="8363"/>
                  </a:cubicBezTo>
                  <a:cubicBezTo>
                    <a:pt x="122859" y="8200"/>
                    <a:pt x="123521" y="8120"/>
                    <a:pt x="124184" y="8120"/>
                  </a:cubicBezTo>
                  <a:cubicBezTo>
                    <a:pt x="125654" y="8120"/>
                    <a:pt x="127127" y="8513"/>
                    <a:pt x="128374" y="9267"/>
                  </a:cubicBezTo>
                  <a:lnTo>
                    <a:pt x="128719" y="9470"/>
                  </a:lnTo>
                  <a:cubicBezTo>
                    <a:pt x="128826" y="9529"/>
                    <a:pt x="128921" y="9625"/>
                    <a:pt x="129029" y="9708"/>
                  </a:cubicBezTo>
                  <a:lnTo>
                    <a:pt x="129350" y="9946"/>
                  </a:lnTo>
                  <a:cubicBezTo>
                    <a:pt x="129457" y="10017"/>
                    <a:pt x="129552" y="10125"/>
                    <a:pt x="129648" y="10208"/>
                  </a:cubicBezTo>
                  <a:lnTo>
                    <a:pt x="129945" y="10482"/>
                  </a:lnTo>
                  <a:cubicBezTo>
                    <a:pt x="130053" y="10565"/>
                    <a:pt x="130124" y="10672"/>
                    <a:pt x="130207" y="10779"/>
                  </a:cubicBezTo>
                  <a:lnTo>
                    <a:pt x="130481" y="11077"/>
                  </a:lnTo>
                  <a:lnTo>
                    <a:pt x="130553" y="11149"/>
                  </a:lnTo>
                  <a:cubicBezTo>
                    <a:pt x="130565" y="11172"/>
                    <a:pt x="130612" y="11220"/>
                    <a:pt x="130636" y="11256"/>
                  </a:cubicBezTo>
                  <a:lnTo>
                    <a:pt x="130826" y="11494"/>
                  </a:lnTo>
                  <a:lnTo>
                    <a:pt x="133815" y="15244"/>
                  </a:lnTo>
                  <a:lnTo>
                    <a:pt x="139780" y="22757"/>
                  </a:lnTo>
                  <a:lnTo>
                    <a:pt x="141280" y="24626"/>
                  </a:lnTo>
                  <a:lnTo>
                    <a:pt x="142018" y="25567"/>
                  </a:lnTo>
                  <a:lnTo>
                    <a:pt x="142114" y="25686"/>
                  </a:lnTo>
                  <a:lnTo>
                    <a:pt x="142245" y="25841"/>
                  </a:lnTo>
                  <a:lnTo>
                    <a:pt x="142518" y="26150"/>
                  </a:lnTo>
                  <a:lnTo>
                    <a:pt x="143066" y="26758"/>
                  </a:lnTo>
                  <a:cubicBezTo>
                    <a:pt x="144590" y="28353"/>
                    <a:pt x="146495" y="29579"/>
                    <a:pt x="148555" y="30341"/>
                  </a:cubicBezTo>
                  <a:cubicBezTo>
                    <a:pt x="150210" y="30954"/>
                    <a:pt x="151974" y="31282"/>
                    <a:pt x="153746" y="31282"/>
                  </a:cubicBezTo>
                  <a:cubicBezTo>
                    <a:pt x="154178" y="31282"/>
                    <a:pt x="154611" y="31262"/>
                    <a:pt x="155044" y="31222"/>
                  </a:cubicBezTo>
                  <a:cubicBezTo>
                    <a:pt x="157235" y="31020"/>
                    <a:pt x="159390" y="30329"/>
                    <a:pt x="161271" y="29198"/>
                  </a:cubicBezTo>
                  <a:cubicBezTo>
                    <a:pt x="161759" y="28936"/>
                    <a:pt x="162199" y="28603"/>
                    <a:pt x="162640" y="28282"/>
                  </a:cubicBezTo>
                  <a:lnTo>
                    <a:pt x="162961" y="28043"/>
                  </a:lnTo>
                  <a:lnTo>
                    <a:pt x="163200" y="27865"/>
                  </a:lnTo>
                  <a:lnTo>
                    <a:pt x="163676" y="27484"/>
                  </a:lnTo>
                  <a:lnTo>
                    <a:pt x="165545" y="25996"/>
                  </a:lnTo>
                  <a:lnTo>
                    <a:pt x="169296" y="23007"/>
                  </a:lnTo>
                  <a:lnTo>
                    <a:pt x="170212" y="24162"/>
                  </a:lnTo>
                  <a:lnTo>
                    <a:pt x="171272" y="25496"/>
                  </a:lnTo>
                  <a:lnTo>
                    <a:pt x="174903" y="13363"/>
                  </a:lnTo>
                  <a:lnTo>
                    <a:pt x="174903" y="13363"/>
                  </a:lnTo>
                  <a:lnTo>
                    <a:pt x="162271" y="14173"/>
                  </a:lnTo>
                  <a:lnTo>
                    <a:pt x="162783" y="14816"/>
                  </a:lnTo>
                  <a:lnTo>
                    <a:pt x="163331" y="15506"/>
                  </a:lnTo>
                  <a:lnTo>
                    <a:pt x="163842" y="16149"/>
                  </a:lnTo>
                  <a:lnTo>
                    <a:pt x="164247" y="16649"/>
                  </a:lnTo>
                  <a:lnTo>
                    <a:pt x="160497" y="19638"/>
                  </a:lnTo>
                  <a:lnTo>
                    <a:pt x="158616" y="21138"/>
                  </a:lnTo>
                  <a:lnTo>
                    <a:pt x="158151" y="21507"/>
                  </a:lnTo>
                  <a:lnTo>
                    <a:pt x="157913" y="21697"/>
                  </a:lnTo>
                  <a:cubicBezTo>
                    <a:pt x="157842" y="21745"/>
                    <a:pt x="157806" y="21769"/>
                    <a:pt x="157746" y="21805"/>
                  </a:cubicBezTo>
                  <a:cubicBezTo>
                    <a:pt x="157544" y="21948"/>
                    <a:pt x="157354" y="22114"/>
                    <a:pt x="157127" y="22221"/>
                  </a:cubicBezTo>
                  <a:cubicBezTo>
                    <a:pt x="156270" y="22733"/>
                    <a:pt x="155318" y="23043"/>
                    <a:pt x="154317" y="23138"/>
                  </a:cubicBezTo>
                  <a:cubicBezTo>
                    <a:pt x="154125" y="23157"/>
                    <a:pt x="153931" y="23166"/>
                    <a:pt x="153737" y="23166"/>
                  </a:cubicBezTo>
                  <a:cubicBezTo>
                    <a:pt x="152937" y="23166"/>
                    <a:pt x="152134" y="23011"/>
                    <a:pt x="151377" y="22733"/>
                  </a:cubicBezTo>
                  <a:cubicBezTo>
                    <a:pt x="150448" y="22388"/>
                    <a:pt x="149591" y="21852"/>
                    <a:pt x="148912" y="21126"/>
                  </a:cubicBezTo>
                  <a:lnTo>
                    <a:pt x="148662" y="20840"/>
                  </a:lnTo>
                  <a:lnTo>
                    <a:pt x="148531" y="20697"/>
                  </a:lnTo>
                  <a:cubicBezTo>
                    <a:pt x="148507" y="20674"/>
                    <a:pt x="148495" y="20662"/>
                    <a:pt x="148472" y="20626"/>
                  </a:cubicBezTo>
                  <a:lnTo>
                    <a:pt x="148376" y="20507"/>
                  </a:lnTo>
                  <a:lnTo>
                    <a:pt x="147626" y="19566"/>
                  </a:lnTo>
                  <a:lnTo>
                    <a:pt x="146138" y="17697"/>
                  </a:lnTo>
                  <a:lnTo>
                    <a:pt x="140161" y="10184"/>
                  </a:lnTo>
                  <a:lnTo>
                    <a:pt x="137172" y="6434"/>
                  </a:lnTo>
                  <a:lnTo>
                    <a:pt x="136994" y="6196"/>
                  </a:lnTo>
                  <a:cubicBezTo>
                    <a:pt x="136958" y="6160"/>
                    <a:pt x="136934" y="6124"/>
                    <a:pt x="136887" y="6077"/>
                  </a:cubicBezTo>
                  <a:lnTo>
                    <a:pt x="136756" y="5922"/>
                  </a:lnTo>
                  <a:lnTo>
                    <a:pt x="136232" y="5326"/>
                  </a:lnTo>
                  <a:cubicBezTo>
                    <a:pt x="136053" y="5136"/>
                    <a:pt x="135887" y="4922"/>
                    <a:pt x="135684" y="4743"/>
                  </a:cubicBezTo>
                  <a:lnTo>
                    <a:pt x="135101" y="4195"/>
                  </a:lnTo>
                  <a:cubicBezTo>
                    <a:pt x="134910" y="4017"/>
                    <a:pt x="134720" y="3826"/>
                    <a:pt x="134505" y="3671"/>
                  </a:cubicBezTo>
                  <a:lnTo>
                    <a:pt x="133863" y="3183"/>
                  </a:lnTo>
                  <a:cubicBezTo>
                    <a:pt x="133648" y="3029"/>
                    <a:pt x="133446" y="2850"/>
                    <a:pt x="133220" y="2707"/>
                  </a:cubicBezTo>
                  <a:lnTo>
                    <a:pt x="132541" y="2290"/>
                  </a:lnTo>
                  <a:cubicBezTo>
                    <a:pt x="130031" y="783"/>
                    <a:pt x="127119" y="0"/>
                    <a:pt x="124203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" name="Google Shape;150;p27"/>
            <p:cNvGrpSpPr/>
            <p:nvPr/>
          </p:nvGrpSpPr>
          <p:grpSpPr>
            <a:xfrm>
              <a:off x="1806690" y="1389189"/>
              <a:ext cx="4502713" cy="3725654"/>
              <a:chOff x="2346303" y="1389189"/>
              <a:chExt cx="4502713" cy="3725654"/>
            </a:xfrm>
          </p:grpSpPr>
          <p:sp>
            <p:nvSpPr>
              <p:cNvPr id="151" name="Google Shape;151;p27"/>
              <p:cNvSpPr/>
              <p:nvPr/>
            </p:nvSpPr>
            <p:spPr>
              <a:xfrm>
                <a:off x="5565644" y="2271083"/>
                <a:ext cx="46149" cy="58076"/>
              </a:xfrm>
              <a:custGeom>
                <a:rect b="b" l="l" r="r" t="t"/>
                <a:pathLst>
                  <a:path extrusionOk="0" h="2084" w="1656">
                    <a:moveTo>
                      <a:pt x="0" y="0"/>
                    </a:moveTo>
                    <a:lnTo>
                      <a:pt x="1655" y="20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7"/>
              <p:cNvSpPr/>
              <p:nvPr/>
            </p:nvSpPr>
            <p:spPr>
              <a:xfrm>
                <a:off x="5518522" y="2212006"/>
                <a:ext cx="46483" cy="58104"/>
              </a:xfrm>
              <a:custGeom>
                <a:rect b="b" l="l" r="r" t="t"/>
                <a:pathLst>
                  <a:path extrusionOk="0" h="2085" w="1668">
                    <a:moveTo>
                      <a:pt x="1" y="1"/>
                    </a:moveTo>
                    <a:lnTo>
                      <a:pt x="1667" y="2084"/>
                    </a:lnTo>
                    <a:lnTo>
                      <a:pt x="1667" y="20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7"/>
              <p:cNvSpPr/>
              <p:nvPr/>
            </p:nvSpPr>
            <p:spPr>
              <a:xfrm>
                <a:off x="2476718" y="4996685"/>
                <a:ext cx="0" cy="28"/>
              </a:xfrm>
              <a:custGeom>
                <a:rect b="b" l="l" r="r" t="t"/>
                <a:pathLst>
                  <a:path extrusionOk="0" h="1" w="120000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7"/>
              <p:cNvSpPr/>
              <p:nvPr/>
            </p:nvSpPr>
            <p:spPr>
              <a:xfrm>
                <a:off x="4051681" y="3888849"/>
                <a:ext cx="148367" cy="81317"/>
              </a:xfrm>
              <a:custGeom>
                <a:rect b="b" l="l" r="r" t="t"/>
                <a:pathLst>
                  <a:path extrusionOk="0" h="2918" w="5324">
                    <a:moveTo>
                      <a:pt x="168" y="1"/>
                    </a:moveTo>
                    <a:lnTo>
                      <a:pt x="1" y="1025"/>
                    </a:lnTo>
                    <a:cubicBezTo>
                      <a:pt x="215" y="1061"/>
                      <a:pt x="430" y="1072"/>
                      <a:pt x="632" y="1132"/>
                    </a:cubicBezTo>
                    <a:lnTo>
                      <a:pt x="1251" y="1299"/>
                    </a:lnTo>
                    <a:cubicBezTo>
                      <a:pt x="1680" y="1382"/>
                      <a:pt x="2073" y="1561"/>
                      <a:pt x="2477" y="1703"/>
                    </a:cubicBezTo>
                    <a:cubicBezTo>
                      <a:pt x="2680" y="1775"/>
                      <a:pt x="2870" y="1870"/>
                      <a:pt x="3061" y="1965"/>
                    </a:cubicBezTo>
                    <a:lnTo>
                      <a:pt x="3632" y="2239"/>
                    </a:lnTo>
                    <a:cubicBezTo>
                      <a:pt x="4001" y="2465"/>
                      <a:pt x="4371" y="2680"/>
                      <a:pt x="4728" y="2918"/>
                    </a:cubicBezTo>
                    <a:lnTo>
                      <a:pt x="5323" y="2061"/>
                    </a:lnTo>
                    <a:cubicBezTo>
                      <a:pt x="4930" y="1811"/>
                      <a:pt x="4537" y="1573"/>
                      <a:pt x="4132" y="1334"/>
                    </a:cubicBezTo>
                    <a:lnTo>
                      <a:pt x="3501" y="1025"/>
                    </a:lnTo>
                    <a:cubicBezTo>
                      <a:pt x="3287" y="930"/>
                      <a:pt x="3085" y="811"/>
                      <a:pt x="2858" y="739"/>
                    </a:cubicBezTo>
                    <a:cubicBezTo>
                      <a:pt x="2418" y="584"/>
                      <a:pt x="1989" y="394"/>
                      <a:pt x="1537" y="299"/>
                    </a:cubicBezTo>
                    <a:lnTo>
                      <a:pt x="858" y="120"/>
                    </a:lnTo>
                    <a:cubicBezTo>
                      <a:pt x="632" y="60"/>
                      <a:pt x="394" y="37"/>
                      <a:pt x="1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7"/>
              <p:cNvSpPr/>
              <p:nvPr/>
            </p:nvSpPr>
            <p:spPr>
              <a:xfrm>
                <a:off x="6180436" y="3034516"/>
                <a:ext cx="73682" cy="149676"/>
              </a:xfrm>
              <a:custGeom>
                <a:rect b="b" l="l" r="r" t="t"/>
                <a:pathLst>
                  <a:path extrusionOk="0" h="5371" w="2644">
                    <a:moveTo>
                      <a:pt x="882" y="0"/>
                    </a:moveTo>
                    <a:lnTo>
                      <a:pt x="0" y="524"/>
                    </a:lnTo>
                    <a:lnTo>
                      <a:pt x="322" y="1084"/>
                    </a:lnTo>
                    <a:cubicBezTo>
                      <a:pt x="429" y="1262"/>
                      <a:pt x="501" y="1477"/>
                      <a:pt x="596" y="1667"/>
                    </a:cubicBezTo>
                    <a:lnTo>
                      <a:pt x="858" y="2251"/>
                    </a:lnTo>
                    <a:cubicBezTo>
                      <a:pt x="929" y="2453"/>
                      <a:pt x="989" y="2655"/>
                      <a:pt x="1060" y="2858"/>
                    </a:cubicBezTo>
                    <a:cubicBezTo>
                      <a:pt x="1132" y="3060"/>
                      <a:pt x="1203" y="3263"/>
                      <a:pt x="1263" y="3477"/>
                    </a:cubicBezTo>
                    <a:lnTo>
                      <a:pt x="1405" y="4096"/>
                    </a:lnTo>
                    <a:cubicBezTo>
                      <a:pt x="1513" y="4513"/>
                      <a:pt x="1560" y="4941"/>
                      <a:pt x="1608" y="5370"/>
                    </a:cubicBezTo>
                    <a:lnTo>
                      <a:pt x="2644" y="5263"/>
                    </a:lnTo>
                    <a:cubicBezTo>
                      <a:pt x="2584" y="4799"/>
                      <a:pt x="2537" y="4334"/>
                      <a:pt x="2417" y="3882"/>
                    </a:cubicBezTo>
                    <a:lnTo>
                      <a:pt x="2263" y="3203"/>
                    </a:lnTo>
                    <a:cubicBezTo>
                      <a:pt x="2203" y="2977"/>
                      <a:pt x="2120" y="2751"/>
                      <a:pt x="2048" y="2536"/>
                    </a:cubicBezTo>
                    <a:cubicBezTo>
                      <a:pt x="1977" y="2310"/>
                      <a:pt x="1905" y="2084"/>
                      <a:pt x="1822" y="1870"/>
                    </a:cubicBezTo>
                    <a:lnTo>
                      <a:pt x="1536" y="1227"/>
                    </a:lnTo>
                    <a:cubicBezTo>
                      <a:pt x="1429" y="1024"/>
                      <a:pt x="1358" y="798"/>
                      <a:pt x="1239" y="596"/>
                    </a:cubicBezTo>
                    <a:lnTo>
                      <a:pt x="8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27"/>
              <p:cNvSpPr/>
              <p:nvPr/>
            </p:nvSpPr>
            <p:spPr>
              <a:xfrm>
                <a:off x="6157224" y="3295960"/>
                <a:ext cx="89260" cy="146360"/>
              </a:xfrm>
              <a:custGeom>
                <a:rect b="b" l="l" r="r" t="t"/>
                <a:pathLst>
                  <a:path extrusionOk="0" h="5252" w="3203">
                    <a:moveTo>
                      <a:pt x="2203" y="0"/>
                    </a:moveTo>
                    <a:cubicBezTo>
                      <a:pt x="1810" y="1679"/>
                      <a:pt x="1060" y="3263"/>
                      <a:pt x="0" y="4620"/>
                    </a:cubicBezTo>
                    <a:lnTo>
                      <a:pt x="822" y="5251"/>
                    </a:lnTo>
                    <a:cubicBezTo>
                      <a:pt x="1965" y="3775"/>
                      <a:pt x="2786" y="2048"/>
                      <a:pt x="3203" y="239"/>
                    </a:cubicBezTo>
                    <a:lnTo>
                      <a:pt x="22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27"/>
              <p:cNvSpPr/>
              <p:nvPr/>
            </p:nvSpPr>
            <p:spPr>
              <a:xfrm>
                <a:off x="5351963" y="1985060"/>
                <a:ext cx="115817" cy="135074"/>
              </a:xfrm>
              <a:custGeom>
                <a:rect b="b" l="l" r="r" t="t"/>
                <a:pathLst>
                  <a:path extrusionOk="0" h="4847" w="4156">
                    <a:moveTo>
                      <a:pt x="810" y="1"/>
                    </a:moveTo>
                    <a:lnTo>
                      <a:pt x="1" y="644"/>
                    </a:lnTo>
                    <a:lnTo>
                      <a:pt x="3346" y="4847"/>
                    </a:lnTo>
                    <a:lnTo>
                      <a:pt x="4156" y="4204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27"/>
              <p:cNvSpPr/>
              <p:nvPr/>
            </p:nvSpPr>
            <p:spPr>
              <a:xfrm>
                <a:off x="5518522" y="2193753"/>
                <a:ext cx="115817" cy="135408"/>
              </a:xfrm>
              <a:custGeom>
                <a:rect b="b" l="l" r="r" t="t"/>
                <a:pathLst>
                  <a:path extrusionOk="0" h="4859" w="4156">
                    <a:moveTo>
                      <a:pt x="810" y="1"/>
                    </a:moveTo>
                    <a:lnTo>
                      <a:pt x="1" y="656"/>
                    </a:lnTo>
                    <a:lnTo>
                      <a:pt x="1667" y="2739"/>
                    </a:lnTo>
                    <a:cubicBezTo>
                      <a:pt x="1667" y="2751"/>
                      <a:pt x="1667" y="2751"/>
                      <a:pt x="1667" y="2751"/>
                    </a:cubicBezTo>
                    <a:cubicBezTo>
                      <a:pt x="1679" y="2763"/>
                      <a:pt x="1679" y="2763"/>
                      <a:pt x="1691" y="2775"/>
                    </a:cubicBezTo>
                    <a:lnTo>
                      <a:pt x="3346" y="4859"/>
                    </a:lnTo>
                    <a:lnTo>
                      <a:pt x="4156" y="4216"/>
                    </a:lnTo>
                    <a:lnTo>
                      <a:pt x="2489" y="2108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27"/>
              <p:cNvSpPr/>
              <p:nvPr/>
            </p:nvSpPr>
            <p:spPr>
              <a:xfrm>
                <a:off x="5684746" y="2403115"/>
                <a:ext cx="115817" cy="135408"/>
              </a:xfrm>
              <a:custGeom>
                <a:rect b="b" l="l" r="r" t="t"/>
                <a:pathLst>
                  <a:path extrusionOk="0" h="4859" w="4156">
                    <a:moveTo>
                      <a:pt x="810" y="1"/>
                    </a:moveTo>
                    <a:lnTo>
                      <a:pt x="1" y="656"/>
                    </a:lnTo>
                    <a:lnTo>
                      <a:pt x="3346" y="4859"/>
                    </a:lnTo>
                    <a:lnTo>
                      <a:pt x="4156" y="4204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7"/>
              <p:cNvSpPr/>
              <p:nvPr/>
            </p:nvSpPr>
            <p:spPr>
              <a:xfrm>
                <a:off x="5851304" y="2612142"/>
                <a:ext cx="116152" cy="135408"/>
              </a:xfrm>
              <a:custGeom>
                <a:rect b="b" l="l" r="r" t="t"/>
                <a:pathLst>
                  <a:path extrusionOk="0" h="4859" w="4168">
                    <a:moveTo>
                      <a:pt x="822" y="1"/>
                    </a:moveTo>
                    <a:lnTo>
                      <a:pt x="0" y="656"/>
                    </a:lnTo>
                    <a:lnTo>
                      <a:pt x="1679" y="2751"/>
                    </a:lnTo>
                    <a:lnTo>
                      <a:pt x="3346" y="4858"/>
                    </a:lnTo>
                    <a:lnTo>
                      <a:pt x="4168" y="4204"/>
                    </a:lnTo>
                    <a:lnTo>
                      <a:pt x="2489" y="2108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7"/>
              <p:cNvSpPr/>
              <p:nvPr/>
            </p:nvSpPr>
            <p:spPr>
              <a:xfrm>
                <a:off x="6017528" y="2821504"/>
                <a:ext cx="115817" cy="135408"/>
              </a:xfrm>
              <a:custGeom>
                <a:rect b="b" l="l" r="r" t="t"/>
                <a:pathLst>
                  <a:path extrusionOk="0" h="4859" w="4156">
                    <a:moveTo>
                      <a:pt x="822" y="1"/>
                    </a:moveTo>
                    <a:lnTo>
                      <a:pt x="1" y="644"/>
                    </a:lnTo>
                    <a:lnTo>
                      <a:pt x="3346" y="4858"/>
                    </a:lnTo>
                    <a:lnTo>
                      <a:pt x="4156" y="4203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7"/>
              <p:cNvSpPr/>
              <p:nvPr/>
            </p:nvSpPr>
            <p:spPr>
              <a:xfrm>
                <a:off x="5945856" y="3502340"/>
                <a:ext cx="146695" cy="88619"/>
              </a:xfrm>
              <a:custGeom>
                <a:rect b="b" l="l" r="r" t="t"/>
                <a:pathLst>
                  <a:path extrusionOk="0" h="3180" w="5264">
                    <a:moveTo>
                      <a:pt x="4632" y="0"/>
                    </a:moveTo>
                    <a:cubicBezTo>
                      <a:pt x="3942" y="524"/>
                      <a:pt x="3215" y="976"/>
                      <a:pt x="2430" y="1334"/>
                    </a:cubicBezTo>
                    <a:cubicBezTo>
                      <a:pt x="2037" y="1512"/>
                      <a:pt x="1656" y="1703"/>
                      <a:pt x="1239" y="1822"/>
                    </a:cubicBezTo>
                    <a:lnTo>
                      <a:pt x="632" y="2024"/>
                    </a:lnTo>
                    <a:cubicBezTo>
                      <a:pt x="429" y="2084"/>
                      <a:pt x="215" y="2119"/>
                      <a:pt x="1" y="2179"/>
                    </a:cubicBezTo>
                    <a:lnTo>
                      <a:pt x="239" y="3179"/>
                    </a:lnTo>
                    <a:cubicBezTo>
                      <a:pt x="465" y="3131"/>
                      <a:pt x="691" y="3084"/>
                      <a:pt x="918" y="3024"/>
                    </a:cubicBezTo>
                    <a:lnTo>
                      <a:pt x="1584" y="2798"/>
                    </a:lnTo>
                    <a:cubicBezTo>
                      <a:pt x="2025" y="2667"/>
                      <a:pt x="2453" y="2465"/>
                      <a:pt x="2870" y="2274"/>
                    </a:cubicBezTo>
                    <a:cubicBezTo>
                      <a:pt x="3716" y="1881"/>
                      <a:pt x="4513" y="1393"/>
                      <a:pt x="5263" y="834"/>
                    </a:cubicBezTo>
                    <a:lnTo>
                      <a:pt x="46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7"/>
              <p:cNvSpPr/>
              <p:nvPr/>
            </p:nvSpPr>
            <p:spPr>
              <a:xfrm>
                <a:off x="5684411" y="3523574"/>
                <a:ext cx="149676" cy="74685"/>
              </a:xfrm>
              <a:custGeom>
                <a:rect b="b" l="l" r="r" t="t"/>
                <a:pathLst>
                  <a:path extrusionOk="0" h="2680" w="5371">
                    <a:moveTo>
                      <a:pt x="536" y="0"/>
                    </a:moveTo>
                    <a:lnTo>
                      <a:pt x="1" y="893"/>
                    </a:lnTo>
                    <a:cubicBezTo>
                      <a:pt x="1596" y="1846"/>
                      <a:pt x="3394" y="2465"/>
                      <a:pt x="5251" y="2679"/>
                    </a:cubicBezTo>
                    <a:lnTo>
                      <a:pt x="5370" y="1655"/>
                    </a:lnTo>
                    <a:cubicBezTo>
                      <a:pt x="3656" y="1453"/>
                      <a:pt x="2001" y="881"/>
                      <a:pt x="5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7"/>
              <p:cNvSpPr/>
              <p:nvPr/>
            </p:nvSpPr>
            <p:spPr>
              <a:xfrm>
                <a:off x="5498291" y="3333775"/>
                <a:ext cx="115817" cy="135408"/>
              </a:xfrm>
              <a:custGeom>
                <a:rect b="b" l="l" r="r" t="t"/>
                <a:pathLst>
                  <a:path extrusionOk="0" h="4859" w="4156">
                    <a:moveTo>
                      <a:pt x="810" y="1"/>
                    </a:moveTo>
                    <a:lnTo>
                      <a:pt x="0" y="656"/>
                    </a:lnTo>
                    <a:lnTo>
                      <a:pt x="1667" y="2751"/>
                    </a:lnTo>
                    <a:cubicBezTo>
                      <a:pt x="2239" y="3454"/>
                      <a:pt x="2762" y="4156"/>
                      <a:pt x="3358" y="4859"/>
                    </a:cubicBezTo>
                    <a:lnTo>
                      <a:pt x="4156" y="4192"/>
                    </a:lnTo>
                    <a:cubicBezTo>
                      <a:pt x="3596" y="3525"/>
                      <a:pt x="3036" y="2799"/>
                      <a:pt x="2477" y="2108"/>
                    </a:cubicBez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7"/>
              <p:cNvSpPr/>
              <p:nvPr/>
            </p:nvSpPr>
            <p:spPr>
              <a:xfrm>
                <a:off x="5332066" y="3124748"/>
                <a:ext cx="115817" cy="135074"/>
              </a:xfrm>
              <a:custGeom>
                <a:rect b="b" l="l" r="r" t="t"/>
                <a:pathLst>
                  <a:path extrusionOk="0" h="4847" w="4156">
                    <a:moveTo>
                      <a:pt x="810" y="1"/>
                    </a:moveTo>
                    <a:lnTo>
                      <a:pt x="0" y="644"/>
                    </a:lnTo>
                    <a:lnTo>
                      <a:pt x="3346" y="4847"/>
                    </a:lnTo>
                    <a:lnTo>
                      <a:pt x="4155" y="4204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7"/>
              <p:cNvSpPr/>
              <p:nvPr/>
            </p:nvSpPr>
            <p:spPr>
              <a:xfrm>
                <a:off x="5165174" y="2915414"/>
                <a:ext cx="115817" cy="135380"/>
              </a:xfrm>
              <a:custGeom>
                <a:rect b="b" l="l" r="r" t="t"/>
                <a:pathLst>
                  <a:path extrusionOk="0" h="4858" w="4156">
                    <a:moveTo>
                      <a:pt x="810" y="0"/>
                    </a:moveTo>
                    <a:lnTo>
                      <a:pt x="0" y="655"/>
                    </a:lnTo>
                    <a:lnTo>
                      <a:pt x="1679" y="2750"/>
                    </a:lnTo>
                    <a:lnTo>
                      <a:pt x="3346" y="4858"/>
                    </a:lnTo>
                    <a:lnTo>
                      <a:pt x="4156" y="4215"/>
                    </a:lnTo>
                    <a:lnTo>
                      <a:pt x="2489" y="2107"/>
                    </a:lnTo>
                    <a:cubicBezTo>
                      <a:pt x="2489" y="2107"/>
                      <a:pt x="2489" y="2107"/>
                      <a:pt x="2477" y="2096"/>
                    </a:cubicBez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7"/>
              <p:cNvSpPr/>
              <p:nvPr/>
            </p:nvSpPr>
            <p:spPr>
              <a:xfrm>
                <a:off x="4998949" y="2706387"/>
                <a:ext cx="115817" cy="135046"/>
              </a:xfrm>
              <a:custGeom>
                <a:rect b="b" l="l" r="r" t="t"/>
                <a:pathLst>
                  <a:path extrusionOk="0" h="4846" w="4156">
                    <a:moveTo>
                      <a:pt x="810" y="0"/>
                    </a:moveTo>
                    <a:lnTo>
                      <a:pt x="0" y="643"/>
                    </a:lnTo>
                    <a:lnTo>
                      <a:pt x="3346" y="4846"/>
                    </a:lnTo>
                    <a:lnTo>
                      <a:pt x="4156" y="4203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7"/>
              <p:cNvSpPr/>
              <p:nvPr/>
            </p:nvSpPr>
            <p:spPr>
              <a:xfrm>
                <a:off x="4832391" y="2497360"/>
                <a:ext cx="115817" cy="135074"/>
              </a:xfrm>
              <a:custGeom>
                <a:rect b="b" l="l" r="r" t="t"/>
                <a:pathLst>
                  <a:path extrusionOk="0" h="4847" w="4156">
                    <a:moveTo>
                      <a:pt x="810" y="0"/>
                    </a:moveTo>
                    <a:lnTo>
                      <a:pt x="0" y="643"/>
                    </a:lnTo>
                    <a:lnTo>
                      <a:pt x="1643" y="2703"/>
                    </a:lnTo>
                    <a:cubicBezTo>
                      <a:pt x="1643" y="2727"/>
                      <a:pt x="1655" y="2739"/>
                      <a:pt x="1667" y="2751"/>
                    </a:cubicBezTo>
                    <a:cubicBezTo>
                      <a:pt x="1679" y="2762"/>
                      <a:pt x="1691" y="2774"/>
                      <a:pt x="1703" y="2774"/>
                    </a:cubicBezTo>
                    <a:lnTo>
                      <a:pt x="3346" y="4846"/>
                    </a:lnTo>
                    <a:lnTo>
                      <a:pt x="4156" y="4203"/>
                    </a:lnTo>
                    <a:lnTo>
                      <a:pt x="2489" y="2096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7"/>
              <p:cNvSpPr/>
              <p:nvPr/>
            </p:nvSpPr>
            <p:spPr>
              <a:xfrm>
                <a:off x="4649252" y="2306919"/>
                <a:ext cx="132398" cy="116152"/>
              </a:xfrm>
              <a:custGeom>
                <a:rect b="b" l="l" r="r" t="t"/>
                <a:pathLst>
                  <a:path extrusionOk="0" h="4168" w="4751">
                    <a:moveTo>
                      <a:pt x="464" y="0"/>
                    </a:moveTo>
                    <a:lnTo>
                      <a:pt x="0" y="929"/>
                    </a:lnTo>
                    <a:cubicBezTo>
                      <a:pt x="1524" y="1703"/>
                      <a:pt x="2881" y="2810"/>
                      <a:pt x="3941" y="4167"/>
                    </a:cubicBezTo>
                    <a:lnTo>
                      <a:pt x="4751" y="3524"/>
                    </a:lnTo>
                    <a:cubicBezTo>
                      <a:pt x="3608" y="2060"/>
                      <a:pt x="2131" y="845"/>
                      <a:pt x="4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7"/>
              <p:cNvSpPr/>
              <p:nvPr/>
            </p:nvSpPr>
            <p:spPr>
              <a:xfrm>
                <a:off x="4391765" y="2266680"/>
                <a:ext cx="154330" cy="42916"/>
              </a:xfrm>
              <a:custGeom>
                <a:rect b="b" l="l" r="r" t="t"/>
                <a:pathLst>
                  <a:path extrusionOk="0" h="1540" w="5538">
                    <a:moveTo>
                      <a:pt x="3945" y="1"/>
                    </a:moveTo>
                    <a:cubicBezTo>
                      <a:pt x="3547" y="1"/>
                      <a:pt x="3149" y="27"/>
                      <a:pt x="2751" y="27"/>
                    </a:cubicBezTo>
                    <a:cubicBezTo>
                      <a:pt x="2287" y="87"/>
                      <a:pt x="1823" y="134"/>
                      <a:pt x="1358" y="218"/>
                    </a:cubicBezTo>
                    <a:lnTo>
                      <a:pt x="680" y="372"/>
                    </a:lnTo>
                    <a:cubicBezTo>
                      <a:pt x="453" y="420"/>
                      <a:pt x="227" y="468"/>
                      <a:pt x="1" y="551"/>
                    </a:cubicBezTo>
                    <a:lnTo>
                      <a:pt x="299" y="1539"/>
                    </a:lnTo>
                    <a:cubicBezTo>
                      <a:pt x="501" y="1468"/>
                      <a:pt x="715" y="1432"/>
                      <a:pt x="930" y="1373"/>
                    </a:cubicBezTo>
                    <a:lnTo>
                      <a:pt x="1549" y="1230"/>
                    </a:lnTo>
                    <a:cubicBezTo>
                      <a:pt x="1977" y="1158"/>
                      <a:pt x="2406" y="1123"/>
                      <a:pt x="2823" y="1063"/>
                    </a:cubicBezTo>
                    <a:cubicBezTo>
                      <a:pt x="3190" y="1063"/>
                      <a:pt x="3557" y="1037"/>
                      <a:pt x="3925" y="1037"/>
                    </a:cubicBezTo>
                    <a:cubicBezTo>
                      <a:pt x="3986" y="1037"/>
                      <a:pt x="4047" y="1037"/>
                      <a:pt x="4109" y="1039"/>
                    </a:cubicBezTo>
                    <a:lnTo>
                      <a:pt x="4751" y="1087"/>
                    </a:lnTo>
                    <a:lnTo>
                      <a:pt x="5073" y="1111"/>
                    </a:lnTo>
                    <a:cubicBezTo>
                      <a:pt x="5180" y="1123"/>
                      <a:pt x="5287" y="1134"/>
                      <a:pt x="5394" y="1158"/>
                    </a:cubicBezTo>
                    <a:lnTo>
                      <a:pt x="5537" y="134"/>
                    </a:lnTo>
                    <a:cubicBezTo>
                      <a:pt x="5418" y="111"/>
                      <a:pt x="5311" y="87"/>
                      <a:pt x="5192" y="75"/>
                    </a:cubicBezTo>
                    <a:lnTo>
                      <a:pt x="4847" y="51"/>
                    </a:lnTo>
                    <a:lnTo>
                      <a:pt x="4144" y="3"/>
                    </a:lnTo>
                    <a:cubicBezTo>
                      <a:pt x="4078" y="2"/>
                      <a:pt x="4012" y="1"/>
                      <a:pt x="39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7"/>
              <p:cNvSpPr/>
              <p:nvPr/>
            </p:nvSpPr>
            <p:spPr>
              <a:xfrm>
                <a:off x="4132327" y="2565688"/>
                <a:ext cx="39516" cy="154665"/>
              </a:xfrm>
              <a:custGeom>
                <a:rect b="b" l="l" r="r" t="t"/>
                <a:pathLst>
                  <a:path extrusionOk="0" h="5550" w="1418">
                    <a:moveTo>
                      <a:pt x="215" y="1"/>
                    </a:moveTo>
                    <a:lnTo>
                      <a:pt x="107" y="691"/>
                    </a:lnTo>
                    <a:cubicBezTo>
                      <a:pt x="60" y="930"/>
                      <a:pt x="60" y="1156"/>
                      <a:pt x="48" y="1394"/>
                    </a:cubicBezTo>
                    <a:lnTo>
                      <a:pt x="0" y="2084"/>
                    </a:lnTo>
                    <a:lnTo>
                      <a:pt x="24" y="2787"/>
                    </a:lnTo>
                    <a:cubicBezTo>
                      <a:pt x="36" y="3025"/>
                      <a:pt x="24" y="3251"/>
                      <a:pt x="60" y="3489"/>
                    </a:cubicBezTo>
                    <a:lnTo>
                      <a:pt x="143" y="4180"/>
                    </a:lnTo>
                    <a:cubicBezTo>
                      <a:pt x="179" y="4644"/>
                      <a:pt x="322" y="5097"/>
                      <a:pt x="405" y="5549"/>
                    </a:cubicBezTo>
                    <a:lnTo>
                      <a:pt x="1417" y="5299"/>
                    </a:lnTo>
                    <a:cubicBezTo>
                      <a:pt x="1334" y="4871"/>
                      <a:pt x="1203" y="4466"/>
                      <a:pt x="1167" y="4037"/>
                    </a:cubicBezTo>
                    <a:lnTo>
                      <a:pt x="1084" y="3394"/>
                    </a:lnTo>
                    <a:cubicBezTo>
                      <a:pt x="1048" y="3180"/>
                      <a:pt x="1072" y="2966"/>
                      <a:pt x="1060" y="2751"/>
                    </a:cubicBezTo>
                    <a:lnTo>
                      <a:pt x="1036" y="2108"/>
                    </a:lnTo>
                    <a:lnTo>
                      <a:pt x="1084" y="1465"/>
                    </a:lnTo>
                    <a:cubicBezTo>
                      <a:pt x="1096" y="1251"/>
                      <a:pt x="1096" y="1037"/>
                      <a:pt x="1131" y="822"/>
                    </a:cubicBezTo>
                    <a:lnTo>
                      <a:pt x="1238" y="191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7"/>
              <p:cNvSpPr/>
              <p:nvPr/>
            </p:nvSpPr>
            <p:spPr>
              <a:xfrm>
                <a:off x="4179421" y="2336096"/>
                <a:ext cx="120471" cy="129445"/>
              </a:xfrm>
              <a:custGeom>
                <a:rect b="b" l="l" r="r" t="t"/>
                <a:pathLst>
                  <a:path extrusionOk="0" h="4645" w="4323">
                    <a:moveTo>
                      <a:pt x="3716" y="1"/>
                    </a:moveTo>
                    <a:cubicBezTo>
                      <a:pt x="2204" y="1096"/>
                      <a:pt x="930" y="2513"/>
                      <a:pt x="1" y="4132"/>
                    </a:cubicBezTo>
                    <a:lnTo>
                      <a:pt x="906" y="4644"/>
                    </a:lnTo>
                    <a:cubicBezTo>
                      <a:pt x="1751" y="3144"/>
                      <a:pt x="2930" y="1846"/>
                      <a:pt x="4323" y="834"/>
                    </a:cubicBezTo>
                    <a:lnTo>
                      <a:pt x="371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7"/>
              <p:cNvSpPr/>
              <p:nvPr/>
            </p:nvSpPr>
            <p:spPr>
              <a:xfrm>
                <a:off x="4193355" y="2815540"/>
                <a:ext cx="115176" cy="135380"/>
              </a:xfrm>
              <a:custGeom>
                <a:rect b="b" l="l" r="r" t="t"/>
                <a:pathLst>
                  <a:path extrusionOk="0" h="4858" w="4133">
                    <a:moveTo>
                      <a:pt x="858" y="0"/>
                    </a:moveTo>
                    <a:lnTo>
                      <a:pt x="1" y="584"/>
                    </a:lnTo>
                    <a:lnTo>
                      <a:pt x="406" y="1143"/>
                    </a:lnTo>
                    <a:cubicBezTo>
                      <a:pt x="537" y="1346"/>
                      <a:pt x="680" y="1524"/>
                      <a:pt x="822" y="1703"/>
                    </a:cubicBezTo>
                    <a:lnTo>
                      <a:pt x="1656" y="2751"/>
                    </a:lnTo>
                    <a:lnTo>
                      <a:pt x="3323" y="4858"/>
                    </a:lnTo>
                    <a:lnTo>
                      <a:pt x="4132" y="4215"/>
                    </a:lnTo>
                    <a:lnTo>
                      <a:pt x="2466" y="2108"/>
                    </a:lnTo>
                    <a:lnTo>
                      <a:pt x="1632" y="1060"/>
                    </a:lnTo>
                    <a:cubicBezTo>
                      <a:pt x="1489" y="881"/>
                      <a:pt x="1358" y="703"/>
                      <a:pt x="1239" y="524"/>
                    </a:cubicBezTo>
                    <a:lnTo>
                      <a:pt x="85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7"/>
              <p:cNvSpPr/>
              <p:nvPr/>
            </p:nvSpPr>
            <p:spPr>
              <a:xfrm>
                <a:off x="4358938" y="3024902"/>
                <a:ext cx="115817" cy="135380"/>
              </a:xfrm>
              <a:custGeom>
                <a:rect b="b" l="l" r="r" t="t"/>
                <a:pathLst>
                  <a:path extrusionOk="0" h="4858" w="4156">
                    <a:moveTo>
                      <a:pt x="810" y="0"/>
                    </a:moveTo>
                    <a:lnTo>
                      <a:pt x="0" y="655"/>
                    </a:lnTo>
                    <a:lnTo>
                      <a:pt x="1667" y="2750"/>
                    </a:lnTo>
                    <a:lnTo>
                      <a:pt x="3334" y="4858"/>
                    </a:lnTo>
                    <a:lnTo>
                      <a:pt x="4155" y="4215"/>
                    </a:lnTo>
                    <a:lnTo>
                      <a:pt x="2489" y="2107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7"/>
              <p:cNvSpPr/>
              <p:nvPr/>
            </p:nvSpPr>
            <p:spPr>
              <a:xfrm>
                <a:off x="4525162" y="3234570"/>
                <a:ext cx="115817" cy="135074"/>
              </a:xfrm>
              <a:custGeom>
                <a:rect b="b" l="l" r="r" t="t"/>
                <a:pathLst>
                  <a:path extrusionOk="0" h="4847" w="4156">
                    <a:moveTo>
                      <a:pt x="810" y="1"/>
                    </a:moveTo>
                    <a:lnTo>
                      <a:pt x="0" y="644"/>
                    </a:lnTo>
                    <a:lnTo>
                      <a:pt x="3334" y="4847"/>
                    </a:lnTo>
                    <a:lnTo>
                      <a:pt x="4155" y="4204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7"/>
              <p:cNvSpPr/>
              <p:nvPr/>
            </p:nvSpPr>
            <p:spPr>
              <a:xfrm>
                <a:off x="4691052" y="3443932"/>
                <a:ext cx="115817" cy="135408"/>
              </a:xfrm>
              <a:custGeom>
                <a:rect b="b" l="l" r="r" t="t"/>
                <a:pathLst>
                  <a:path extrusionOk="0" h="4859" w="4156">
                    <a:moveTo>
                      <a:pt x="822" y="1"/>
                    </a:moveTo>
                    <a:lnTo>
                      <a:pt x="0" y="644"/>
                    </a:lnTo>
                    <a:lnTo>
                      <a:pt x="1667" y="2751"/>
                    </a:lnTo>
                    <a:lnTo>
                      <a:pt x="3346" y="4858"/>
                    </a:lnTo>
                    <a:lnTo>
                      <a:pt x="4156" y="4215"/>
                    </a:lnTo>
                    <a:lnTo>
                      <a:pt x="2489" y="2108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27"/>
              <p:cNvSpPr/>
              <p:nvPr/>
            </p:nvSpPr>
            <p:spPr>
              <a:xfrm>
                <a:off x="4857276" y="3653628"/>
                <a:ext cx="115817" cy="135074"/>
              </a:xfrm>
              <a:custGeom>
                <a:rect b="b" l="l" r="r" t="t"/>
                <a:pathLst>
                  <a:path extrusionOk="0" h="4847" w="4156">
                    <a:moveTo>
                      <a:pt x="810" y="0"/>
                    </a:moveTo>
                    <a:lnTo>
                      <a:pt x="0" y="643"/>
                    </a:lnTo>
                    <a:lnTo>
                      <a:pt x="3346" y="4846"/>
                    </a:lnTo>
                    <a:lnTo>
                      <a:pt x="4156" y="4203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7"/>
              <p:cNvSpPr/>
              <p:nvPr/>
            </p:nvSpPr>
            <p:spPr>
              <a:xfrm>
                <a:off x="5076920" y="4116464"/>
                <a:ext cx="63064" cy="150986"/>
              </a:xfrm>
              <a:custGeom>
                <a:rect b="b" l="l" r="r" t="t"/>
                <a:pathLst>
                  <a:path extrusionOk="0" h="5418" w="2263">
                    <a:moveTo>
                      <a:pt x="1215" y="1"/>
                    </a:moveTo>
                    <a:cubicBezTo>
                      <a:pt x="1167" y="1715"/>
                      <a:pt x="750" y="3418"/>
                      <a:pt x="0" y="4965"/>
                    </a:cubicBezTo>
                    <a:lnTo>
                      <a:pt x="941" y="5418"/>
                    </a:lnTo>
                    <a:cubicBezTo>
                      <a:pt x="1751" y="3739"/>
                      <a:pt x="2203" y="1894"/>
                      <a:pt x="2262" y="24"/>
                    </a:cubicBezTo>
                    <a:lnTo>
                      <a:pt x="121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7"/>
              <p:cNvSpPr/>
              <p:nvPr/>
            </p:nvSpPr>
            <p:spPr>
              <a:xfrm>
                <a:off x="4891775" y="4346056"/>
                <a:ext cx="140369" cy="103556"/>
              </a:xfrm>
              <a:custGeom>
                <a:rect b="b" l="l" r="r" t="t"/>
                <a:pathLst>
                  <a:path extrusionOk="0" h="3716" w="5037">
                    <a:moveTo>
                      <a:pt x="4311" y="1"/>
                    </a:moveTo>
                    <a:cubicBezTo>
                      <a:pt x="4001" y="298"/>
                      <a:pt x="3668" y="572"/>
                      <a:pt x="3346" y="858"/>
                    </a:cubicBezTo>
                    <a:cubicBezTo>
                      <a:pt x="3001" y="1108"/>
                      <a:pt x="2656" y="1358"/>
                      <a:pt x="2299" y="1608"/>
                    </a:cubicBezTo>
                    <a:cubicBezTo>
                      <a:pt x="1929" y="1810"/>
                      <a:pt x="1560" y="2049"/>
                      <a:pt x="1179" y="2239"/>
                    </a:cubicBezTo>
                    <a:lnTo>
                      <a:pt x="596" y="2501"/>
                    </a:lnTo>
                    <a:cubicBezTo>
                      <a:pt x="394" y="2584"/>
                      <a:pt x="203" y="2680"/>
                      <a:pt x="1" y="2739"/>
                    </a:cubicBezTo>
                    <a:lnTo>
                      <a:pt x="358" y="3715"/>
                    </a:lnTo>
                    <a:cubicBezTo>
                      <a:pt x="584" y="3644"/>
                      <a:pt x="786" y="3549"/>
                      <a:pt x="1001" y="3453"/>
                    </a:cubicBezTo>
                    <a:lnTo>
                      <a:pt x="1644" y="3168"/>
                    </a:lnTo>
                    <a:cubicBezTo>
                      <a:pt x="2060" y="2953"/>
                      <a:pt x="2453" y="2703"/>
                      <a:pt x="2858" y="2477"/>
                    </a:cubicBezTo>
                    <a:cubicBezTo>
                      <a:pt x="3239" y="2215"/>
                      <a:pt x="3620" y="1941"/>
                      <a:pt x="4001" y="1668"/>
                    </a:cubicBezTo>
                    <a:cubicBezTo>
                      <a:pt x="4346" y="1358"/>
                      <a:pt x="4704" y="1060"/>
                      <a:pt x="5037" y="739"/>
                    </a:cubicBezTo>
                    <a:lnTo>
                      <a:pt x="43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7"/>
              <p:cNvSpPr/>
              <p:nvPr/>
            </p:nvSpPr>
            <p:spPr>
              <a:xfrm>
                <a:off x="4630330" y="4414748"/>
                <a:ext cx="151655" cy="56822"/>
              </a:xfrm>
              <a:custGeom>
                <a:rect b="b" l="l" r="r" t="t"/>
                <a:pathLst>
                  <a:path extrusionOk="0" h="2039" w="5442">
                    <a:moveTo>
                      <a:pt x="405" y="0"/>
                    </a:moveTo>
                    <a:lnTo>
                      <a:pt x="0" y="953"/>
                    </a:lnTo>
                    <a:cubicBezTo>
                      <a:pt x="1626" y="1680"/>
                      <a:pt x="3403" y="2039"/>
                      <a:pt x="5187" y="2039"/>
                    </a:cubicBezTo>
                    <a:cubicBezTo>
                      <a:pt x="5272" y="2039"/>
                      <a:pt x="5357" y="2038"/>
                      <a:pt x="5442" y="2036"/>
                    </a:cubicBezTo>
                    <a:lnTo>
                      <a:pt x="5418" y="1000"/>
                    </a:lnTo>
                    <a:cubicBezTo>
                      <a:pt x="5359" y="1001"/>
                      <a:pt x="5300" y="1002"/>
                      <a:pt x="5241" y="1002"/>
                    </a:cubicBezTo>
                    <a:cubicBezTo>
                      <a:pt x="3585" y="1002"/>
                      <a:pt x="1923" y="679"/>
                      <a:pt x="4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7"/>
              <p:cNvSpPr/>
              <p:nvPr/>
            </p:nvSpPr>
            <p:spPr>
              <a:xfrm>
                <a:off x="4430583" y="4240219"/>
                <a:ext cx="117824" cy="134071"/>
              </a:xfrm>
              <a:custGeom>
                <a:rect b="b" l="l" r="r" t="t"/>
                <a:pathLst>
                  <a:path extrusionOk="0" h="4811" w="4228">
                    <a:moveTo>
                      <a:pt x="811" y="1"/>
                    </a:moveTo>
                    <a:lnTo>
                      <a:pt x="1" y="644"/>
                    </a:lnTo>
                    <a:lnTo>
                      <a:pt x="1668" y="2739"/>
                    </a:lnTo>
                    <a:cubicBezTo>
                      <a:pt x="1668" y="2739"/>
                      <a:pt x="1680" y="2751"/>
                      <a:pt x="1680" y="2751"/>
                    </a:cubicBezTo>
                    <a:cubicBezTo>
                      <a:pt x="1954" y="3096"/>
                      <a:pt x="2227" y="3453"/>
                      <a:pt x="2549" y="3799"/>
                    </a:cubicBezTo>
                    <a:lnTo>
                      <a:pt x="3013" y="4323"/>
                    </a:lnTo>
                    <a:cubicBezTo>
                      <a:pt x="3168" y="4489"/>
                      <a:pt x="3347" y="4644"/>
                      <a:pt x="3513" y="4811"/>
                    </a:cubicBezTo>
                    <a:lnTo>
                      <a:pt x="4228" y="4049"/>
                    </a:lnTo>
                    <a:cubicBezTo>
                      <a:pt x="4073" y="3894"/>
                      <a:pt x="3906" y="3763"/>
                      <a:pt x="3751" y="3608"/>
                    </a:cubicBezTo>
                    <a:lnTo>
                      <a:pt x="3335" y="3120"/>
                    </a:lnTo>
                    <a:cubicBezTo>
                      <a:pt x="3049" y="2810"/>
                      <a:pt x="2763" y="2453"/>
                      <a:pt x="2489" y="2108"/>
                    </a:cubicBezTo>
                    <a:lnTo>
                      <a:pt x="8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27"/>
              <p:cNvSpPr/>
              <p:nvPr/>
            </p:nvSpPr>
            <p:spPr>
              <a:xfrm>
                <a:off x="4264359" y="4030857"/>
                <a:ext cx="115845" cy="135408"/>
              </a:xfrm>
              <a:custGeom>
                <a:rect b="b" l="l" r="r" t="t"/>
                <a:pathLst>
                  <a:path extrusionOk="0" h="4859" w="4157">
                    <a:moveTo>
                      <a:pt x="811" y="1"/>
                    </a:moveTo>
                    <a:lnTo>
                      <a:pt x="1" y="656"/>
                    </a:lnTo>
                    <a:lnTo>
                      <a:pt x="3347" y="4858"/>
                    </a:lnTo>
                    <a:lnTo>
                      <a:pt x="4156" y="4204"/>
                    </a:lnTo>
                    <a:lnTo>
                      <a:pt x="8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7"/>
              <p:cNvSpPr/>
              <p:nvPr/>
            </p:nvSpPr>
            <p:spPr>
              <a:xfrm>
                <a:off x="4051681" y="3888849"/>
                <a:ext cx="148367" cy="81317"/>
              </a:xfrm>
              <a:custGeom>
                <a:rect b="b" l="l" r="r" t="t"/>
                <a:pathLst>
                  <a:path extrusionOk="0" h="2918" w="5324">
                    <a:moveTo>
                      <a:pt x="168" y="1"/>
                    </a:moveTo>
                    <a:lnTo>
                      <a:pt x="1" y="1013"/>
                    </a:lnTo>
                    <a:cubicBezTo>
                      <a:pt x="215" y="1061"/>
                      <a:pt x="430" y="1072"/>
                      <a:pt x="632" y="1132"/>
                    </a:cubicBezTo>
                    <a:lnTo>
                      <a:pt x="1251" y="1299"/>
                    </a:lnTo>
                    <a:cubicBezTo>
                      <a:pt x="1680" y="1382"/>
                      <a:pt x="2073" y="1561"/>
                      <a:pt x="2477" y="1703"/>
                    </a:cubicBezTo>
                    <a:cubicBezTo>
                      <a:pt x="2680" y="1763"/>
                      <a:pt x="2870" y="1870"/>
                      <a:pt x="3061" y="1965"/>
                    </a:cubicBezTo>
                    <a:lnTo>
                      <a:pt x="3632" y="2239"/>
                    </a:lnTo>
                    <a:cubicBezTo>
                      <a:pt x="4001" y="2465"/>
                      <a:pt x="4371" y="2680"/>
                      <a:pt x="4728" y="2918"/>
                    </a:cubicBezTo>
                    <a:lnTo>
                      <a:pt x="5323" y="2061"/>
                    </a:lnTo>
                    <a:cubicBezTo>
                      <a:pt x="4930" y="1811"/>
                      <a:pt x="4537" y="1561"/>
                      <a:pt x="4132" y="1334"/>
                    </a:cubicBezTo>
                    <a:lnTo>
                      <a:pt x="3501" y="1025"/>
                    </a:lnTo>
                    <a:cubicBezTo>
                      <a:pt x="3287" y="930"/>
                      <a:pt x="3085" y="811"/>
                      <a:pt x="2858" y="739"/>
                    </a:cubicBezTo>
                    <a:cubicBezTo>
                      <a:pt x="2418" y="584"/>
                      <a:pt x="1989" y="394"/>
                      <a:pt x="1537" y="299"/>
                    </a:cubicBezTo>
                    <a:lnTo>
                      <a:pt x="858" y="120"/>
                    </a:lnTo>
                    <a:cubicBezTo>
                      <a:pt x="632" y="60"/>
                      <a:pt x="394" y="37"/>
                      <a:pt x="1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7"/>
              <p:cNvSpPr/>
              <p:nvPr/>
            </p:nvSpPr>
            <p:spPr>
              <a:xfrm>
                <a:off x="3792243" y="3889853"/>
                <a:ext cx="147335" cy="84634"/>
              </a:xfrm>
              <a:custGeom>
                <a:rect b="b" l="l" r="r" t="t"/>
                <a:pathLst>
                  <a:path extrusionOk="0" h="3037" w="5287">
                    <a:moveTo>
                      <a:pt x="5096" y="1"/>
                    </a:moveTo>
                    <a:cubicBezTo>
                      <a:pt x="3263" y="346"/>
                      <a:pt x="1512" y="1108"/>
                      <a:pt x="0" y="2203"/>
                    </a:cubicBezTo>
                    <a:lnTo>
                      <a:pt x="608" y="3037"/>
                    </a:lnTo>
                    <a:cubicBezTo>
                      <a:pt x="2001" y="2037"/>
                      <a:pt x="3608" y="1334"/>
                      <a:pt x="5287" y="1013"/>
                    </a:cubicBezTo>
                    <a:lnTo>
                      <a:pt x="509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7"/>
              <p:cNvSpPr/>
              <p:nvPr/>
            </p:nvSpPr>
            <p:spPr>
              <a:xfrm>
                <a:off x="3582213" y="4024225"/>
                <a:ext cx="135074" cy="115817"/>
              </a:xfrm>
              <a:custGeom>
                <a:rect b="b" l="l" r="r" t="t"/>
                <a:pathLst>
                  <a:path extrusionOk="0" h="4156" w="4847">
                    <a:moveTo>
                      <a:pt x="4204" y="1"/>
                    </a:moveTo>
                    <a:lnTo>
                      <a:pt x="2096" y="1667"/>
                    </a:lnTo>
                    <a:lnTo>
                      <a:pt x="1" y="3346"/>
                    </a:lnTo>
                    <a:lnTo>
                      <a:pt x="644" y="4156"/>
                    </a:lnTo>
                    <a:lnTo>
                      <a:pt x="2751" y="2477"/>
                    </a:lnTo>
                    <a:lnTo>
                      <a:pt x="2763" y="2465"/>
                    </a:lnTo>
                    <a:cubicBezTo>
                      <a:pt x="2775" y="2465"/>
                      <a:pt x="2775" y="2465"/>
                      <a:pt x="2787" y="2453"/>
                    </a:cubicBezTo>
                    <a:lnTo>
                      <a:pt x="2799" y="2453"/>
                    </a:lnTo>
                    <a:cubicBezTo>
                      <a:pt x="2811" y="2441"/>
                      <a:pt x="2822" y="2418"/>
                      <a:pt x="2834" y="2406"/>
                    </a:cubicBezTo>
                    <a:lnTo>
                      <a:pt x="4846" y="810"/>
                    </a:lnTo>
                    <a:lnTo>
                      <a:pt x="42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7"/>
              <p:cNvSpPr/>
              <p:nvPr/>
            </p:nvSpPr>
            <p:spPr>
              <a:xfrm>
                <a:off x="3373186" y="4190449"/>
                <a:ext cx="135074" cy="115817"/>
              </a:xfrm>
              <a:custGeom>
                <a:rect b="b" l="l" r="r" t="t"/>
                <a:pathLst>
                  <a:path extrusionOk="0" h="4156" w="4847">
                    <a:moveTo>
                      <a:pt x="4204" y="1"/>
                    </a:moveTo>
                    <a:lnTo>
                      <a:pt x="1" y="3346"/>
                    </a:lnTo>
                    <a:lnTo>
                      <a:pt x="644" y="4156"/>
                    </a:lnTo>
                    <a:lnTo>
                      <a:pt x="4847" y="810"/>
                    </a:lnTo>
                    <a:lnTo>
                      <a:pt x="42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7"/>
              <p:cNvSpPr/>
              <p:nvPr/>
            </p:nvSpPr>
            <p:spPr>
              <a:xfrm>
                <a:off x="2954797" y="4523567"/>
                <a:ext cx="135074" cy="115817"/>
              </a:xfrm>
              <a:custGeom>
                <a:rect b="b" l="l" r="r" t="t"/>
                <a:pathLst>
                  <a:path extrusionOk="0" h="4156" w="4847">
                    <a:moveTo>
                      <a:pt x="4204" y="0"/>
                    </a:moveTo>
                    <a:lnTo>
                      <a:pt x="1" y="3334"/>
                    </a:lnTo>
                    <a:lnTo>
                      <a:pt x="644" y="4156"/>
                    </a:lnTo>
                    <a:lnTo>
                      <a:pt x="4847" y="810"/>
                    </a:lnTo>
                    <a:lnTo>
                      <a:pt x="42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7"/>
              <p:cNvSpPr/>
              <p:nvPr/>
            </p:nvSpPr>
            <p:spPr>
              <a:xfrm>
                <a:off x="2954491" y="4523567"/>
                <a:ext cx="135046" cy="115817"/>
              </a:xfrm>
              <a:custGeom>
                <a:rect b="b" l="l" r="r" t="t"/>
                <a:pathLst>
                  <a:path extrusionOk="0" h="4156" w="4846">
                    <a:moveTo>
                      <a:pt x="4203" y="0"/>
                    </a:moveTo>
                    <a:lnTo>
                      <a:pt x="0" y="3346"/>
                    </a:lnTo>
                    <a:lnTo>
                      <a:pt x="643" y="4156"/>
                    </a:lnTo>
                    <a:lnTo>
                      <a:pt x="4846" y="810"/>
                    </a:lnTo>
                    <a:lnTo>
                      <a:pt x="42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27"/>
              <p:cNvSpPr/>
              <p:nvPr/>
            </p:nvSpPr>
            <p:spPr>
              <a:xfrm>
                <a:off x="3163824" y="4357008"/>
                <a:ext cx="135074" cy="115817"/>
              </a:xfrm>
              <a:custGeom>
                <a:rect b="b" l="l" r="r" t="t"/>
                <a:pathLst>
                  <a:path extrusionOk="0" h="4156" w="4847">
                    <a:moveTo>
                      <a:pt x="4204" y="1"/>
                    </a:moveTo>
                    <a:lnTo>
                      <a:pt x="2096" y="1679"/>
                    </a:lnTo>
                    <a:lnTo>
                      <a:pt x="1" y="3346"/>
                    </a:lnTo>
                    <a:lnTo>
                      <a:pt x="644" y="4156"/>
                    </a:lnTo>
                    <a:lnTo>
                      <a:pt x="2751" y="2489"/>
                    </a:lnTo>
                    <a:lnTo>
                      <a:pt x="4847" y="810"/>
                    </a:lnTo>
                    <a:lnTo>
                      <a:pt x="42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27"/>
              <p:cNvSpPr/>
              <p:nvPr/>
            </p:nvSpPr>
            <p:spPr>
              <a:xfrm>
                <a:off x="3372851" y="4190784"/>
                <a:ext cx="135074" cy="115817"/>
              </a:xfrm>
              <a:custGeom>
                <a:rect b="b" l="l" r="r" t="t"/>
                <a:pathLst>
                  <a:path extrusionOk="0" h="4156" w="4847">
                    <a:moveTo>
                      <a:pt x="4204" y="1"/>
                    </a:moveTo>
                    <a:lnTo>
                      <a:pt x="1" y="3346"/>
                    </a:lnTo>
                    <a:lnTo>
                      <a:pt x="644" y="4156"/>
                    </a:lnTo>
                    <a:lnTo>
                      <a:pt x="4847" y="810"/>
                    </a:lnTo>
                    <a:lnTo>
                      <a:pt x="42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27"/>
              <p:cNvSpPr/>
              <p:nvPr/>
            </p:nvSpPr>
            <p:spPr>
              <a:xfrm>
                <a:off x="2346303" y="4999026"/>
                <a:ext cx="135074" cy="115817"/>
              </a:xfrm>
              <a:custGeom>
                <a:rect b="b" l="l" r="r" t="t"/>
                <a:pathLst>
                  <a:path extrusionOk="0" h="4156" w="4847">
                    <a:moveTo>
                      <a:pt x="4204" y="0"/>
                    </a:moveTo>
                    <a:lnTo>
                      <a:pt x="1" y="3346"/>
                    </a:lnTo>
                    <a:lnTo>
                      <a:pt x="644" y="4155"/>
                    </a:lnTo>
                    <a:lnTo>
                      <a:pt x="4847" y="810"/>
                    </a:lnTo>
                    <a:lnTo>
                      <a:pt x="42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7"/>
              <p:cNvSpPr/>
              <p:nvPr/>
            </p:nvSpPr>
            <p:spPr>
              <a:xfrm>
                <a:off x="2555664" y="4832468"/>
                <a:ext cx="135074" cy="115817"/>
              </a:xfrm>
              <a:custGeom>
                <a:rect b="b" l="l" r="r" t="t"/>
                <a:pathLst>
                  <a:path extrusionOk="0" h="4156" w="4847">
                    <a:moveTo>
                      <a:pt x="4204" y="0"/>
                    </a:moveTo>
                    <a:lnTo>
                      <a:pt x="2096" y="1679"/>
                    </a:lnTo>
                    <a:lnTo>
                      <a:pt x="1" y="3346"/>
                    </a:lnTo>
                    <a:lnTo>
                      <a:pt x="644" y="4155"/>
                    </a:lnTo>
                    <a:lnTo>
                      <a:pt x="2739" y="2489"/>
                    </a:lnTo>
                    <a:lnTo>
                      <a:pt x="4847" y="822"/>
                    </a:lnTo>
                    <a:lnTo>
                      <a:pt x="42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7"/>
              <p:cNvSpPr/>
              <p:nvPr/>
            </p:nvSpPr>
            <p:spPr>
              <a:xfrm>
                <a:off x="2764691" y="4666243"/>
                <a:ext cx="135074" cy="115817"/>
              </a:xfrm>
              <a:custGeom>
                <a:rect b="b" l="l" r="r" t="t"/>
                <a:pathLst>
                  <a:path extrusionOk="0" h="4156" w="4847">
                    <a:moveTo>
                      <a:pt x="4204" y="0"/>
                    </a:moveTo>
                    <a:lnTo>
                      <a:pt x="1" y="3346"/>
                    </a:lnTo>
                    <a:lnTo>
                      <a:pt x="644" y="4155"/>
                    </a:lnTo>
                    <a:lnTo>
                      <a:pt x="4846" y="810"/>
                    </a:lnTo>
                    <a:lnTo>
                      <a:pt x="42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7"/>
              <p:cNvSpPr/>
              <p:nvPr/>
            </p:nvSpPr>
            <p:spPr>
              <a:xfrm>
                <a:off x="3582213" y="4024225"/>
                <a:ext cx="135074" cy="115817"/>
              </a:xfrm>
              <a:custGeom>
                <a:rect b="b" l="l" r="r" t="t"/>
                <a:pathLst>
                  <a:path extrusionOk="0" h="4156" w="4847">
                    <a:moveTo>
                      <a:pt x="4204" y="1"/>
                    </a:moveTo>
                    <a:lnTo>
                      <a:pt x="2096" y="1667"/>
                    </a:lnTo>
                    <a:lnTo>
                      <a:pt x="1" y="3346"/>
                    </a:lnTo>
                    <a:lnTo>
                      <a:pt x="644" y="4156"/>
                    </a:lnTo>
                    <a:lnTo>
                      <a:pt x="2751" y="2477"/>
                    </a:lnTo>
                    <a:lnTo>
                      <a:pt x="2763" y="2465"/>
                    </a:lnTo>
                    <a:cubicBezTo>
                      <a:pt x="2775" y="2465"/>
                      <a:pt x="2775" y="2465"/>
                      <a:pt x="2787" y="2453"/>
                    </a:cubicBezTo>
                    <a:lnTo>
                      <a:pt x="2799" y="2453"/>
                    </a:lnTo>
                    <a:cubicBezTo>
                      <a:pt x="2811" y="2441"/>
                      <a:pt x="2822" y="2418"/>
                      <a:pt x="2834" y="2406"/>
                    </a:cubicBezTo>
                    <a:lnTo>
                      <a:pt x="4846" y="810"/>
                    </a:lnTo>
                    <a:lnTo>
                      <a:pt x="42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7"/>
              <p:cNvSpPr/>
              <p:nvPr/>
            </p:nvSpPr>
            <p:spPr>
              <a:xfrm>
                <a:off x="3792243" y="3889853"/>
                <a:ext cx="147335" cy="84634"/>
              </a:xfrm>
              <a:custGeom>
                <a:rect b="b" l="l" r="r" t="t"/>
                <a:pathLst>
                  <a:path extrusionOk="0" h="3037" w="5287">
                    <a:moveTo>
                      <a:pt x="5096" y="1"/>
                    </a:moveTo>
                    <a:cubicBezTo>
                      <a:pt x="3263" y="346"/>
                      <a:pt x="1512" y="1108"/>
                      <a:pt x="0" y="2203"/>
                    </a:cubicBezTo>
                    <a:lnTo>
                      <a:pt x="608" y="3037"/>
                    </a:lnTo>
                    <a:cubicBezTo>
                      <a:pt x="2001" y="2037"/>
                      <a:pt x="3608" y="1334"/>
                      <a:pt x="5287" y="1013"/>
                    </a:cubicBezTo>
                    <a:lnTo>
                      <a:pt x="509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7"/>
              <p:cNvSpPr/>
              <p:nvPr/>
            </p:nvSpPr>
            <p:spPr>
              <a:xfrm>
                <a:off x="4264024" y="4031192"/>
                <a:ext cx="115845" cy="135074"/>
              </a:xfrm>
              <a:custGeom>
                <a:rect b="b" l="l" r="r" t="t"/>
                <a:pathLst>
                  <a:path extrusionOk="0" h="4847" w="4157">
                    <a:moveTo>
                      <a:pt x="811" y="1"/>
                    </a:moveTo>
                    <a:lnTo>
                      <a:pt x="1" y="644"/>
                    </a:lnTo>
                    <a:lnTo>
                      <a:pt x="3347" y="4846"/>
                    </a:lnTo>
                    <a:lnTo>
                      <a:pt x="4156" y="4204"/>
                    </a:lnTo>
                    <a:lnTo>
                      <a:pt x="8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7"/>
              <p:cNvSpPr/>
              <p:nvPr/>
            </p:nvSpPr>
            <p:spPr>
              <a:xfrm>
                <a:off x="4430583" y="4240219"/>
                <a:ext cx="117824" cy="134071"/>
              </a:xfrm>
              <a:custGeom>
                <a:rect b="b" l="l" r="r" t="t"/>
                <a:pathLst>
                  <a:path extrusionOk="0" h="4811" w="4228">
                    <a:moveTo>
                      <a:pt x="811" y="1"/>
                    </a:moveTo>
                    <a:lnTo>
                      <a:pt x="1" y="644"/>
                    </a:lnTo>
                    <a:lnTo>
                      <a:pt x="1668" y="2739"/>
                    </a:lnTo>
                    <a:cubicBezTo>
                      <a:pt x="1668" y="2739"/>
                      <a:pt x="1680" y="2751"/>
                      <a:pt x="1680" y="2751"/>
                    </a:cubicBezTo>
                    <a:cubicBezTo>
                      <a:pt x="1954" y="3096"/>
                      <a:pt x="2227" y="3453"/>
                      <a:pt x="2549" y="3799"/>
                    </a:cubicBezTo>
                    <a:lnTo>
                      <a:pt x="3013" y="4323"/>
                    </a:lnTo>
                    <a:cubicBezTo>
                      <a:pt x="3168" y="4489"/>
                      <a:pt x="3347" y="4644"/>
                      <a:pt x="3513" y="4811"/>
                    </a:cubicBezTo>
                    <a:lnTo>
                      <a:pt x="4228" y="4049"/>
                    </a:lnTo>
                    <a:cubicBezTo>
                      <a:pt x="4073" y="3894"/>
                      <a:pt x="3906" y="3763"/>
                      <a:pt x="3751" y="3608"/>
                    </a:cubicBezTo>
                    <a:lnTo>
                      <a:pt x="3335" y="3120"/>
                    </a:lnTo>
                    <a:cubicBezTo>
                      <a:pt x="3049" y="2810"/>
                      <a:pt x="2763" y="2453"/>
                      <a:pt x="2489" y="2108"/>
                    </a:cubicBezTo>
                    <a:lnTo>
                      <a:pt x="8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7"/>
              <p:cNvSpPr/>
              <p:nvPr/>
            </p:nvSpPr>
            <p:spPr>
              <a:xfrm>
                <a:off x="4630330" y="4414748"/>
                <a:ext cx="151655" cy="56822"/>
              </a:xfrm>
              <a:custGeom>
                <a:rect b="b" l="l" r="r" t="t"/>
                <a:pathLst>
                  <a:path extrusionOk="0" h="2039" w="5442">
                    <a:moveTo>
                      <a:pt x="405" y="0"/>
                    </a:moveTo>
                    <a:lnTo>
                      <a:pt x="0" y="953"/>
                    </a:lnTo>
                    <a:cubicBezTo>
                      <a:pt x="1626" y="1680"/>
                      <a:pt x="3403" y="2039"/>
                      <a:pt x="5187" y="2039"/>
                    </a:cubicBezTo>
                    <a:cubicBezTo>
                      <a:pt x="5272" y="2039"/>
                      <a:pt x="5357" y="2038"/>
                      <a:pt x="5442" y="2036"/>
                    </a:cubicBezTo>
                    <a:lnTo>
                      <a:pt x="5418" y="1000"/>
                    </a:lnTo>
                    <a:cubicBezTo>
                      <a:pt x="5359" y="1001"/>
                      <a:pt x="5300" y="1002"/>
                      <a:pt x="5241" y="1002"/>
                    </a:cubicBezTo>
                    <a:cubicBezTo>
                      <a:pt x="3585" y="1002"/>
                      <a:pt x="1923" y="679"/>
                      <a:pt x="4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7"/>
              <p:cNvSpPr/>
              <p:nvPr/>
            </p:nvSpPr>
            <p:spPr>
              <a:xfrm>
                <a:off x="4891775" y="4346056"/>
                <a:ext cx="140369" cy="103556"/>
              </a:xfrm>
              <a:custGeom>
                <a:rect b="b" l="l" r="r" t="t"/>
                <a:pathLst>
                  <a:path extrusionOk="0" h="3716" w="5037">
                    <a:moveTo>
                      <a:pt x="4311" y="1"/>
                    </a:moveTo>
                    <a:cubicBezTo>
                      <a:pt x="4001" y="298"/>
                      <a:pt x="3668" y="572"/>
                      <a:pt x="3346" y="858"/>
                    </a:cubicBezTo>
                    <a:cubicBezTo>
                      <a:pt x="3001" y="1108"/>
                      <a:pt x="2656" y="1358"/>
                      <a:pt x="2299" y="1608"/>
                    </a:cubicBezTo>
                    <a:cubicBezTo>
                      <a:pt x="1929" y="1810"/>
                      <a:pt x="1560" y="2049"/>
                      <a:pt x="1179" y="2239"/>
                    </a:cubicBezTo>
                    <a:lnTo>
                      <a:pt x="596" y="2501"/>
                    </a:lnTo>
                    <a:cubicBezTo>
                      <a:pt x="394" y="2584"/>
                      <a:pt x="203" y="2680"/>
                      <a:pt x="1" y="2739"/>
                    </a:cubicBezTo>
                    <a:lnTo>
                      <a:pt x="358" y="3715"/>
                    </a:lnTo>
                    <a:cubicBezTo>
                      <a:pt x="584" y="3644"/>
                      <a:pt x="786" y="3537"/>
                      <a:pt x="1001" y="3453"/>
                    </a:cubicBezTo>
                    <a:lnTo>
                      <a:pt x="1644" y="3168"/>
                    </a:lnTo>
                    <a:cubicBezTo>
                      <a:pt x="2060" y="2953"/>
                      <a:pt x="2453" y="2703"/>
                      <a:pt x="2858" y="2477"/>
                    </a:cubicBezTo>
                    <a:cubicBezTo>
                      <a:pt x="3239" y="2215"/>
                      <a:pt x="3620" y="1941"/>
                      <a:pt x="4001" y="1668"/>
                    </a:cubicBezTo>
                    <a:cubicBezTo>
                      <a:pt x="4346" y="1358"/>
                      <a:pt x="4704" y="1060"/>
                      <a:pt x="5037" y="739"/>
                    </a:cubicBezTo>
                    <a:lnTo>
                      <a:pt x="431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7"/>
              <p:cNvSpPr/>
              <p:nvPr/>
            </p:nvSpPr>
            <p:spPr>
              <a:xfrm>
                <a:off x="5076920" y="4116464"/>
                <a:ext cx="63064" cy="150986"/>
              </a:xfrm>
              <a:custGeom>
                <a:rect b="b" l="l" r="r" t="t"/>
                <a:pathLst>
                  <a:path extrusionOk="0" h="5418" w="2263">
                    <a:moveTo>
                      <a:pt x="1215" y="1"/>
                    </a:moveTo>
                    <a:cubicBezTo>
                      <a:pt x="1167" y="1715"/>
                      <a:pt x="750" y="3418"/>
                      <a:pt x="0" y="4965"/>
                    </a:cubicBezTo>
                    <a:lnTo>
                      <a:pt x="941" y="5418"/>
                    </a:lnTo>
                    <a:cubicBezTo>
                      <a:pt x="1751" y="3739"/>
                      <a:pt x="2203" y="1894"/>
                      <a:pt x="2262" y="24"/>
                    </a:cubicBezTo>
                    <a:lnTo>
                      <a:pt x="121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7"/>
              <p:cNvSpPr/>
              <p:nvPr/>
            </p:nvSpPr>
            <p:spPr>
              <a:xfrm>
                <a:off x="4857276" y="3653293"/>
                <a:ext cx="115483" cy="135408"/>
              </a:xfrm>
              <a:custGeom>
                <a:rect b="b" l="l" r="r" t="t"/>
                <a:pathLst>
                  <a:path extrusionOk="0" h="4859" w="4144">
                    <a:moveTo>
                      <a:pt x="810" y="0"/>
                    </a:moveTo>
                    <a:lnTo>
                      <a:pt x="0" y="643"/>
                    </a:lnTo>
                    <a:lnTo>
                      <a:pt x="3334" y="4858"/>
                    </a:lnTo>
                    <a:lnTo>
                      <a:pt x="4144" y="4215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27"/>
              <p:cNvSpPr/>
              <p:nvPr/>
            </p:nvSpPr>
            <p:spPr>
              <a:xfrm>
                <a:off x="4691052" y="3443932"/>
                <a:ext cx="115817" cy="135408"/>
              </a:xfrm>
              <a:custGeom>
                <a:rect b="b" l="l" r="r" t="t"/>
                <a:pathLst>
                  <a:path extrusionOk="0" h="4859" w="4156">
                    <a:moveTo>
                      <a:pt x="822" y="1"/>
                    </a:moveTo>
                    <a:lnTo>
                      <a:pt x="0" y="644"/>
                    </a:lnTo>
                    <a:lnTo>
                      <a:pt x="1667" y="2751"/>
                    </a:lnTo>
                    <a:lnTo>
                      <a:pt x="3346" y="4858"/>
                    </a:lnTo>
                    <a:lnTo>
                      <a:pt x="4156" y="4215"/>
                    </a:lnTo>
                    <a:lnTo>
                      <a:pt x="2489" y="2108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7"/>
              <p:cNvSpPr/>
              <p:nvPr/>
            </p:nvSpPr>
            <p:spPr>
              <a:xfrm>
                <a:off x="4524828" y="3234570"/>
                <a:ext cx="115817" cy="135074"/>
              </a:xfrm>
              <a:custGeom>
                <a:rect b="b" l="l" r="r" t="t"/>
                <a:pathLst>
                  <a:path extrusionOk="0" h="4847" w="4156">
                    <a:moveTo>
                      <a:pt x="822" y="1"/>
                    </a:moveTo>
                    <a:lnTo>
                      <a:pt x="0" y="644"/>
                    </a:lnTo>
                    <a:lnTo>
                      <a:pt x="3346" y="4847"/>
                    </a:lnTo>
                    <a:lnTo>
                      <a:pt x="4156" y="4204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7"/>
              <p:cNvSpPr/>
              <p:nvPr/>
            </p:nvSpPr>
            <p:spPr>
              <a:xfrm>
                <a:off x="4358938" y="3024902"/>
                <a:ext cx="115817" cy="135380"/>
              </a:xfrm>
              <a:custGeom>
                <a:rect b="b" l="l" r="r" t="t"/>
                <a:pathLst>
                  <a:path extrusionOk="0" h="4858" w="4156">
                    <a:moveTo>
                      <a:pt x="810" y="0"/>
                    </a:moveTo>
                    <a:lnTo>
                      <a:pt x="0" y="655"/>
                    </a:lnTo>
                    <a:lnTo>
                      <a:pt x="1667" y="2750"/>
                    </a:lnTo>
                    <a:lnTo>
                      <a:pt x="3334" y="4858"/>
                    </a:lnTo>
                    <a:lnTo>
                      <a:pt x="4155" y="4215"/>
                    </a:lnTo>
                    <a:lnTo>
                      <a:pt x="2489" y="2107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27"/>
              <p:cNvSpPr/>
              <p:nvPr/>
            </p:nvSpPr>
            <p:spPr>
              <a:xfrm>
                <a:off x="4193355" y="2815540"/>
                <a:ext cx="115176" cy="135380"/>
              </a:xfrm>
              <a:custGeom>
                <a:rect b="b" l="l" r="r" t="t"/>
                <a:pathLst>
                  <a:path extrusionOk="0" h="4858" w="4133">
                    <a:moveTo>
                      <a:pt x="858" y="0"/>
                    </a:moveTo>
                    <a:lnTo>
                      <a:pt x="1" y="584"/>
                    </a:lnTo>
                    <a:lnTo>
                      <a:pt x="406" y="1143"/>
                    </a:lnTo>
                    <a:cubicBezTo>
                      <a:pt x="537" y="1346"/>
                      <a:pt x="680" y="1524"/>
                      <a:pt x="822" y="1703"/>
                    </a:cubicBezTo>
                    <a:lnTo>
                      <a:pt x="1656" y="2751"/>
                    </a:lnTo>
                    <a:lnTo>
                      <a:pt x="3323" y="4858"/>
                    </a:lnTo>
                    <a:lnTo>
                      <a:pt x="4132" y="4215"/>
                    </a:lnTo>
                    <a:lnTo>
                      <a:pt x="2466" y="2108"/>
                    </a:lnTo>
                    <a:lnTo>
                      <a:pt x="1632" y="1060"/>
                    </a:lnTo>
                    <a:cubicBezTo>
                      <a:pt x="1489" y="881"/>
                      <a:pt x="1358" y="703"/>
                      <a:pt x="1239" y="524"/>
                    </a:cubicBezTo>
                    <a:lnTo>
                      <a:pt x="85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27"/>
              <p:cNvSpPr/>
              <p:nvPr/>
            </p:nvSpPr>
            <p:spPr>
              <a:xfrm>
                <a:off x="4179421" y="2336096"/>
                <a:ext cx="120471" cy="129445"/>
              </a:xfrm>
              <a:custGeom>
                <a:rect b="b" l="l" r="r" t="t"/>
                <a:pathLst>
                  <a:path extrusionOk="0" h="4645" w="4323">
                    <a:moveTo>
                      <a:pt x="3716" y="1"/>
                    </a:moveTo>
                    <a:cubicBezTo>
                      <a:pt x="2204" y="1096"/>
                      <a:pt x="930" y="2513"/>
                      <a:pt x="1" y="4132"/>
                    </a:cubicBezTo>
                    <a:lnTo>
                      <a:pt x="906" y="4644"/>
                    </a:lnTo>
                    <a:cubicBezTo>
                      <a:pt x="1751" y="3144"/>
                      <a:pt x="2930" y="1846"/>
                      <a:pt x="4323" y="834"/>
                    </a:cubicBezTo>
                    <a:lnTo>
                      <a:pt x="371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27"/>
              <p:cNvSpPr/>
              <p:nvPr/>
            </p:nvSpPr>
            <p:spPr>
              <a:xfrm>
                <a:off x="4391765" y="2266680"/>
                <a:ext cx="154330" cy="42916"/>
              </a:xfrm>
              <a:custGeom>
                <a:rect b="b" l="l" r="r" t="t"/>
                <a:pathLst>
                  <a:path extrusionOk="0" h="1540" w="5538">
                    <a:moveTo>
                      <a:pt x="3945" y="1"/>
                    </a:moveTo>
                    <a:cubicBezTo>
                      <a:pt x="3547" y="1"/>
                      <a:pt x="3149" y="27"/>
                      <a:pt x="2751" y="27"/>
                    </a:cubicBezTo>
                    <a:cubicBezTo>
                      <a:pt x="2287" y="87"/>
                      <a:pt x="1823" y="134"/>
                      <a:pt x="1358" y="218"/>
                    </a:cubicBezTo>
                    <a:lnTo>
                      <a:pt x="680" y="372"/>
                    </a:lnTo>
                    <a:cubicBezTo>
                      <a:pt x="453" y="420"/>
                      <a:pt x="227" y="468"/>
                      <a:pt x="1" y="551"/>
                    </a:cubicBezTo>
                    <a:lnTo>
                      <a:pt x="299" y="1539"/>
                    </a:lnTo>
                    <a:cubicBezTo>
                      <a:pt x="501" y="1468"/>
                      <a:pt x="715" y="1432"/>
                      <a:pt x="930" y="1373"/>
                    </a:cubicBezTo>
                    <a:lnTo>
                      <a:pt x="1549" y="1230"/>
                    </a:lnTo>
                    <a:cubicBezTo>
                      <a:pt x="1977" y="1158"/>
                      <a:pt x="2406" y="1123"/>
                      <a:pt x="2823" y="1063"/>
                    </a:cubicBezTo>
                    <a:cubicBezTo>
                      <a:pt x="3190" y="1063"/>
                      <a:pt x="3566" y="1037"/>
                      <a:pt x="3929" y="1037"/>
                    </a:cubicBezTo>
                    <a:cubicBezTo>
                      <a:pt x="3989" y="1037"/>
                      <a:pt x="4049" y="1037"/>
                      <a:pt x="4109" y="1039"/>
                    </a:cubicBezTo>
                    <a:lnTo>
                      <a:pt x="4751" y="1087"/>
                    </a:lnTo>
                    <a:lnTo>
                      <a:pt x="5073" y="1111"/>
                    </a:lnTo>
                    <a:cubicBezTo>
                      <a:pt x="5180" y="1123"/>
                      <a:pt x="5287" y="1134"/>
                      <a:pt x="5394" y="1158"/>
                    </a:cubicBezTo>
                    <a:lnTo>
                      <a:pt x="5537" y="134"/>
                    </a:lnTo>
                    <a:cubicBezTo>
                      <a:pt x="5418" y="111"/>
                      <a:pt x="5311" y="87"/>
                      <a:pt x="5192" y="75"/>
                    </a:cubicBezTo>
                    <a:lnTo>
                      <a:pt x="4847" y="51"/>
                    </a:lnTo>
                    <a:lnTo>
                      <a:pt x="4144" y="3"/>
                    </a:lnTo>
                    <a:cubicBezTo>
                      <a:pt x="4078" y="2"/>
                      <a:pt x="4012" y="1"/>
                      <a:pt x="39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27"/>
              <p:cNvSpPr/>
              <p:nvPr/>
            </p:nvSpPr>
            <p:spPr>
              <a:xfrm>
                <a:off x="4132327" y="2565688"/>
                <a:ext cx="39516" cy="154665"/>
              </a:xfrm>
              <a:custGeom>
                <a:rect b="b" l="l" r="r" t="t"/>
                <a:pathLst>
                  <a:path extrusionOk="0" h="5550" w="1418">
                    <a:moveTo>
                      <a:pt x="215" y="1"/>
                    </a:moveTo>
                    <a:lnTo>
                      <a:pt x="107" y="691"/>
                    </a:lnTo>
                    <a:cubicBezTo>
                      <a:pt x="60" y="930"/>
                      <a:pt x="60" y="1156"/>
                      <a:pt x="48" y="1394"/>
                    </a:cubicBezTo>
                    <a:lnTo>
                      <a:pt x="0" y="2084"/>
                    </a:lnTo>
                    <a:lnTo>
                      <a:pt x="24" y="2787"/>
                    </a:lnTo>
                    <a:cubicBezTo>
                      <a:pt x="36" y="3025"/>
                      <a:pt x="24" y="3251"/>
                      <a:pt x="60" y="3489"/>
                    </a:cubicBezTo>
                    <a:lnTo>
                      <a:pt x="143" y="4180"/>
                    </a:lnTo>
                    <a:cubicBezTo>
                      <a:pt x="179" y="4644"/>
                      <a:pt x="322" y="5097"/>
                      <a:pt x="405" y="5549"/>
                    </a:cubicBezTo>
                    <a:lnTo>
                      <a:pt x="1417" y="5299"/>
                    </a:lnTo>
                    <a:cubicBezTo>
                      <a:pt x="1334" y="4871"/>
                      <a:pt x="1203" y="4466"/>
                      <a:pt x="1167" y="4037"/>
                    </a:cubicBezTo>
                    <a:lnTo>
                      <a:pt x="1084" y="3394"/>
                    </a:lnTo>
                    <a:cubicBezTo>
                      <a:pt x="1048" y="3180"/>
                      <a:pt x="1072" y="2966"/>
                      <a:pt x="1060" y="2751"/>
                    </a:cubicBezTo>
                    <a:lnTo>
                      <a:pt x="1036" y="2108"/>
                    </a:lnTo>
                    <a:lnTo>
                      <a:pt x="1072" y="1465"/>
                    </a:lnTo>
                    <a:cubicBezTo>
                      <a:pt x="1096" y="1251"/>
                      <a:pt x="1096" y="1037"/>
                      <a:pt x="1131" y="822"/>
                    </a:cubicBezTo>
                    <a:lnTo>
                      <a:pt x="1238" y="191"/>
                    </a:lnTo>
                    <a:lnTo>
                      <a:pt x="21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7"/>
              <p:cNvSpPr/>
              <p:nvPr/>
            </p:nvSpPr>
            <p:spPr>
              <a:xfrm>
                <a:off x="4649252" y="2306919"/>
                <a:ext cx="132398" cy="116152"/>
              </a:xfrm>
              <a:custGeom>
                <a:rect b="b" l="l" r="r" t="t"/>
                <a:pathLst>
                  <a:path extrusionOk="0" h="4168" w="4751">
                    <a:moveTo>
                      <a:pt x="464" y="0"/>
                    </a:moveTo>
                    <a:lnTo>
                      <a:pt x="0" y="929"/>
                    </a:lnTo>
                    <a:cubicBezTo>
                      <a:pt x="1524" y="1703"/>
                      <a:pt x="2881" y="2810"/>
                      <a:pt x="3941" y="4167"/>
                    </a:cubicBezTo>
                    <a:lnTo>
                      <a:pt x="4751" y="3524"/>
                    </a:lnTo>
                    <a:cubicBezTo>
                      <a:pt x="3608" y="2060"/>
                      <a:pt x="2131" y="845"/>
                      <a:pt x="4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7"/>
              <p:cNvSpPr/>
              <p:nvPr/>
            </p:nvSpPr>
            <p:spPr>
              <a:xfrm>
                <a:off x="4832391" y="2497360"/>
                <a:ext cx="115817" cy="135074"/>
              </a:xfrm>
              <a:custGeom>
                <a:rect b="b" l="l" r="r" t="t"/>
                <a:pathLst>
                  <a:path extrusionOk="0" h="4847" w="4156">
                    <a:moveTo>
                      <a:pt x="810" y="0"/>
                    </a:moveTo>
                    <a:lnTo>
                      <a:pt x="0" y="643"/>
                    </a:lnTo>
                    <a:lnTo>
                      <a:pt x="1643" y="2703"/>
                    </a:lnTo>
                    <a:cubicBezTo>
                      <a:pt x="1643" y="2727"/>
                      <a:pt x="1655" y="2739"/>
                      <a:pt x="1667" y="2751"/>
                    </a:cubicBezTo>
                    <a:cubicBezTo>
                      <a:pt x="1679" y="2762"/>
                      <a:pt x="1691" y="2774"/>
                      <a:pt x="1703" y="2774"/>
                    </a:cubicBezTo>
                    <a:lnTo>
                      <a:pt x="3346" y="4846"/>
                    </a:lnTo>
                    <a:lnTo>
                      <a:pt x="4156" y="4203"/>
                    </a:lnTo>
                    <a:lnTo>
                      <a:pt x="2489" y="2096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27"/>
              <p:cNvSpPr/>
              <p:nvPr/>
            </p:nvSpPr>
            <p:spPr>
              <a:xfrm>
                <a:off x="4998615" y="2706721"/>
                <a:ext cx="115817" cy="135046"/>
              </a:xfrm>
              <a:custGeom>
                <a:rect b="b" l="l" r="r" t="t"/>
                <a:pathLst>
                  <a:path extrusionOk="0" h="4846" w="4156">
                    <a:moveTo>
                      <a:pt x="810" y="0"/>
                    </a:moveTo>
                    <a:lnTo>
                      <a:pt x="0" y="643"/>
                    </a:lnTo>
                    <a:lnTo>
                      <a:pt x="3346" y="4846"/>
                    </a:lnTo>
                    <a:lnTo>
                      <a:pt x="4156" y="4203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27"/>
              <p:cNvSpPr/>
              <p:nvPr/>
            </p:nvSpPr>
            <p:spPr>
              <a:xfrm>
                <a:off x="5165174" y="2915414"/>
                <a:ext cx="115817" cy="135380"/>
              </a:xfrm>
              <a:custGeom>
                <a:rect b="b" l="l" r="r" t="t"/>
                <a:pathLst>
                  <a:path extrusionOk="0" h="4858" w="4156">
                    <a:moveTo>
                      <a:pt x="810" y="0"/>
                    </a:moveTo>
                    <a:lnTo>
                      <a:pt x="0" y="655"/>
                    </a:lnTo>
                    <a:lnTo>
                      <a:pt x="1679" y="2750"/>
                    </a:lnTo>
                    <a:lnTo>
                      <a:pt x="3346" y="4858"/>
                    </a:lnTo>
                    <a:lnTo>
                      <a:pt x="4156" y="4215"/>
                    </a:lnTo>
                    <a:lnTo>
                      <a:pt x="2489" y="2107"/>
                    </a:lnTo>
                    <a:cubicBezTo>
                      <a:pt x="2489" y="2107"/>
                      <a:pt x="2489" y="2107"/>
                      <a:pt x="2477" y="2096"/>
                    </a:cubicBez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27"/>
              <p:cNvSpPr/>
              <p:nvPr/>
            </p:nvSpPr>
            <p:spPr>
              <a:xfrm>
                <a:off x="4470404" y="2296302"/>
                <a:ext cx="28" cy="0"/>
              </a:xfrm>
              <a:custGeom>
                <a:rect b="b" l="l" r="r" t="t"/>
                <a:pathLst>
                  <a:path extrusionOk="0" h="120000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27"/>
              <p:cNvSpPr/>
              <p:nvPr/>
            </p:nvSpPr>
            <p:spPr>
              <a:xfrm>
                <a:off x="4470404" y="2296302"/>
                <a:ext cx="28" cy="0"/>
              </a:xfrm>
              <a:custGeom>
                <a:rect b="b" l="l" r="r" t="t"/>
                <a:pathLst>
                  <a:path extrusionOk="0" fill="none" h="120000" w="1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27"/>
              <p:cNvSpPr/>
              <p:nvPr/>
            </p:nvSpPr>
            <p:spPr>
              <a:xfrm>
                <a:off x="5331398" y="3124748"/>
                <a:ext cx="115817" cy="135408"/>
              </a:xfrm>
              <a:custGeom>
                <a:rect b="b" l="l" r="r" t="t"/>
                <a:pathLst>
                  <a:path extrusionOk="0" h="4859" w="4156">
                    <a:moveTo>
                      <a:pt x="810" y="1"/>
                    </a:moveTo>
                    <a:lnTo>
                      <a:pt x="0" y="656"/>
                    </a:lnTo>
                    <a:lnTo>
                      <a:pt x="3346" y="4859"/>
                    </a:lnTo>
                    <a:lnTo>
                      <a:pt x="4156" y="4204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27"/>
              <p:cNvSpPr/>
              <p:nvPr/>
            </p:nvSpPr>
            <p:spPr>
              <a:xfrm>
                <a:off x="5684411" y="3523574"/>
                <a:ext cx="149676" cy="74685"/>
              </a:xfrm>
              <a:custGeom>
                <a:rect b="b" l="l" r="r" t="t"/>
                <a:pathLst>
                  <a:path extrusionOk="0" h="2680" w="5371">
                    <a:moveTo>
                      <a:pt x="536" y="0"/>
                    </a:moveTo>
                    <a:lnTo>
                      <a:pt x="1" y="893"/>
                    </a:lnTo>
                    <a:cubicBezTo>
                      <a:pt x="1596" y="1846"/>
                      <a:pt x="3394" y="2465"/>
                      <a:pt x="5251" y="2679"/>
                    </a:cubicBezTo>
                    <a:lnTo>
                      <a:pt x="5370" y="1655"/>
                    </a:lnTo>
                    <a:cubicBezTo>
                      <a:pt x="3656" y="1453"/>
                      <a:pt x="2001" y="881"/>
                      <a:pt x="5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27"/>
              <p:cNvSpPr/>
              <p:nvPr/>
            </p:nvSpPr>
            <p:spPr>
              <a:xfrm>
                <a:off x="6157224" y="3295960"/>
                <a:ext cx="89260" cy="146360"/>
              </a:xfrm>
              <a:custGeom>
                <a:rect b="b" l="l" r="r" t="t"/>
                <a:pathLst>
                  <a:path extrusionOk="0" h="5252" w="3203">
                    <a:moveTo>
                      <a:pt x="2203" y="0"/>
                    </a:moveTo>
                    <a:cubicBezTo>
                      <a:pt x="1810" y="1679"/>
                      <a:pt x="1060" y="3263"/>
                      <a:pt x="0" y="4620"/>
                    </a:cubicBezTo>
                    <a:lnTo>
                      <a:pt x="822" y="5251"/>
                    </a:lnTo>
                    <a:cubicBezTo>
                      <a:pt x="1965" y="3775"/>
                      <a:pt x="2786" y="2048"/>
                      <a:pt x="3203" y="239"/>
                    </a:cubicBezTo>
                    <a:lnTo>
                      <a:pt x="22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27"/>
              <p:cNvSpPr/>
              <p:nvPr/>
            </p:nvSpPr>
            <p:spPr>
              <a:xfrm>
                <a:off x="6180436" y="3034181"/>
                <a:ext cx="73682" cy="150011"/>
              </a:xfrm>
              <a:custGeom>
                <a:rect b="b" l="l" r="r" t="t"/>
                <a:pathLst>
                  <a:path extrusionOk="0" h="5383" w="2644">
                    <a:moveTo>
                      <a:pt x="882" y="0"/>
                    </a:moveTo>
                    <a:lnTo>
                      <a:pt x="0" y="536"/>
                    </a:lnTo>
                    <a:lnTo>
                      <a:pt x="322" y="1096"/>
                    </a:lnTo>
                    <a:cubicBezTo>
                      <a:pt x="429" y="1274"/>
                      <a:pt x="501" y="1489"/>
                      <a:pt x="596" y="1679"/>
                    </a:cubicBezTo>
                    <a:lnTo>
                      <a:pt x="858" y="2263"/>
                    </a:lnTo>
                    <a:cubicBezTo>
                      <a:pt x="929" y="2465"/>
                      <a:pt x="989" y="2667"/>
                      <a:pt x="1060" y="2870"/>
                    </a:cubicBezTo>
                    <a:cubicBezTo>
                      <a:pt x="1132" y="3072"/>
                      <a:pt x="1203" y="3275"/>
                      <a:pt x="1263" y="3489"/>
                    </a:cubicBezTo>
                    <a:lnTo>
                      <a:pt x="1405" y="4108"/>
                    </a:lnTo>
                    <a:cubicBezTo>
                      <a:pt x="1513" y="4525"/>
                      <a:pt x="1560" y="4953"/>
                      <a:pt x="1608" y="5382"/>
                    </a:cubicBezTo>
                    <a:lnTo>
                      <a:pt x="2644" y="5275"/>
                    </a:lnTo>
                    <a:cubicBezTo>
                      <a:pt x="2584" y="4811"/>
                      <a:pt x="2537" y="4346"/>
                      <a:pt x="2417" y="3894"/>
                    </a:cubicBezTo>
                    <a:lnTo>
                      <a:pt x="2263" y="3215"/>
                    </a:lnTo>
                    <a:cubicBezTo>
                      <a:pt x="2203" y="2989"/>
                      <a:pt x="2120" y="2763"/>
                      <a:pt x="2048" y="2548"/>
                    </a:cubicBezTo>
                    <a:cubicBezTo>
                      <a:pt x="1977" y="2322"/>
                      <a:pt x="1905" y="2096"/>
                      <a:pt x="1822" y="1882"/>
                    </a:cubicBezTo>
                    <a:lnTo>
                      <a:pt x="1536" y="1239"/>
                    </a:lnTo>
                    <a:cubicBezTo>
                      <a:pt x="1429" y="1036"/>
                      <a:pt x="1358" y="810"/>
                      <a:pt x="1239" y="608"/>
                    </a:cubicBezTo>
                    <a:lnTo>
                      <a:pt x="8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27"/>
              <p:cNvSpPr/>
              <p:nvPr/>
            </p:nvSpPr>
            <p:spPr>
              <a:xfrm>
                <a:off x="6017863" y="2821169"/>
                <a:ext cx="115817" cy="135074"/>
              </a:xfrm>
              <a:custGeom>
                <a:rect b="b" l="l" r="r" t="t"/>
                <a:pathLst>
                  <a:path extrusionOk="0" h="4847" w="4156">
                    <a:moveTo>
                      <a:pt x="810" y="1"/>
                    </a:moveTo>
                    <a:lnTo>
                      <a:pt x="0" y="644"/>
                    </a:lnTo>
                    <a:lnTo>
                      <a:pt x="3346" y="4846"/>
                    </a:lnTo>
                    <a:lnTo>
                      <a:pt x="4156" y="4204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27"/>
              <p:cNvSpPr/>
              <p:nvPr/>
            </p:nvSpPr>
            <p:spPr>
              <a:xfrm>
                <a:off x="5685415" y="2403115"/>
                <a:ext cx="115817" cy="135074"/>
              </a:xfrm>
              <a:custGeom>
                <a:rect b="b" l="l" r="r" t="t"/>
                <a:pathLst>
                  <a:path extrusionOk="0" h="4847" w="4156">
                    <a:moveTo>
                      <a:pt x="810" y="1"/>
                    </a:moveTo>
                    <a:lnTo>
                      <a:pt x="0" y="644"/>
                    </a:lnTo>
                    <a:lnTo>
                      <a:pt x="3334" y="4847"/>
                    </a:lnTo>
                    <a:lnTo>
                      <a:pt x="4156" y="4204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27"/>
              <p:cNvSpPr/>
              <p:nvPr/>
            </p:nvSpPr>
            <p:spPr>
              <a:xfrm>
                <a:off x="5352298" y="1984419"/>
                <a:ext cx="115817" cy="135380"/>
              </a:xfrm>
              <a:custGeom>
                <a:rect b="b" l="l" r="r" t="t"/>
                <a:pathLst>
                  <a:path extrusionOk="0" h="4858" w="4156">
                    <a:moveTo>
                      <a:pt x="810" y="0"/>
                    </a:moveTo>
                    <a:lnTo>
                      <a:pt x="0" y="655"/>
                    </a:lnTo>
                    <a:lnTo>
                      <a:pt x="3346" y="4858"/>
                    </a:lnTo>
                    <a:lnTo>
                      <a:pt x="4156" y="4203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27"/>
              <p:cNvSpPr/>
              <p:nvPr/>
            </p:nvSpPr>
            <p:spPr>
              <a:xfrm>
                <a:off x="6013544" y="3539152"/>
                <a:ext cx="28" cy="362"/>
              </a:xfrm>
              <a:custGeom>
                <a:rect b="b" l="l" r="r" t="t"/>
                <a:pathLst>
                  <a:path extrusionOk="0" h="13" w="1">
                    <a:moveTo>
                      <a:pt x="1" y="1"/>
                    </a:moveTo>
                    <a:lnTo>
                      <a:pt x="1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27"/>
              <p:cNvSpPr/>
              <p:nvPr/>
            </p:nvSpPr>
            <p:spPr>
              <a:xfrm>
                <a:off x="5211962" y="2992047"/>
                <a:ext cx="28" cy="28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27"/>
              <p:cNvSpPr/>
              <p:nvPr/>
            </p:nvSpPr>
            <p:spPr>
              <a:xfrm>
                <a:off x="6025833" y="3565709"/>
                <a:ext cx="1003" cy="1672"/>
              </a:xfrm>
              <a:custGeom>
                <a:rect b="b" l="l" r="r" t="t"/>
                <a:pathLst>
                  <a:path extrusionOk="0" h="60" w="36">
                    <a:moveTo>
                      <a:pt x="36" y="6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27"/>
              <p:cNvSpPr/>
              <p:nvPr/>
            </p:nvSpPr>
            <p:spPr>
              <a:xfrm>
                <a:off x="5945856" y="3502340"/>
                <a:ext cx="146695" cy="88619"/>
              </a:xfrm>
              <a:custGeom>
                <a:rect b="b" l="l" r="r" t="t"/>
                <a:pathLst>
                  <a:path extrusionOk="0" h="3180" w="5264">
                    <a:moveTo>
                      <a:pt x="4632" y="0"/>
                    </a:moveTo>
                    <a:cubicBezTo>
                      <a:pt x="3942" y="524"/>
                      <a:pt x="3215" y="976"/>
                      <a:pt x="2430" y="1334"/>
                    </a:cubicBezTo>
                    <a:cubicBezTo>
                      <a:pt x="2037" y="1512"/>
                      <a:pt x="1656" y="1703"/>
                      <a:pt x="1239" y="1822"/>
                    </a:cubicBezTo>
                    <a:lnTo>
                      <a:pt x="632" y="2024"/>
                    </a:lnTo>
                    <a:cubicBezTo>
                      <a:pt x="429" y="2084"/>
                      <a:pt x="215" y="2119"/>
                      <a:pt x="1" y="2179"/>
                    </a:cubicBezTo>
                    <a:lnTo>
                      <a:pt x="239" y="3179"/>
                    </a:lnTo>
                    <a:cubicBezTo>
                      <a:pt x="465" y="3131"/>
                      <a:pt x="691" y="3084"/>
                      <a:pt x="918" y="3024"/>
                    </a:cubicBezTo>
                    <a:lnTo>
                      <a:pt x="1584" y="2798"/>
                    </a:lnTo>
                    <a:cubicBezTo>
                      <a:pt x="2025" y="2667"/>
                      <a:pt x="2453" y="2465"/>
                      <a:pt x="2870" y="2274"/>
                    </a:cubicBezTo>
                    <a:cubicBezTo>
                      <a:pt x="3716" y="1881"/>
                      <a:pt x="4513" y="1393"/>
                      <a:pt x="5263" y="834"/>
                    </a:cubicBezTo>
                    <a:lnTo>
                      <a:pt x="46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27"/>
              <p:cNvSpPr/>
              <p:nvPr/>
            </p:nvSpPr>
            <p:spPr>
              <a:xfrm>
                <a:off x="5851304" y="2612142"/>
                <a:ext cx="116152" cy="135408"/>
              </a:xfrm>
              <a:custGeom>
                <a:rect b="b" l="l" r="r" t="t"/>
                <a:pathLst>
                  <a:path extrusionOk="0" h="4859" w="4168">
                    <a:moveTo>
                      <a:pt x="822" y="1"/>
                    </a:moveTo>
                    <a:lnTo>
                      <a:pt x="0" y="656"/>
                    </a:lnTo>
                    <a:lnTo>
                      <a:pt x="1679" y="2751"/>
                    </a:lnTo>
                    <a:lnTo>
                      <a:pt x="3346" y="4858"/>
                    </a:lnTo>
                    <a:lnTo>
                      <a:pt x="4168" y="4204"/>
                    </a:lnTo>
                    <a:lnTo>
                      <a:pt x="2489" y="2108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27"/>
              <p:cNvSpPr/>
              <p:nvPr/>
            </p:nvSpPr>
            <p:spPr>
              <a:xfrm>
                <a:off x="5518522" y="2193753"/>
                <a:ext cx="115817" cy="135408"/>
              </a:xfrm>
              <a:custGeom>
                <a:rect b="b" l="l" r="r" t="t"/>
                <a:pathLst>
                  <a:path extrusionOk="0" h="4859" w="4156">
                    <a:moveTo>
                      <a:pt x="810" y="1"/>
                    </a:moveTo>
                    <a:lnTo>
                      <a:pt x="1" y="656"/>
                    </a:lnTo>
                    <a:lnTo>
                      <a:pt x="1667" y="2739"/>
                    </a:lnTo>
                    <a:cubicBezTo>
                      <a:pt x="1667" y="2751"/>
                      <a:pt x="1667" y="2751"/>
                      <a:pt x="1667" y="2751"/>
                    </a:cubicBezTo>
                    <a:cubicBezTo>
                      <a:pt x="1679" y="2763"/>
                      <a:pt x="1679" y="2763"/>
                      <a:pt x="1691" y="2775"/>
                    </a:cubicBezTo>
                    <a:lnTo>
                      <a:pt x="3346" y="4859"/>
                    </a:lnTo>
                    <a:lnTo>
                      <a:pt x="4156" y="4216"/>
                    </a:lnTo>
                    <a:lnTo>
                      <a:pt x="2489" y="2108"/>
                    </a:ln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27"/>
              <p:cNvSpPr/>
              <p:nvPr/>
            </p:nvSpPr>
            <p:spPr>
              <a:xfrm>
                <a:off x="5498291" y="3333775"/>
                <a:ext cx="115817" cy="135408"/>
              </a:xfrm>
              <a:custGeom>
                <a:rect b="b" l="l" r="r" t="t"/>
                <a:pathLst>
                  <a:path extrusionOk="0" h="4859" w="4156">
                    <a:moveTo>
                      <a:pt x="810" y="1"/>
                    </a:moveTo>
                    <a:lnTo>
                      <a:pt x="0" y="656"/>
                    </a:lnTo>
                    <a:lnTo>
                      <a:pt x="1667" y="2751"/>
                    </a:lnTo>
                    <a:cubicBezTo>
                      <a:pt x="2239" y="3454"/>
                      <a:pt x="2762" y="4156"/>
                      <a:pt x="3358" y="4859"/>
                    </a:cubicBezTo>
                    <a:lnTo>
                      <a:pt x="4156" y="4192"/>
                    </a:lnTo>
                    <a:cubicBezTo>
                      <a:pt x="3596" y="3525"/>
                      <a:pt x="3036" y="2799"/>
                      <a:pt x="2477" y="2108"/>
                    </a:cubicBezTo>
                    <a:lnTo>
                      <a:pt x="8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27"/>
              <p:cNvSpPr/>
              <p:nvPr/>
            </p:nvSpPr>
            <p:spPr>
              <a:xfrm>
                <a:off x="5567288" y="3391180"/>
                <a:ext cx="1700" cy="1366"/>
              </a:xfrm>
              <a:custGeom>
                <a:rect b="b" l="l" r="r" t="t"/>
                <a:pathLst>
                  <a:path extrusionOk="0" h="49" w="61">
                    <a:moveTo>
                      <a:pt x="60" y="1"/>
                    </a:moveTo>
                    <a:lnTo>
                      <a:pt x="1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27"/>
              <p:cNvSpPr/>
              <p:nvPr/>
            </p:nvSpPr>
            <p:spPr>
              <a:xfrm>
                <a:off x="6713608" y="1785006"/>
                <a:ext cx="135408" cy="115817"/>
              </a:xfrm>
              <a:custGeom>
                <a:rect b="b" l="l" r="r" t="t"/>
                <a:pathLst>
                  <a:path extrusionOk="0" h="4156" w="4859">
                    <a:moveTo>
                      <a:pt x="4204" y="1"/>
                    </a:moveTo>
                    <a:lnTo>
                      <a:pt x="2108" y="1667"/>
                    </a:lnTo>
                    <a:lnTo>
                      <a:pt x="1" y="3346"/>
                    </a:lnTo>
                    <a:lnTo>
                      <a:pt x="644" y="4156"/>
                    </a:lnTo>
                    <a:lnTo>
                      <a:pt x="2751" y="2477"/>
                    </a:lnTo>
                    <a:lnTo>
                      <a:pt x="4859" y="810"/>
                    </a:lnTo>
                    <a:lnTo>
                      <a:pt x="42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27"/>
              <p:cNvSpPr/>
              <p:nvPr/>
            </p:nvSpPr>
            <p:spPr>
              <a:xfrm>
                <a:off x="6238510" y="1983751"/>
                <a:ext cx="148673" cy="77667"/>
              </a:xfrm>
              <a:custGeom>
                <a:rect b="b" l="l" r="r" t="t"/>
                <a:pathLst>
                  <a:path extrusionOk="0" h="2787" w="5335">
                    <a:moveTo>
                      <a:pt x="595" y="0"/>
                    </a:moveTo>
                    <a:lnTo>
                      <a:pt x="0" y="846"/>
                    </a:lnTo>
                    <a:cubicBezTo>
                      <a:pt x="191" y="989"/>
                      <a:pt x="393" y="1096"/>
                      <a:pt x="595" y="1227"/>
                    </a:cubicBezTo>
                    <a:cubicBezTo>
                      <a:pt x="798" y="1334"/>
                      <a:pt x="988" y="1477"/>
                      <a:pt x="1203" y="1572"/>
                    </a:cubicBezTo>
                    <a:cubicBezTo>
                      <a:pt x="1631" y="1774"/>
                      <a:pt x="2048" y="1989"/>
                      <a:pt x="2488" y="2143"/>
                    </a:cubicBezTo>
                    <a:cubicBezTo>
                      <a:pt x="3370" y="2489"/>
                      <a:pt x="4298" y="2667"/>
                      <a:pt x="5227" y="2786"/>
                    </a:cubicBezTo>
                    <a:lnTo>
                      <a:pt x="5334" y="1762"/>
                    </a:lnTo>
                    <a:cubicBezTo>
                      <a:pt x="4489" y="1643"/>
                      <a:pt x="3643" y="1489"/>
                      <a:pt x="2858" y="1167"/>
                    </a:cubicBezTo>
                    <a:cubicBezTo>
                      <a:pt x="2441" y="1036"/>
                      <a:pt x="2072" y="834"/>
                      <a:pt x="1679" y="655"/>
                    </a:cubicBezTo>
                    <a:cubicBezTo>
                      <a:pt x="1488" y="572"/>
                      <a:pt x="1310" y="441"/>
                      <a:pt x="1131" y="334"/>
                    </a:cubicBezTo>
                    <a:cubicBezTo>
                      <a:pt x="953" y="215"/>
                      <a:pt x="762" y="119"/>
                      <a:pt x="5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27"/>
              <p:cNvSpPr/>
              <p:nvPr/>
            </p:nvSpPr>
            <p:spPr>
              <a:xfrm>
                <a:off x="5893439" y="1576982"/>
                <a:ext cx="115817" cy="135074"/>
              </a:xfrm>
              <a:custGeom>
                <a:rect b="b" l="l" r="r" t="t"/>
                <a:pathLst>
                  <a:path extrusionOk="0" h="4847" w="4156">
                    <a:moveTo>
                      <a:pt x="810" y="0"/>
                    </a:moveTo>
                    <a:lnTo>
                      <a:pt x="1" y="643"/>
                    </a:lnTo>
                    <a:lnTo>
                      <a:pt x="1667" y="2751"/>
                    </a:lnTo>
                    <a:lnTo>
                      <a:pt x="3346" y="4846"/>
                    </a:lnTo>
                    <a:lnTo>
                      <a:pt x="4156" y="4203"/>
                    </a:lnTo>
                    <a:lnTo>
                      <a:pt x="2477" y="2108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27"/>
              <p:cNvSpPr/>
              <p:nvPr/>
            </p:nvSpPr>
            <p:spPr>
              <a:xfrm>
                <a:off x="5259390" y="1500990"/>
                <a:ext cx="99571" cy="142041"/>
              </a:xfrm>
              <a:custGeom>
                <a:rect b="b" l="l" r="r" t="t"/>
                <a:pathLst>
                  <a:path extrusionOk="0" h="5097" w="3573">
                    <a:moveTo>
                      <a:pt x="2823" y="1"/>
                    </a:moveTo>
                    <a:cubicBezTo>
                      <a:pt x="1537" y="1358"/>
                      <a:pt x="572" y="3001"/>
                      <a:pt x="1" y="4775"/>
                    </a:cubicBezTo>
                    <a:lnTo>
                      <a:pt x="989" y="5097"/>
                    </a:lnTo>
                    <a:cubicBezTo>
                      <a:pt x="1513" y="3466"/>
                      <a:pt x="2406" y="1953"/>
                      <a:pt x="3573" y="703"/>
                    </a:cubicBezTo>
                    <a:lnTo>
                      <a:pt x="2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27"/>
              <p:cNvSpPr/>
              <p:nvPr/>
            </p:nvSpPr>
            <p:spPr>
              <a:xfrm>
                <a:off x="5435256" y="1389189"/>
                <a:ext cx="150652" cy="63733"/>
              </a:xfrm>
              <a:custGeom>
                <a:rect b="b" l="l" r="r" t="t"/>
                <a:pathLst>
                  <a:path extrusionOk="0" h="2287" w="5406">
                    <a:moveTo>
                      <a:pt x="5382" y="0"/>
                    </a:moveTo>
                    <a:cubicBezTo>
                      <a:pt x="5144" y="12"/>
                      <a:pt x="4917" y="0"/>
                      <a:pt x="4679" y="24"/>
                    </a:cubicBezTo>
                    <a:lnTo>
                      <a:pt x="3989" y="108"/>
                    </a:lnTo>
                    <a:cubicBezTo>
                      <a:pt x="3524" y="155"/>
                      <a:pt x="3072" y="286"/>
                      <a:pt x="2608" y="381"/>
                    </a:cubicBezTo>
                    <a:cubicBezTo>
                      <a:pt x="2381" y="429"/>
                      <a:pt x="2167" y="500"/>
                      <a:pt x="1941" y="572"/>
                    </a:cubicBezTo>
                    <a:lnTo>
                      <a:pt x="1274" y="798"/>
                    </a:lnTo>
                    <a:cubicBezTo>
                      <a:pt x="845" y="965"/>
                      <a:pt x="417" y="1167"/>
                      <a:pt x="0" y="1358"/>
                    </a:cubicBezTo>
                    <a:lnTo>
                      <a:pt x="464" y="2286"/>
                    </a:lnTo>
                    <a:cubicBezTo>
                      <a:pt x="857" y="2108"/>
                      <a:pt x="1250" y="1929"/>
                      <a:pt x="1643" y="1763"/>
                    </a:cubicBezTo>
                    <a:lnTo>
                      <a:pt x="2250" y="1560"/>
                    </a:lnTo>
                    <a:cubicBezTo>
                      <a:pt x="2453" y="1501"/>
                      <a:pt x="2655" y="1429"/>
                      <a:pt x="2869" y="1382"/>
                    </a:cubicBezTo>
                    <a:cubicBezTo>
                      <a:pt x="3286" y="1298"/>
                      <a:pt x="3703" y="1179"/>
                      <a:pt x="4132" y="1143"/>
                    </a:cubicBezTo>
                    <a:lnTo>
                      <a:pt x="4763" y="1060"/>
                    </a:lnTo>
                    <a:cubicBezTo>
                      <a:pt x="4977" y="1036"/>
                      <a:pt x="5191" y="1036"/>
                      <a:pt x="5405" y="1036"/>
                    </a:cubicBezTo>
                    <a:lnTo>
                      <a:pt x="538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27"/>
              <p:cNvSpPr/>
              <p:nvPr/>
            </p:nvSpPr>
            <p:spPr>
              <a:xfrm>
                <a:off x="5697035" y="1406439"/>
                <a:ext cx="141706" cy="100574"/>
              </a:xfrm>
              <a:custGeom>
                <a:rect b="b" l="l" r="r" t="t"/>
                <a:pathLst>
                  <a:path extrusionOk="0" h="3609" w="5085">
                    <a:moveTo>
                      <a:pt x="322" y="1"/>
                    </a:moveTo>
                    <a:lnTo>
                      <a:pt x="0" y="977"/>
                    </a:lnTo>
                    <a:cubicBezTo>
                      <a:pt x="1619" y="1525"/>
                      <a:pt x="3131" y="2417"/>
                      <a:pt x="4370" y="3608"/>
                    </a:cubicBezTo>
                    <a:lnTo>
                      <a:pt x="5084" y="2846"/>
                    </a:lnTo>
                    <a:cubicBezTo>
                      <a:pt x="3727" y="1560"/>
                      <a:pt x="2084" y="584"/>
                      <a:pt x="3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27"/>
              <p:cNvSpPr/>
              <p:nvPr/>
            </p:nvSpPr>
            <p:spPr>
              <a:xfrm>
                <a:off x="6059997" y="1786009"/>
                <a:ext cx="115817" cy="135074"/>
              </a:xfrm>
              <a:custGeom>
                <a:rect b="b" l="l" r="r" t="t"/>
                <a:pathLst>
                  <a:path extrusionOk="0" h="4847" w="4156">
                    <a:moveTo>
                      <a:pt x="810" y="0"/>
                    </a:moveTo>
                    <a:lnTo>
                      <a:pt x="1" y="643"/>
                    </a:lnTo>
                    <a:lnTo>
                      <a:pt x="3346" y="4846"/>
                    </a:lnTo>
                    <a:lnTo>
                      <a:pt x="4156" y="4203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27"/>
              <p:cNvSpPr/>
              <p:nvPr/>
            </p:nvSpPr>
            <p:spPr>
              <a:xfrm>
                <a:off x="6497948" y="1951230"/>
                <a:ext cx="141706" cy="99236"/>
              </a:xfrm>
              <a:custGeom>
                <a:rect b="b" l="l" r="r" t="t"/>
                <a:pathLst>
                  <a:path extrusionOk="0" h="3561" w="5085">
                    <a:moveTo>
                      <a:pt x="4442" y="1"/>
                    </a:moveTo>
                    <a:cubicBezTo>
                      <a:pt x="4085" y="274"/>
                      <a:pt x="3739" y="572"/>
                      <a:pt x="3394" y="834"/>
                    </a:cubicBezTo>
                    <a:lnTo>
                      <a:pt x="2870" y="1203"/>
                    </a:lnTo>
                    <a:cubicBezTo>
                      <a:pt x="2787" y="1263"/>
                      <a:pt x="2703" y="1334"/>
                      <a:pt x="2608" y="1382"/>
                    </a:cubicBezTo>
                    <a:lnTo>
                      <a:pt x="2334" y="1548"/>
                    </a:lnTo>
                    <a:lnTo>
                      <a:pt x="1775" y="1858"/>
                    </a:lnTo>
                    <a:cubicBezTo>
                      <a:pt x="1584" y="1953"/>
                      <a:pt x="1394" y="2037"/>
                      <a:pt x="1191" y="2132"/>
                    </a:cubicBezTo>
                    <a:cubicBezTo>
                      <a:pt x="810" y="2322"/>
                      <a:pt x="406" y="2429"/>
                      <a:pt x="1" y="2572"/>
                    </a:cubicBezTo>
                    <a:lnTo>
                      <a:pt x="287" y="3560"/>
                    </a:lnTo>
                    <a:cubicBezTo>
                      <a:pt x="739" y="3406"/>
                      <a:pt x="1191" y="3287"/>
                      <a:pt x="1608" y="3072"/>
                    </a:cubicBezTo>
                    <a:cubicBezTo>
                      <a:pt x="1822" y="2977"/>
                      <a:pt x="2037" y="2894"/>
                      <a:pt x="2251" y="2787"/>
                    </a:cubicBezTo>
                    <a:lnTo>
                      <a:pt x="2858" y="2441"/>
                    </a:lnTo>
                    <a:lnTo>
                      <a:pt x="3168" y="2263"/>
                    </a:lnTo>
                    <a:cubicBezTo>
                      <a:pt x="3263" y="2203"/>
                      <a:pt x="3358" y="2132"/>
                      <a:pt x="3454" y="2060"/>
                    </a:cubicBezTo>
                    <a:lnTo>
                      <a:pt x="4025" y="1644"/>
                    </a:lnTo>
                    <a:cubicBezTo>
                      <a:pt x="4394" y="1370"/>
                      <a:pt x="4728" y="1096"/>
                      <a:pt x="5085" y="810"/>
                    </a:cubicBezTo>
                    <a:lnTo>
                      <a:pt x="44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27"/>
              <p:cNvSpPr/>
              <p:nvPr/>
            </p:nvSpPr>
            <p:spPr>
              <a:xfrm>
                <a:off x="5211962" y="2992047"/>
                <a:ext cx="28" cy="28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27"/>
              <p:cNvSpPr/>
              <p:nvPr/>
            </p:nvSpPr>
            <p:spPr>
              <a:xfrm>
                <a:off x="5211962" y="2992047"/>
                <a:ext cx="28" cy="28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7"/>
              <p:cNvSpPr/>
              <p:nvPr/>
            </p:nvSpPr>
            <p:spPr>
              <a:xfrm>
                <a:off x="5211962" y="2992047"/>
                <a:ext cx="28" cy="28"/>
              </a:xfrm>
              <a:custGeom>
                <a:rect b="b" l="l" r="r" t="t"/>
                <a:pathLst>
                  <a:path extrusionOk="0" fill="none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27"/>
              <p:cNvSpPr/>
              <p:nvPr/>
            </p:nvSpPr>
            <p:spPr>
              <a:xfrm>
                <a:off x="3222233" y="4403796"/>
                <a:ext cx="697" cy="697"/>
              </a:xfrm>
              <a:custGeom>
                <a:rect b="b" l="l" r="r" t="t"/>
                <a:pathLst>
                  <a:path extrusionOk="0" h="25" w="25">
                    <a:moveTo>
                      <a:pt x="0" y="0"/>
                    </a:moveTo>
                    <a:lnTo>
                      <a:pt x="24" y="24"/>
                    </a:lnTo>
                    <a:lnTo>
                      <a:pt x="24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27"/>
              <p:cNvSpPr/>
              <p:nvPr/>
            </p:nvSpPr>
            <p:spPr>
              <a:xfrm>
                <a:off x="3240151" y="4426033"/>
                <a:ext cx="362" cy="334"/>
              </a:xfrm>
              <a:custGeom>
                <a:rect b="b" l="l" r="r" t="t"/>
                <a:pathLst>
                  <a:path extrusionOk="0" h="12" w="13">
                    <a:moveTo>
                      <a:pt x="0" y="0"/>
                    </a:moveTo>
                    <a:lnTo>
                      <a:pt x="12" y="12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27"/>
              <p:cNvSpPr/>
              <p:nvPr/>
            </p:nvSpPr>
            <p:spPr>
              <a:xfrm>
                <a:off x="3240151" y="4426033"/>
                <a:ext cx="362" cy="334"/>
              </a:xfrm>
              <a:custGeom>
                <a:rect b="b" l="l" r="r" t="t"/>
                <a:pathLst>
                  <a:path extrusionOk="0" fill="none" h="12" w="13">
                    <a:moveTo>
                      <a:pt x="0" y="0"/>
                    </a:moveTo>
                    <a:lnTo>
                      <a:pt x="12" y="12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27"/>
              <p:cNvSpPr/>
              <p:nvPr/>
            </p:nvSpPr>
            <p:spPr>
              <a:xfrm>
                <a:off x="4499274" y="4298934"/>
                <a:ext cx="697" cy="362"/>
              </a:xfrm>
              <a:custGeom>
                <a:rect b="b" l="l" r="r" t="t"/>
                <a:pathLst>
                  <a:path extrusionOk="0" h="13" w="25">
                    <a:moveTo>
                      <a:pt x="24" y="1"/>
                    </a:moveTo>
                    <a:lnTo>
                      <a:pt x="1" y="1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27"/>
              <p:cNvSpPr/>
              <p:nvPr/>
            </p:nvSpPr>
            <p:spPr>
              <a:xfrm>
                <a:off x="4499274" y="4298934"/>
                <a:ext cx="697" cy="362"/>
              </a:xfrm>
              <a:custGeom>
                <a:rect b="b" l="l" r="r" t="t"/>
                <a:pathLst>
                  <a:path extrusionOk="0" fill="none" h="13" w="25">
                    <a:moveTo>
                      <a:pt x="24" y="1"/>
                    </a:moveTo>
                    <a:lnTo>
                      <a:pt x="1" y="1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7"/>
              <p:cNvSpPr/>
              <p:nvPr/>
            </p:nvSpPr>
            <p:spPr>
              <a:xfrm>
                <a:off x="4468426" y="2267432"/>
                <a:ext cx="28" cy="362"/>
              </a:xfrm>
              <a:custGeom>
                <a:rect b="b" l="l" r="r" t="t"/>
                <a:pathLst>
                  <a:path extrusionOk="0" h="13" w="1">
                    <a:moveTo>
                      <a:pt x="0" y="12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7"/>
              <p:cNvSpPr/>
              <p:nvPr/>
            </p:nvSpPr>
            <p:spPr>
              <a:xfrm>
                <a:off x="4468426" y="2267432"/>
                <a:ext cx="28" cy="362"/>
              </a:xfrm>
              <a:custGeom>
                <a:rect b="b" l="l" r="r" t="t"/>
                <a:pathLst>
                  <a:path extrusionOk="0" fill="none" h="13" w="1">
                    <a:moveTo>
                      <a:pt x="0" y="12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27"/>
              <p:cNvSpPr/>
              <p:nvPr/>
            </p:nvSpPr>
            <p:spPr>
              <a:xfrm>
                <a:off x="4901054" y="2555740"/>
                <a:ext cx="697" cy="362"/>
              </a:xfrm>
              <a:custGeom>
                <a:rect b="b" l="l" r="r" t="t"/>
                <a:pathLst>
                  <a:path extrusionOk="0" h="13" w="25">
                    <a:moveTo>
                      <a:pt x="25" y="1"/>
                    </a:moveTo>
                    <a:lnTo>
                      <a:pt x="1" y="1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27"/>
              <p:cNvSpPr/>
              <p:nvPr/>
            </p:nvSpPr>
            <p:spPr>
              <a:xfrm>
                <a:off x="4901054" y="2555740"/>
                <a:ext cx="697" cy="362"/>
              </a:xfrm>
              <a:custGeom>
                <a:rect b="b" l="l" r="r" t="t"/>
                <a:pathLst>
                  <a:path extrusionOk="0" fill="none" h="13" w="25">
                    <a:moveTo>
                      <a:pt x="25" y="1"/>
                    </a:moveTo>
                    <a:lnTo>
                      <a:pt x="1" y="13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27"/>
              <p:cNvSpPr/>
              <p:nvPr/>
            </p:nvSpPr>
            <p:spPr>
              <a:xfrm>
                <a:off x="5259390" y="1500990"/>
                <a:ext cx="99571" cy="142041"/>
              </a:xfrm>
              <a:custGeom>
                <a:rect b="b" l="l" r="r" t="t"/>
                <a:pathLst>
                  <a:path extrusionOk="0" h="5097" w="3573">
                    <a:moveTo>
                      <a:pt x="2823" y="1"/>
                    </a:moveTo>
                    <a:cubicBezTo>
                      <a:pt x="1537" y="1358"/>
                      <a:pt x="572" y="3001"/>
                      <a:pt x="1" y="4775"/>
                    </a:cubicBezTo>
                    <a:lnTo>
                      <a:pt x="989" y="5097"/>
                    </a:lnTo>
                    <a:cubicBezTo>
                      <a:pt x="1513" y="3466"/>
                      <a:pt x="2406" y="1953"/>
                      <a:pt x="3573" y="703"/>
                    </a:cubicBezTo>
                    <a:lnTo>
                      <a:pt x="282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27"/>
              <p:cNvSpPr/>
              <p:nvPr/>
            </p:nvSpPr>
            <p:spPr>
              <a:xfrm>
                <a:off x="5697035" y="1406439"/>
                <a:ext cx="141706" cy="100574"/>
              </a:xfrm>
              <a:custGeom>
                <a:rect b="b" l="l" r="r" t="t"/>
                <a:pathLst>
                  <a:path extrusionOk="0" h="3609" w="5085">
                    <a:moveTo>
                      <a:pt x="322" y="1"/>
                    </a:moveTo>
                    <a:lnTo>
                      <a:pt x="0" y="977"/>
                    </a:lnTo>
                    <a:cubicBezTo>
                      <a:pt x="1619" y="1525"/>
                      <a:pt x="3131" y="2417"/>
                      <a:pt x="4370" y="3608"/>
                    </a:cubicBezTo>
                    <a:lnTo>
                      <a:pt x="5084" y="2846"/>
                    </a:lnTo>
                    <a:cubicBezTo>
                      <a:pt x="3727" y="1560"/>
                      <a:pt x="2084" y="584"/>
                      <a:pt x="32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27"/>
              <p:cNvSpPr/>
              <p:nvPr/>
            </p:nvSpPr>
            <p:spPr>
              <a:xfrm>
                <a:off x="6059663" y="1786344"/>
                <a:ext cx="115817" cy="135046"/>
              </a:xfrm>
              <a:custGeom>
                <a:rect b="b" l="l" r="r" t="t"/>
                <a:pathLst>
                  <a:path extrusionOk="0" h="4846" w="4156">
                    <a:moveTo>
                      <a:pt x="810" y="0"/>
                    </a:moveTo>
                    <a:lnTo>
                      <a:pt x="1" y="643"/>
                    </a:lnTo>
                    <a:lnTo>
                      <a:pt x="3334" y="4846"/>
                    </a:lnTo>
                    <a:lnTo>
                      <a:pt x="4156" y="4203"/>
                    </a:ln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27"/>
              <p:cNvSpPr/>
              <p:nvPr/>
            </p:nvSpPr>
            <p:spPr>
              <a:xfrm>
                <a:off x="6238510" y="1983416"/>
                <a:ext cx="148673" cy="78001"/>
              </a:xfrm>
              <a:custGeom>
                <a:rect b="b" l="l" r="r" t="t"/>
                <a:pathLst>
                  <a:path extrusionOk="0" h="2799" w="5335">
                    <a:moveTo>
                      <a:pt x="595" y="0"/>
                    </a:moveTo>
                    <a:lnTo>
                      <a:pt x="0" y="858"/>
                    </a:lnTo>
                    <a:cubicBezTo>
                      <a:pt x="191" y="1001"/>
                      <a:pt x="393" y="1108"/>
                      <a:pt x="595" y="1239"/>
                    </a:cubicBezTo>
                    <a:cubicBezTo>
                      <a:pt x="798" y="1346"/>
                      <a:pt x="988" y="1489"/>
                      <a:pt x="1203" y="1584"/>
                    </a:cubicBezTo>
                    <a:cubicBezTo>
                      <a:pt x="1631" y="1786"/>
                      <a:pt x="2048" y="2001"/>
                      <a:pt x="2488" y="2155"/>
                    </a:cubicBezTo>
                    <a:cubicBezTo>
                      <a:pt x="3370" y="2501"/>
                      <a:pt x="4298" y="2679"/>
                      <a:pt x="5227" y="2798"/>
                    </a:cubicBezTo>
                    <a:lnTo>
                      <a:pt x="5334" y="1774"/>
                    </a:lnTo>
                    <a:cubicBezTo>
                      <a:pt x="4489" y="1655"/>
                      <a:pt x="3643" y="1501"/>
                      <a:pt x="2858" y="1179"/>
                    </a:cubicBezTo>
                    <a:cubicBezTo>
                      <a:pt x="2441" y="1048"/>
                      <a:pt x="2072" y="846"/>
                      <a:pt x="1679" y="667"/>
                    </a:cubicBezTo>
                    <a:cubicBezTo>
                      <a:pt x="1488" y="584"/>
                      <a:pt x="1310" y="453"/>
                      <a:pt x="1131" y="346"/>
                    </a:cubicBezTo>
                    <a:cubicBezTo>
                      <a:pt x="953" y="227"/>
                      <a:pt x="762" y="131"/>
                      <a:pt x="5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27"/>
              <p:cNvSpPr/>
              <p:nvPr/>
            </p:nvSpPr>
            <p:spPr>
              <a:xfrm>
                <a:off x="6497948" y="1951230"/>
                <a:ext cx="141706" cy="99236"/>
              </a:xfrm>
              <a:custGeom>
                <a:rect b="b" l="l" r="r" t="t"/>
                <a:pathLst>
                  <a:path extrusionOk="0" h="3561" w="5085">
                    <a:moveTo>
                      <a:pt x="4442" y="1"/>
                    </a:moveTo>
                    <a:cubicBezTo>
                      <a:pt x="4085" y="274"/>
                      <a:pt x="3739" y="572"/>
                      <a:pt x="3394" y="834"/>
                    </a:cubicBezTo>
                    <a:lnTo>
                      <a:pt x="2870" y="1203"/>
                    </a:lnTo>
                    <a:cubicBezTo>
                      <a:pt x="2787" y="1263"/>
                      <a:pt x="2703" y="1334"/>
                      <a:pt x="2608" y="1382"/>
                    </a:cubicBezTo>
                    <a:lnTo>
                      <a:pt x="2334" y="1548"/>
                    </a:lnTo>
                    <a:lnTo>
                      <a:pt x="1775" y="1858"/>
                    </a:lnTo>
                    <a:cubicBezTo>
                      <a:pt x="1584" y="1953"/>
                      <a:pt x="1394" y="2037"/>
                      <a:pt x="1191" y="2132"/>
                    </a:cubicBezTo>
                    <a:cubicBezTo>
                      <a:pt x="810" y="2322"/>
                      <a:pt x="406" y="2429"/>
                      <a:pt x="1" y="2572"/>
                    </a:cubicBezTo>
                    <a:lnTo>
                      <a:pt x="287" y="3560"/>
                    </a:lnTo>
                    <a:cubicBezTo>
                      <a:pt x="739" y="3406"/>
                      <a:pt x="1191" y="3287"/>
                      <a:pt x="1608" y="3072"/>
                    </a:cubicBezTo>
                    <a:cubicBezTo>
                      <a:pt x="1822" y="2977"/>
                      <a:pt x="2037" y="2894"/>
                      <a:pt x="2251" y="2787"/>
                    </a:cubicBezTo>
                    <a:lnTo>
                      <a:pt x="2858" y="2441"/>
                    </a:lnTo>
                    <a:lnTo>
                      <a:pt x="3168" y="2263"/>
                    </a:lnTo>
                    <a:cubicBezTo>
                      <a:pt x="3263" y="2203"/>
                      <a:pt x="3358" y="2132"/>
                      <a:pt x="3454" y="2060"/>
                    </a:cubicBezTo>
                    <a:lnTo>
                      <a:pt x="4025" y="1644"/>
                    </a:lnTo>
                    <a:cubicBezTo>
                      <a:pt x="4394" y="1370"/>
                      <a:pt x="4728" y="1096"/>
                      <a:pt x="5085" y="810"/>
                    </a:cubicBezTo>
                    <a:lnTo>
                      <a:pt x="44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27"/>
              <p:cNvSpPr/>
              <p:nvPr/>
            </p:nvSpPr>
            <p:spPr>
              <a:xfrm>
                <a:off x="5507905" y="1399806"/>
                <a:ext cx="362" cy="362"/>
              </a:xfrm>
              <a:custGeom>
                <a:rect b="b" l="l" r="r" t="t"/>
                <a:pathLst>
                  <a:path extrusionOk="0" h="13" w="13">
                    <a:moveTo>
                      <a:pt x="12" y="12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27"/>
              <p:cNvSpPr/>
              <p:nvPr/>
            </p:nvSpPr>
            <p:spPr>
              <a:xfrm>
                <a:off x="5515206" y="1427339"/>
                <a:ext cx="28" cy="362"/>
              </a:xfrm>
              <a:custGeom>
                <a:rect b="b" l="l" r="r" t="t"/>
                <a:pathLst>
                  <a:path extrusionOk="0" h="13" w="1">
                    <a:moveTo>
                      <a:pt x="0" y="13"/>
                    </a:moveTo>
                    <a:lnTo>
                      <a:pt x="0" y="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27"/>
              <p:cNvSpPr/>
              <p:nvPr/>
            </p:nvSpPr>
            <p:spPr>
              <a:xfrm>
                <a:off x="5515206" y="1427339"/>
                <a:ext cx="28" cy="362"/>
              </a:xfrm>
              <a:custGeom>
                <a:rect b="b" l="l" r="r" t="t"/>
                <a:pathLst>
                  <a:path extrusionOk="0" fill="none" h="13" w="1">
                    <a:moveTo>
                      <a:pt x="0" y="13"/>
                    </a:moveTo>
                    <a:lnTo>
                      <a:pt x="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7"/>
              <p:cNvSpPr/>
              <p:nvPr/>
            </p:nvSpPr>
            <p:spPr>
              <a:xfrm>
                <a:off x="5243144" y="1754158"/>
                <a:ext cx="65043" cy="150652"/>
              </a:xfrm>
              <a:custGeom>
                <a:rect b="b" l="l" r="r" t="t"/>
                <a:pathLst>
                  <a:path extrusionOk="0" h="5406" w="2334">
                    <a:moveTo>
                      <a:pt x="1036" y="0"/>
                    </a:moveTo>
                    <a:lnTo>
                      <a:pt x="0" y="36"/>
                    </a:lnTo>
                    <a:cubicBezTo>
                      <a:pt x="24" y="965"/>
                      <a:pt x="179" y="1893"/>
                      <a:pt x="405" y="2798"/>
                    </a:cubicBezTo>
                    <a:cubicBezTo>
                      <a:pt x="524" y="3251"/>
                      <a:pt x="691" y="3691"/>
                      <a:pt x="834" y="4132"/>
                    </a:cubicBezTo>
                    <a:cubicBezTo>
                      <a:pt x="1024" y="4560"/>
                      <a:pt x="1203" y="4989"/>
                      <a:pt x="1417" y="5406"/>
                    </a:cubicBezTo>
                    <a:lnTo>
                      <a:pt x="2334" y="4929"/>
                    </a:lnTo>
                    <a:cubicBezTo>
                      <a:pt x="2132" y="4548"/>
                      <a:pt x="1977" y="4144"/>
                      <a:pt x="1798" y="3763"/>
                    </a:cubicBezTo>
                    <a:cubicBezTo>
                      <a:pt x="1667" y="3346"/>
                      <a:pt x="1512" y="2953"/>
                      <a:pt x="1405" y="2536"/>
                    </a:cubicBezTo>
                    <a:cubicBezTo>
                      <a:pt x="1203" y="1703"/>
                      <a:pt x="1048" y="857"/>
                      <a:pt x="10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27"/>
              <p:cNvSpPr/>
              <p:nvPr/>
            </p:nvSpPr>
            <p:spPr>
              <a:xfrm>
                <a:off x="5023166" y="3862989"/>
                <a:ext cx="98902" cy="142347"/>
              </a:xfrm>
              <a:custGeom>
                <a:rect b="b" l="l" r="r" t="t"/>
                <a:pathLst>
                  <a:path extrusionOk="0" h="5108" w="3549">
                    <a:moveTo>
                      <a:pt x="822" y="0"/>
                    </a:moveTo>
                    <a:lnTo>
                      <a:pt x="0" y="643"/>
                    </a:lnTo>
                    <a:cubicBezTo>
                      <a:pt x="286" y="988"/>
                      <a:pt x="572" y="1346"/>
                      <a:pt x="810" y="1691"/>
                    </a:cubicBezTo>
                    <a:lnTo>
                      <a:pt x="1179" y="2215"/>
                    </a:lnTo>
                    <a:cubicBezTo>
                      <a:pt x="1310" y="2381"/>
                      <a:pt x="1394" y="2572"/>
                      <a:pt x="1501" y="2751"/>
                    </a:cubicBezTo>
                    <a:cubicBezTo>
                      <a:pt x="1513" y="2751"/>
                      <a:pt x="1513" y="2762"/>
                      <a:pt x="1513" y="2774"/>
                    </a:cubicBezTo>
                    <a:cubicBezTo>
                      <a:pt x="1524" y="2786"/>
                      <a:pt x="1524" y="2798"/>
                      <a:pt x="1536" y="2798"/>
                    </a:cubicBezTo>
                    <a:lnTo>
                      <a:pt x="1834" y="3322"/>
                    </a:lnTo>
                    <a:cubicBezTo>
                      <a:pt x="1929" y="3513"/>
                      <a:pt x="2013" y="3715"/>
                      <a:pt x="2108" y="3917"/>
                    </a:cubicBezTo>
                    <a:cubicBezTo>
                      <a:pt x="2191" y="4108"/>
                      <a:pt x="2286" y="4298"/>
                      <a:pt x="2358" y="4501"/>
                    </a:cubicBezTo>
                    <a:lnTo>
                      <a:pt x="2560" y="5108"/>
                    </a:lnTo>
                    <a:lnTo>
                      <a:pt x="3549" y="4798"/>
                    </a:lnTo>
                    <a:lnTo>
                      <a:pt x="3334" y="4132"/>
                    </a:lnTo>
                    <a:cubicBezTo>
                      <a:pt x="3239" y="3917"/>
                      <a:pt x="3144" y="3703"/>
                      <a:pt x="3048" y="3489"/>
                    </a:cubicBezTo>
                    <a:cubicBezTo>
                      <a:pt x="2953" y="3274"/>
                      <a:pt x="2870" y="3060"/>
                      <a:pt x="2763" y="2858"/>
                    </a:cubicBezTo>
                    <a:lnTo>
                      <a:pt x="2417" y="2250"/>
                    </a:lnTo>
                    <a:cubicBezTo>
                      <a:pt x="2286" y="2048"/>
                      <a:pt x="2191" y="1834"/>
                      <a:pt x="2048" y="1643"/>
                    </a:cubicBezTo>
                    <a:lnTo>
                      <a:pt x="1644" y="1084"/>
                    </a:lnTo>
                    <a:cubicBezTo>
                      <a:pt x="1382" y="691"/>
                      <a:pt x="1096" y="345"/>
                      <a:pt x="8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0" name="Google Shape;260;p27"/>
          <p:cNvSpPr/>
          <p:nvPr/>
        </p:nvSpPr>
        <p:spPr>
          <a:xfrm>
            <a:off x="934206" y="5543737"/>
            <a:ext cx="358693" cy="429617"/>
          </a:xfrm>
          <a:custGeom>
            <a:rect b="b" l="l" r="r" t="t"/>
            <a:pathLst>
              <a:path extrusionOk="0" h="10725" w="8955">
                <a:moveTo>
                  <a:pt x="4477" y="0"/>
                </a:moveTo>
                <a:cubicBezTo>
                  <a:pt x="2013" y="0"/>
                  <a:pt x="1" y="2000"/>
                  <a:pt x="1" y="4477"/>
                </a:cubicBezTo>
                <a:cubicBezTo>
                  <a:pt x="1" y="7418"/>
                  <a:pt x="3299" y="9978"/>
                  <a:pt x="4227" y="10644"/>
                </a:cubicBezTo>
                <a:cubicBezTo>
                  <a:pt x="4305" y="10698"/>
                  <a:pt x="4391" y="10725"/>
                  <a:pt x="4477" y="10725"/>
                </a:cubicBezTo>
                <a:cubicBezTo>
                  <a:pt x="4564" y="10725"/>
                  <a:pt x="4650" y="10698"/>
                  <a:pt x="4727" y="10644"/>
                </a:cubicBezTo>
                <a:cubicBezTo>
                  <a:pt x="5668" y="9978"/>
                  <a:pt x="8954" y="7418"/>
                  <a:pt x="8954" y="4477"/>
                </a:cubicBezTo>
                <a:cubicBezTo>
                  <a:pt x="8954" y="2000"/>
                  <a:pt x="6954" y="0"/>
                  <a:pt x="4477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 b="1" i="0" sz="1200" u="none" cap="none" strike="noStrike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2816768" y="4236020"/>
            <a:ext cx="358693" cy="429617"/>
          </a:xfrm>
          <a:custGeom>
            <a:rect b="b" l="l" r="r" t="t"/>
            <a:pathLst>
              <a:path extrusionOk="0" h="10725" w="8955">
                <a:moveTo>
                  <a:pt x="4477" y="0"/>
                </a:moveTo>
                <a:cubicBezTo>
                  <a:pt x="2013" y="0"/>
                  <a:pt x="1" y="2000"/>
                  <a:pt x="1" y="4477"/>
                </a:cubicBezTo>
                <a:cubicBezTo>
                  <a:pt x="1" y="7418"/>
                  <a:pt x="3299" y="9978"/>
                  <a:pt x="4227" y="10644"/>
                </a:cubicBezTo>
                <a:cubicBezTo>
                  <a:pt x="4305" y="10698"/>
                  <a:pt x="4391" y="10725"/>
                  <a:pt x="4477" y="10725"/>
                </a:cubicBezTo>
                <a:cubicBezTo>
                  <a:pt x="4564" y="10725"/>
                  <a:pt x="4650" y="10698"/>
                  <a:pt x="4727" y="10644"/>
                </a:cubicBezTo>
                <a:cubicBezTo>
                  <a:pt x="5668" y="9978"/>
                  <a:pt x="8954" y="7418"/>
                  <a:pt x="8954" y="4477"/>
                </a:cubicBezTo>
                <a:cubicBezTo>
                  <a:pt x="8954" y="2000"/>
                  <a:pt x="6954" y="0"/>
                  <a:pt x="4477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 b="1" i="0" sz="1200" u="none" cap="none" strike="noStrike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5684818" y="4477129"/>
            <a:ext cx="358693" cy="429617"/>
          </a:xfrm>
          <a:custGeom>
            <a:rect b="b" l="l" r="r" t="t"/>
            <a:pathLst>
              <a:path extrusionOk="0" h="10725" w="8955">
                <a:moveTo>
                  <a:pt x="4477" y="0"/>
                </a:moveTo>
                <a:cubicBezTo>
                  <a:pt x="2013" y="0"/>
                  <a:pt x="1" y="2000"/>
                  <a:pt x="1" y="4477"/>
                </a:cubicBezTo>
                <a:cubicBezTo>
                  <a:pt x="1" y="7418"/>
                  <a:pt x="3299" y="9978"/>
                  <a:pt x="4227" y="10644"/>
                </a:cubicBezTo>
                <a:cubicBezTo>
                  <a:pt x="4305" y="10698"/>
                  <a:pt x="4391" y="10725"/>
                  <a:pt x="4477" y="10725"/>
                </a:cubicBezTo>
                <a:cubicBezTo>
                  <a:pt x="4564" y="10725"/>
                  <a:pt x="4650" y="10698"/>
                  <a:pt x="4727" y="10644"/>
                </a:cubicBezTo>
                <a:cubicBezTo>
                  <a:pt x="5668" y="9978"/>
                  <a:pt x="8954" y="7418"/>
                  <a:pt x="8954" y="4477"/>
                </a:cubicBezTo>
                <a:cubicBezTo>
                  <a:pt x="8954" y="2000"/>
                  <a:pt x="6954" y="0"/>
                  <a:pt x="4477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 b="1" i="0" sz="1200" u="none" cap="none" strike="noStrike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3" name="Google Shape;263;p27"/>
          <p:cNvSpPr/>
          <p:nvPr/>
        </p:nvSpPr>
        <p:spPr>
          <a:xfrm>
            <a:off x="3446443" y="1750429"/>
            <a:ext cx="358693" cy="429617"/>
          </a:xfrm>
          <a:custGeom>
            <a:rect b="b" l="l" r="r" t="t"/>
            <a:pathLst>
              <a:path extrusionOk="0" h="10725" w="8955">
                <a:moveTo>
                  <a:pt x="4477" y="0"/>
                </a:moveTo>
                <a:cubicBezTo>
                  <a:pt x="2013" y="0"/>
                  <a:pt x="1" y="2000"/>
                  <a:pt x="1" y="4477"/>
                </a:cubicBezTo>
                <a:cubicBezTo>
                  <a:pt x="1" y="7418"/>
                  <a:pt x="3299" y="9978"/>
                  <a:pt x="4227" y="10644"/>
                </a:cubicBezTo>
                <a:cubicBezTo>
                  <a:pt x="4305" y="10698"/>
                  <a:pt x="4391" y="10725"/>
                  <a:pt x="4477" y="10725"/>
                </a:cubicBezTo>
                <a:cubicBezTo>
                  <a:pt x="4564" y="10725"/>
                  <a:pt x="4650" y="10698"/>
                  <a:pt x="4727" y="10644"/>
                </a:cubicBezTo>
                <a:cubicBezTo>
                  <a:pt x="5668" y="9978"/>
                  <a:pt x="8954" y="7418"/>
                  <a:pt x="8954" y="4477"/>
                </a:cubicBezTo>
                <a:cubicBezTo>
                  <a:pt x="8954" y="2000"/>
                  <a:pt x="6954" y="0"/>
                  <a:pt x="4477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 b="1" i="0" sz="1200" u="none" cap="none" strike="noStrike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64" name="Google Shape;264;p27"/>
          <p:cNvSpPr txBox="1"/>
          <p:nvPr/>
        </p:nvSpPr>
        <p:spPr>
          <a:xfrm>
            <a:off x="2282925" y="1586751"/>
            <a:ext cx="1768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5" name="Google Shape;265;p27"/>
          <p:cNvSpPr txBox="1"/>
          <p:nvPr/>
        </p:nvSpPr>
        <p:spPr>
          <a:xfrm>
            <a:off x="6352150" y="3846451"/>
            <a:ext cx="253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6" name="Google Shape;266;p27"/>
          <p:cNvSpPr txBox="1"/>
          <p:nvPr/>
        </p:nvSpPr>
        <p:spPr>
          <a:xfrm>
            <a:off x="7329850" y="2714300"/>
            <a:ext cx="172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7" name="Google Shape;267;p27"/>
          <p:cNvSpPr txBox="1"/>
          <p:nvPr/>
        </p:nvSpPr>
        <p:spPr>
          <a:xfrm>
            <a:off x="7523475" y="1442425"/>
            <a:ext cx="162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8" name="Google Shape;2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87700" y="660013"/>
            <a:ext cx="638568" cy="903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 title="noun-map-7657885.png"/>
          <p:cNvPicPr preferRelativeResize="0"/>
          <p:nvPr/>
        </p:nvPicPr>
        <p:blipFill rotWithShape="1">
          <a:blip r:embed="rId4">
            <a:alphaModFix/>
          </a:blip>
          <a:srcRect b="19394" l="0" r="0" t="0"/>
          <a:stretch/>
        </p:blipFill>
        <p:spPr>
          <a:xfrm>
            <a:off x="15236863" y="2537361"/>
            <a:ext cx="982474" cy="79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/>
          <p:nvPr/>
        </p:nvSpPr>
        <p:spPr>
          <a:xfrm>
            <a:off x="67700" y="4620825"/>
            <a:ext cx="1629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AutoNum type="arabicPeriod"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How diverse is Christianity in the USA?</a:t>
            </a:r>
            <a:endParaRPr b="0" i="0" sz="1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" name="Google Shape;271;p27"/>
          <p:cNvSpPr txBox="1"/>
          <p:nvPr/>
        </p:nvSpPr>
        <p:spPr>
          <a:xfrm>
            <a:off x="2069326" y="3451925"/>
            <a:ext cx="1833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2. </a:t>
            </a: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b="0" i="0" sz="1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2" name="Google Shape;272;p27"/>
          <p:cNvSpPr txBox="1"/>
          <p:nvPr/>
        </p:nvSpPr>
        <p:spPr>
          <a:xfrm>
            <a:off x="1926500" y="862875"/>
            <a:ext cx="18339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4</a:t>
            </a:r>
            <a:r>
              <a:rPr b="0" i="0" lang="en-GB" sz="1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. </a:t>
            </a: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What is the history and development of the Church of Jesus Christ of Latter Day Saints?</a:t>
            </a:r>
            <a:endParaRPr b="0" i="0" sz="1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3" name="Google Shape;273;p27"/>
          <p:cNvSpPr txBox="1"/>
          <p:nvPr/>
        </p:nvSpPr>
        <p:spPr>
          <a:xfrm>
            <a:off x="7880075" y="3451937"/>
            <a:ext cx="12105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5</a:t>
            </a:r>
            <a:r>
              <a:rPr b="0" i="0" lang="en-GB" sz="1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. </a:t>
            </a: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What is the history and development of the Amish?</a:t>
            </a:r>
            <a:endParaRPr b="0" i="0" sz="1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7766043" y="3022296"/>
            <a:ext cx="358693" cy="429617"/>
          </a:xfrm>
          <a:custGeom>
            <a:rect b="b" l="l" r="r" t="t"/>
            <a:pathLst>
              <a:path extrusionOk="0" h="10725" w="8955">
                <a:moveTo>
                  <a:pt x="4477" y="0"/>
                </a:moveTo>
                <a:cubicBezTo>
                  <a:pt x="2013" y="0"/>
                  <a:pt x="1" y="2000"/>
                  <a:pt x="1" y="4477"/>
                </a:cubicBezTo>
                <a:cubicBezTo>
                  <a:pt x="1" y="7418"/>
                  <a:pt x="3299" y="9978"/>
                  <a:pt x="4227" y="10644"/>
                </a:cubicBezTo>
                <a:cubicBezTo>
                  <a:pt x="4305" y="10698"/>
                  <a:pt x="4391" y="10725"/>
                  <a:pt x="4477" y="10725"/>
                </a:cubicBezTo>
                <a:cubicBezTo>
                  <a:pt x="4564" y="10725"/>
                  <a:pt x="4650" y="10698"/>
                  <a:pt x="4727" y="10644"/>
                </a:cubicBezTo>
                <a:cubicBezTo>
                  <a:pt x="5668" y="9978"/>
                  <a:pt x="8954" y="7418"/>
                  <a:pt x="8954" y="4477"/>
                </a:cubicBezTo>
                <a:cubicBezTo>
                  <a:pt x="8954" y="2000"/>
                  <a:pt x="6954" y="0"/>
                  <a:pt x="4477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endParaRPr b="1" i="0" sz="1200" u="none" cap="none" strike="noStrike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5" name="Google Shape;275;p27"/>
          <p:cNvSpPr txBox="1"/>
          <p:nvPr/>
        </p:nvSpPr>
        <p:spPr>
          <a:xfrm>
            <a:off x="4232215" y="395100"/>
            <a:ext cx="1320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6</a:t>
            </a:r>
            <a:r>
              <a:rPr b="0" i="0" lang="en-GB" sz="12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. </a:t>
            </a: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Why is the Prosperity Gospel controversial? </a:t>
            </a:r>
            <a:endParaRPr b="0" i="0" sz="12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5572893" y="230396"/>
            <a:ext cx="358693" cy="429617"/>
          </a:xfrm>
          <a:custGeom>
            <a:rect b="b" l="l" r="r" t="t"/>
            <a:pathLst>
              <a:path extrusionOk="0" h="10725" w="8955">
                <a:moveTo>
                  <a:pt x="4477" y="0"/>
                </a:moveTo>
                <a:cubicBezTo>
                  <a:pt x="2013" y="0"/>
                  <a:pt x="1" y="2000"/>
                  <a:pt x="1" y="4477"/>
                </a:cubicBezTo>
                <a:cubicBezTo>
                  <a:pt x="1" y="7418"/>
                  <a:pt x="3299" y="9978"/>
                  <a:pt x="4227" y="10644"/>
                </a:cubicBezTo>
                <a:cubicBezTo>
                  <a:pt x="4305" y="10698"/>
                  <a:pt x="4391" y="10725"/>
                  <a:pt x="4477" y="10725"/>
                </a:cubicBezTo>
                <a:cubicBezTo>
                  <a:pt x="4564" y="10725"/>
                  <a:pt x="4650" y="10698"/>
                  <a:pt x="4727" y="10644"/>
                </a:cubicBezTo>
                <a:cubicBezTo>
                  <a:pt x="5668" y="9978"/>
                  <a:pt x="8954" y="7418"/>
                  <a:pt x="8954" y="4477"/>
                </a:cubicBezTo>
                <a:cubicBezTo>
                  <a:pt x="8954" y="2000"/>
                  <a:pt x="6954" y="0"/>
                  <a:pt x="4477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</a:t>
            </a:r>
            <a:endParaRPr b="1" i="0" sz="1200" u="none" cap="none" strike="noStrike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7981768" y="901896"/>
            <a:ext cx="358693" cy="429617"/>
          </a:xfrm>
          <a:custGeom>
            <a:rect b="b" l="l" r="r" t="t"/>
            <a:pathLst>
              <a:path extrusionOk="0" h="10725" w="8955">
                <a:moveTo>
                  <a:pt x="4477" y="0"/>
                </a:moveTo>
                <a:cubicBezTo>
                  <a:pt x="2013" y="0"/>
                  <a:pt x="1" y="2000"/>
                  <a:pt x="1" y="4477"/>
                </a:cubicBezTo>
                <a:cubicBezTo>
                  <a:pt x="1" y="7418"/>
                  <a:pt x="3299" y="9978"/>
                  <a:pt x="4227" y="10644"/>
                </a:cubicBezTo>
                <a:cubicBezTo>
                  <a:pt x="4305" y="10698"/>
                  <a:pt x="4391" y="10725"/>
                  <a:pt x="4477" y="10725"/>
                </a:cubicBezTo>
                <a:cubicBezTo>
                  <a:pt x="4564" y="10725"/>
                  <a:pt x="4650" y="10698"/>
                  <a:pt x="4727" y="10644"/>
                </a:cubicBezTo>
                <a:cubicBezTo>
                  <a:pt x="5668" y="9978"/>
                  <a:pt x="8954" y="7418"/>
                  <a:pt x="8954" y="4477"/>
                </a:cubicBezTo>
                <a:cubicBezTo>
                  <a:pt x="8954" y="2000"/>
                  <a:pt x="6954" y="0"/>
                  <a:pt x="4477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</a:t>
            </a:r>
            <a:endParaRPr b="1" i="0" sz="1200" u="none" cap="none" strike="noStrike">
              <a:solidFill>
                <a:srgbClr val="FFFFFF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78" name="Google Shape;278;p27"/>
          <p:cNvSpPr txBox="1"/>
          <p:nvPr/>
        </p:nvSpPr>
        <p:spPr>
          <a:xfrm>
            <a:off x="5884450" y="5028700"/>
            <a:ext cx="1833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3. What do fundamental Christians believe about creation? </a:t>
            </a:r>
            <a:endParaRPr b="0"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7329850" y="58667"/>
            <a:ext cx="1729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7. How are religion and politics connected in the USA? *</a:t>
            </a:r>
            <a:endParaRPr b="0"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0" y="1087800"/>
            <a:ext cx="1833900" cy="2493300"/>
          </a:xfrm>
          <a:prstGeom prst="roundRect">
            <a:avLst>
              <a:gd fmla="val 8605" name="adj"/>
            </a:avLst>
          </a:prstGeom>
          <a:noFill/>
          <a:ln cap="flat" cmpd="sng" w="1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700">
                <a:latin typeface="Gill Sans"/>
                <a:ea typeface="Gill Sans"/>
                <a:cs typeface="Gill Sans"/>
                <a:sym typeface="Gill Sans"/>
              </a:rPr>
              <a:t>Core concepts</a:t>
            </a:r>
            <a:endParaRPr b="1" i="0" sz="17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1" name="Google Shape;281;p27"/>
          <p:cNvSpPr txBox="1"/>
          <p:nvPr/>
        </p:nvSpPr>
        <p:spPr>
          <a:xfrm>
            <a:off x="518510" y="1497981"/>
            <a:ext cx="137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Belief</a:t>
            </a:r>
            <a:endParaRPr b="1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2" name="Google Shape;282;p27"/>
          <p:cNvSpPr txBox="1"/>
          <p:nvPr/>
        </p:nvSpPr>
        <p:spPr>
          <a:xfrm>
            <a:off x="518506" y="2842189"/>
            <a:ext cx="137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Community</a:t>
            </a:r>
            <a:endParaRPr b="1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83" name="Google Shape;283;p27" title="RS 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49" y="2705783"/>
            <a:ext cx="487475" cy="48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 title="RS 0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21" y="1624407"/>
            <a:ext cx="487475" cy="48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7"/>
          <p:cNvSpPr/>
          <p:nvPr/>
        </p:nvSpPr>
        <p:spPr>
          <a:xfrm>
            <a:off x="8973924" y="1740378"/>
            <a:ext cx="170100" cy="30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27" title="RS 0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366" y="2165084"/>
            <a:ext cx="487475" cy="487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550988" y="1935194"/>
            <a:ext cx="137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Wisdom and authority</a:t>
            </a:r>
            <a:endParaRPr b="1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88" name="Google Shape;288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7425" y="5313525"/>
            <a:ext cx="638575" cy="6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69325" y="4162888"/>
            <a:ext cx="575875" cy="57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49650" y="1750425"/>
            <a:ext cx="877500" cy="8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298750" y="2841138"/>
            <a:ext cx="791950" cy="79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780955" y="1025805"/>
            <a:ext cx="791950" cy="79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553125" y="5680000"/>
            <a:ext cx="877500" cy="8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340450" y="1703625"/>
            <a:ext cx="638575" cy="6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"/>
          <p:cNvSpPr txBox="1"/>
          <p:nvPr>
            <p:ph type="title"/>
          </p:nvPr>
        </p:nvSpPr>
        <p:spPr>
          <a:xfrm>
            <a:off x="258675" y="178017"/>
            <a:ext cx="8520600" cy="76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0" y="6323400"/>
            <a:ext cx="9144000" cy="53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Lesson question;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Topic question; Why don't all Christians express their religious tradition in the same way?</a:t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258675" y="1255550"/>
            <a:ext cx="5477400" cy="4906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Gill Sans"/>
              <a:buAutoNum type="arabicPeriod"/>
            </a:pPr>
            <a:r>
              <a:rPr lang="en-GB" sz="2600">
                <a:latin typeface="Gill Sans"/>
                <a:ea typeface="Gill Sans"/>
                <a:cs typeface="Gill Sans"/>
                <a:sym typeface="Gill Sans"/>
              </a:rPr>
              <a:t>Which groups of settlers brought Christianity to the USA?</a:t>
            </a:r>
            <a:endParaRPr sz="2600">
              <a:latin typeface="Gill Sans"/>
              <a:ea typeface="Gill Sans"/>
              <a:cs typeface="Gill Sans"/>
              <a:sym typeface="Gill Sans"/>
            </a:endParaRPr>
          </a:p>
          <a:p>
            <a:pPr indent="-3937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Gill Sans"/>
              <a:buAutoNum type="alphaLcPeriod"/>
            </a:pPr>
            <a:r>
              <a:rPr b="1" lang="en-GB" sz="2600">
                <a:latin typeface="Gill Sans"/>
                <a:ea typeface="Gill Sans"/>
                <a:cs typeface="Gill Sans"/>
                <a:sym typeface="Gill Sans"/>
              </a:rPr>
              <a:t>Spanish, Dutch, French, English</a:t>
            </a:r>
            <a:endParaRPr b="1" sz="2600">
              <a:latin typeface="Gill Sans"/>
              <a:ea typeface="Gill Sans"/>
              <a:cs typeface="Gill Sans"/>
              <a:sym typeface="Gill Sans"/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Gill Sans"/>
              <a:buAutoNum type="arabicPeriod"/>
            </a:pPr>
            <a:r>
              <a:rPr lang="en-GB" sz="2600">
                <a:latin typeface="Gill Sans"/>
                <a:ea typeface="Gill Sans"/>
                <a:cs typeface="Gill Sans"/>
                <a:sym typeface="Gill Sans"/>
              </a:rPr>
              <a:t>Which Christian group is the largest in the most states?</a:t>
            </a:r>
            <a:endParaRPr sz="2600">
              <a:latin typeface="Gill Sans"/>
              <a:ea typeface="Gill Sans"/>
              <a:cs typeface="Gill Sans"/>
              <a:sym typeface="Gill Sans"/>
            </a:endParaRPr>
          </a:p>
          <a:p>
            <a:pPr indent="-3937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Gill Sans"/>
              <a:buAutoNum type="alphaLcPeriod"/>
            </a:pPr>
            <a:r>
              <a:rPr b="1" lang="en-GB" sz="2600">
                <a:latin typeface="Gill Sans"/>
                <a:ea typeface="Gill Sans"/>
                <a:cs typeface="Gill Sans"/>
                <a:sym typeface="Gill Sans"/>
              </a:rPr>
              <a:t>Catholic</a:t>
            </a:r>
            <a:endParaRPr b="1" sz="2600">
              <a:latin typeface="Gill Sans"/>
              <a:ea typeface="Gill Sans"/>
              <a:cs typeface="Gill Sans"/>
              <a:sym typeface="Gill Sans"/>
            </a:endParaRPr>
          </a:p>
          <a:p>
            <a:pPr indent="-3937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Gill Sans"/>
              <a:buAutoNum type="arabicPeriod"/>
            </a:pPr>
            <a:r>
              <a:rPr lang="en-GB" sz="2600">
                <a:latin typeface="Gill Sans"/>
                <a:ea typeface="Gill Sans"/>
                <a:cs typeface="Gill Sans"/>
                <a:sym typeface="Gill Sans"/>
              </a:rPr>
              <a:t>Can you remember the names of any other Christian groups in the USA?</a:t>
            </a:r>
            <a:endParaRPr sz="2600">
              <a:latin typeface="Gill Sans"/>
              <a:ea typeface="Gill Sans"/>
              <a:cs typeface="Gill Sans"/>
              <a:sym typeface="Gill Sans"/>
            </a:endParaRPr>
          </a:p>
          <a:p>
            <a:pPr indent="-3937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Gill Sans"/>
              <a:buAutoNum type="alphaLcPeriod"/>
            </a:pPr>
            <a:r>
              <a:rPr b="1" lang="en-GB" sz="2600">
                <a:latin typeface="Gill Sans"/>
                <a:ea typeface="Gill Sans"/>
                <a:cs typeface="Gill Sans"/>
                <a:sym typeface="Gill Sans"/>
              </a:rPr>
              <a:t>Protestant, Baptist, Latter-day Saints, Orthodox</a:t>
            </a:r>
            <a:endParaRPr b="1" sz="26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02" name="Google Shape;3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8425" y="1180674"/>
            <a:ext cx="2980399" cy="20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2775" y="3476535"/>
            <a:ext cx="2071681" cy="2589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50" y="599600"/>
            <a:ext cx="763500" cy="7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/>
          <p:nvPr>
            <p:ph type="title"/>
          </p:nvPr>
        </p:nvSpPr>
        <p:spPr>
          <a:xfrm>
            <a:off x="258675" y="178017"/>
            <a:ext cx="8520600" cy="76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0" y="6323400"/>
            <a:ext cx="9144000" cy="53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Lesson question;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Topic question; Why don't all Christians express their religious tradition in the same way?</a:t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1" name="Google Shape;311;p29"/>
          <p:cNvSpPr txBox="1"/>
          <p:nvPr>
            <p:ph type="title"/>
          </p:nvPr>
        </p:nvSpPr>
        <p:spPr>
          <a:xfrm>
            <a:off x="258675" y="1413275"/>
            <a:ext cx="5260800" cy="4400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As we began to look at last lesson, 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Christianity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 in the USA is not just one group, denomination or church. 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It is made up of different traditions, each shaped by history, migration and beliefs. 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Today we are going to look at 5 groups. 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12" name="Google Shape;31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1675" y="2308117"/>
            <a:ext cx="2628900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57224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0"/>
          <p:cNvSpPr txBox="1"/>
          <p:nvPr>
            <p:ph type="title"/>
          </p:nvPr>
        </p:nvSpPr>
        <p:spPr>
          <a:xfrm>
            <a:off x="258675" y="178017"/>
            <a:ext cx="8520600" cy="76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0" y="6323400"/>
            <a:ext cx="9144000" cy="53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Lesson question;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Topic question; Why don't all Christians express their religious tradition in the same way?</a:t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6" name="Google Shape;326;p31"/>
          <p:cNvGraphicFramePr/>
          <p:nvPr/>
        </p:nvGraphicFramePr>
        <p:xfrm>
          <a:off x="258688" y="114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{0E635EAB-1716-476B-880B-B57E568836BC}</a:tableStyleId>
              </a:tblPr>
              <a:tblGrid>
                <a:gridCol w="1754200"/>
                <a:gridCol w="1308725"/>
                <a:gridCol w="1308725"/>
                <a:gridCol w="1308725"/>
                <a:gridCol w="1420100"/>
                <a:gridCol w="1420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Catholic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Protestant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Other Christian groups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The Catholic Church traces itself back to the the time of Jesus and sees the Pope as their spiritual leader.</a:t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Protestant churches split from the Catholic Church during the Reformation in the 1500s because they wanted to follow the Bible more directly and have independent local churches.</a:t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Groups like the Latter-day Saints and the Amish developed later within Christianity.</a:t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Catholic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Evangelical Protestant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Baptist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Methodist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Latter-day Saints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Amish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Largest single Christian denomination, tracing its history, with worship centred on sacraments, the Pope, and formal worship.</a:t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Focused on personal faith, the authority of the Bible, being “born again,” and sharing their beliefs with others.</a:t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Only adults are baptised, focuses on preaching and Bible study, and values local church independence.</a:t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Personal faith, social action, and structured worship are important. </a:t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Founded in the 1830s, following the Bible and the Book of Mormon, with strong family and community practices.</a:t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Focuses on technology-free living, home-based worship, and tight-knit community life.</a:t>
                      </a:r>
                      <a:endParaRPr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 gridSpan="6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Together, all these groups are Christian because they follow Jesus, but they have different histories, beliefs, and ways of practising their faith.</a:t>
                      </a:r>
                      <a:endParaRPr b="1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327" name="Google Shape;327;p31"/>
          <p:cNvSpPr txBox="1"/>
          <p:nvPr>
            <p:ph type="title"/>
          </p:nvPr>
        </p:nvSpPr>
        <p:spPr>
          <a:xfrm>
            <a:off x="258675" y="178017"/>
            <a:ext cx="8520600" cy="76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0" y="6323400"/>
            <a:ext cx="9144000" cy="53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Lesson question;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Topic question; Why don't all Christians express their religious tradition in the same way?</a:t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9" name="Google Shape;329;p31"/>
          <p:cNvSpPr/>
          <p:nvPr/>
        </p:nvSpPr>
        <p:spPr>
          <a:xfrm>
            <a:off x="347600" y="1650300"/>
            <a:ext cx="1518900" cy="1095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2097075" y="1618985"/>
            <a:ext cx="3762000" cy="1095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6022950" y="1650300"/>
            <a:ext cx="2654400" cy="1095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316293" y="3532325"/>
            <a:ext cx="1680900" cy="1687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2097075" y="3532325"/>
            <a:ext cx="1037700" cy="1917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4716061" y="3454950"/>
            <a:ext cx="1123200" cy="1917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3406577" y="3454950"/>
            <a:ext cx="1123200" cy="1917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1"/>
          <p:cNvSpPr/>
          <p:nvPr/>
        </p:nvSpPr>
        <p:spPr>
          <a:xfrm>
            <a:off x="6025525" y="3454975"/>
            <a:ext cx="1242600" cy="1917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1"/>
          <p:cNvSpPr/>
          <p:nvPr/>
        </p:nvSpPr>
        <p:spPr>
          <a:xfrm>
            <a:off x="7420525" y="3454975"/>
            <a:ext cx="1242600" cy="1917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1"/>
          <p:cNvSpPr/>
          <p:nvPr/>
        </p:nvSpPr>
        <p:spPr>
          <a:xfrm>
            <a:off x="316300" y="5632963"/>
            <a:ext cx="8346900" cy="392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" name="Google Shape;3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9675"/>
            <a:ext cx="658300" cy="6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 txBox="1"/>
          <p:nvPr>
            <p:ph type="title"/>
          </p:nvPr>
        </p:nvSpPr>
        <p:spPr>
          <a:xfrm>
            <a:off x="258675" y="178017"/>
            <a:ext cx="8520600" cy="76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5" name="Google Shape;345;p32"/>
          <p:cNvSpPr/>
          <p:nvPr/>
        </p:nvSpPr>
        <p:spPr>
          <a:xfrm>
            <a:off x="0" y="6323400"/>
            <a:ext cx="9144000" cy="53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Lesson question;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Topic question; Why don't all Christians express their religious tradition in the same way?</a:t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6" name="Google Shape;346;p32"/>
          <p:cNvSpPr txBox="1"/>
          <p:nvPr>
            <p:ph type="title"/>
          </p:nvPr>
        </p:nvSpPr>
        <p:spPr>
          <a:xfrm>
            <a:off x="258675" y="1173425"/>
            <a:ext cx="4207200" cy="4338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While all these groups are Christians, they practise their faith 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differently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, place importance on different things and live their lives differently, according to their various 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beliefs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. 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47" name="Google Shape;34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275" y="1093924"/>
            <a:ext cx="3771758" cy="285663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8" name="Google Shape;348;p32"/>
          <p:cNvSpPr txBox="1"/>
          <p:nvPr>
            <p:ph type="title"/>
          </p:nvPr>
        </p:nvSpPr>
        <p:spPr>
          <a:xfrm>
            <a:off x="4618275" y="4102950"/>
            <a:ext cx="4207200" cy="2010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333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Use the information 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around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 the room to complete the table 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about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 6 different 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Christian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 traditions. 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49" name="Google Shape;34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79675"/>
            <a:ext cx="658300" cy="6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3"/>
          <p:cNvSpPr txBox="1"/>
          <p:nvPr>
            <p:ph type="title"/>
          </p:nvPr>
        </p:nvSpPr>
        <p:spPr>
          <a:xfrm>
            <a:off x="258675" y="178017"/>
            <a:ext cx="8520600" cy="76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5" name="Google Shape;355;p33"/>
          <p:cNvSpPr/>
          <p:nvPr/>
        </p:nvSpPr>
        <p:spPr>
          <a:xfrm>
            <a:off x="0" y="6323400"/>
            <a:ext cx="9144000" cy="53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Lesson question;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Topic question; Why don't all Christians express their religious tradition in the same way?</a:t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6" name="Google Shape;356;p33"/>
          <p:cNvSpPr txBox="1"/>
          <p:nvPr>
            <p:ph type="title"/>
          </p:nvPr>
        </p:nvSpPr>
        <p:spPr>
          <a:xfrm>
            <a:off x="258675" y="1413275"/>
            <a:ext cx="5260800" cy="3008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similarities and differences do you see between these denominations?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57" name="Google Shape;357;p3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650" y="941525"/>
            <a:ext cx="756000" cy="746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569625"/>
            <a:ext cx="756000" cy="7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8125" y="2967699"/>
            <a:ext cx="3771758" cy="285663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"/>
          <p:cNvSpPr txBox="1"/>
          <p:nvPr>
            <p:ph type="title"/>
          </p:nvPr>
        </p:nvSpPr>
        <p:spPr>
          <a:xfrm>
            <a:off x="258675" y="178017"/>
            <a:ext cx="8520600" cy="76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5" name="Google Shape;365;p34"/>
          <p:cNvSpPr/>
          <p:nvPr/>
        </p:nvSpPr>
        <p:spPr>
          <a:xfrm>
            <a:off x="0" y="6323400"/>
            <a:ext cx="9144000" cy="53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Lesson question;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Topic question; Why don't all Christians express their religious tradition in the same way?</a:t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6" name="Google Shape;366;p34"/>
          <p:cNvSpPr txBox="1"/>
          <p:nvPr>
            <p:ph type="title"/>
          </p:nvPr>
        </p:nvSpPr>
        <p:spPr>
          <a:xfrm>
            <a:off x="258675" y="1413275"/>
            <a:ext cx="4191900" cy="4400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 sz="1800">
                <a:latin typeface="Gill Sans"/>
                <a:ea typeface="Gill Sans"/>
                <a:cs typeface="Gill Sans"/>
                <a:sym typeface="Gill Sans"/>
              </a:rPr>
              <a:t>Similarities</a:t>
            </a:r>
            <a:endParaRPr b="1" sz="18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800"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Belief in Jesus and salvation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Use of the Bible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Community and family focus</a:t>
            </a:r>
            <a:endParaRPr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Similar rituals, </a:t>
            </a: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although</a:t>
            </a: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 they may differ in style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67" name="Google Shape;36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50" y="599600"/>
            <a:ext cx="763500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4"/>
          <p:cNvSpPr txBox="1"/>
          <p:nvPr>
            <p:ph type="title"/>
          </p:nvPr>
        </p:nvSpPr>
        <p:spPr>
          <a:xfrm>
            <a:off x="4743225" y="1432413"/>
            <a:ext cx="4191900" cy="4400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 sz="1800">
                <a:latin typeface="Gill Sans"/>
                <a:ea typeface="Gill Sans"/>
                <a:cs typeface="Gill Sans"/>
                <a:sym typeface="Gill Sans"/>
              </a:rPr>
              <a:t>Differences</a:t>
            </a:r>
            <a:endParaRPr b="1" sz="18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1800"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Baptism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Worship style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Authority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Gill Sans"/>
              <a:buAutoNum type="arabicPeriod"/>
            </a:pP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Lifestyle focus; charity, </a:t>
            </a: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family</a:t>
            </a:r>
            <a:r>
              <a:rPr lang="en-GB" sz="1800">
                <a:latin typeface="Gill Sans"/>
                <a:ea typeface="Gill Sans"/>
                <a:cs typeface="Gill Sans"/>
                <a:sym typeface="Gill Sans"/>
              </a:rPr>
              <a:t>, evangelism, helping others. Bible study ect</a:t>
            </a:r>
            <a:endParaRPr sz="18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400" y="2503004"/>
            <a:ext cx="3771758" cy="285663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4" name="Google Shape;374;p35"/>
          <p:cNvSpPr txBox="1"/>
          <p:nvPr>
            <p:ph type="title"/>
          </p:nvPr>
        </p:nvSpPr>
        <p:spPr>
          <a:xfrm>
            <a:off x="258675" y="178017"/>
            <a:ext cx="8520600" cy="76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5" name="Google Shape;375;p35"/>
          <p:cNvSpPr/>
          <p:nvPr/>
        </p:nvSpPr>
        <p:spPr>
          <a:xfrm>
            <a:off x="0" y="6323400"/>
            <a:ext cx="9144000" cy="53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Lesson question;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Topic question; Why don't all Christians express their religious tradition in the same way?</a:t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6" name="Google Shape;376;p35"/>
          <p:cNvSpPr txBox="1"/>
          <p:nvPr>
            <p:ph type="title"/>
          </p:nvPr>
        </p:nvSpPr>
        <p:spPr>
          <a:xfrm>
            <a:off x="258675" y="1413275"/>
            <a:ext cx="3444000" cy="2364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333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Look back at Baptists and Catholics now - what differences do you notice?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7" name="Google Shape;377;p35"/>
          <p:cNvSpPr txBox="1"/>
          <p:nvPr>
            <p:ph type="title"/>
          </p:nvPr>
        </p:nvSpPr>
        <p:spPr>
          <a:xfrm>
            <a:off x="3927425" y="1595200"/>
            <a:ext cx="4851600" cy="4113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Both Baptists and Catholics </a:t>
            </a:r>
            <a:r>
              <a:rPr b="1" lang="en-GB" sz="3000">
                <a:latin typeface="Gill Sans"/>
                <a:ea typeface="Gill Sans"/>
                <a:cs typeface="Gill Sans"/>
                <a:sym typeface="Gill Sans"/>
              </a:rPr>
              <a:t>baptise 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people into the faith, but they do this at different times and in different ways.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Let’s look at these now and think about what happens, and what is different. 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78" name="Google Shape;37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50" y="706805"/>
            <a:ext cx="1019375" cy="10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5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0425" y="1112275"/>
            <a:ext cx="756000" cy="746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6"/>
          <p:cNvSpPr txBox="1"/>
          <p:nvPr>
            <p:ph type="title"/>
          </p:nvPr>
        </p:nvSpPr>
        <p:spPr>
          <a:xfrm>
            <a:off x="258675" y="178017"/>
            <a:ext cx="8520600" cy="76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6" name="Google Shape;386;p36"/>
          <p:cNvSpPr/>
          <p:nvPr/>
        </p:nvSpPr>
        <p:spPr>
          <a:xfrm>
            <a:off x="0" y="6323400"/>
            <a:ext cx="9144000" cy="53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Lesson question;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Topic question; Why don't all Christians express their religious tradition in the same way?</a:t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87" name="Google Shape;38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0875" y="1085551"/>
            <a:ext cx="4779374" cy="260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 txBox="1"/>
          <p:nvPr>
            <p:ph type="title"/>
          </p:nvPr>
        </p:nvSpPr>
        <p:spPr>
          <a:xfrm>
            <a:off x="152400" y="3838625"/>
            <a:ext cx="5260800" cy="1974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happens?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Who is baptised?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Why are they baptised? 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9" name="Google Shape;389;p36"/>
          <p:cNvSpPr txBox="1"/>
          <p:nvPr>
            <p:ph type="title"/>
          </p:nvPr>
        </p:nvSpPr>
        <p:spPr>
          <a:xfrm>
            <a:off x="152400" y="3838625"/>
            <a:ext cx="5260800" cy="1974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Gill Sans"/>
              <a:buAutoNum type="arabicPeriod"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happens?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Gill Sans"/>
              <a:buAutoNum type="arabicPeriod"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Who is baptised?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Gill Sans"/>
              <a:buAutoNum type="arabicPeriod"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Why are they baptised? 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0" name="Google Shape;390;p36"/>
          <p:cNvSpPr txBox="1"/>
          <p:nvPr>
            <p:ph type="title"/>
          </p:nvPr>
        </p:nvSpPr>
        <p:spPr>
          <a:xfrm>
            <a:off x="258675" y="1353850"/>
            <a:ext cx="1749000" cy="1974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 sz="3000">
                <a:latin typeface="Gill Sans"/>
                <a:ea typeface="Gill Sans"/>
                <a:cs typeface="Gill Sans"/>
                <a:sym typeface="Gill Sans"/>
              </a:rPr>
              <a:t>Catholic Baptism</a:t>
            </a:r>
            <a:endParaRPr b="1" sz="30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391" name="Google Shape;391;p36" title="Voice 002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8177" y="4042742"/>
            <a:ext cx="1566675" cy="15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567850"/>
            <a:ext cx="914400" cy="91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6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3316" y="941525"/>
            <a:ext cx="759725" cy="75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80836" y="4916775"/>
            <a:ext cx="999450" cy="9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7"/>
          <p:cNvSpPr txBox="1"/>
          <p:nvPr>
            <p:ph type="title"/>
          </p:nvPr>
        </p:nvSpPr>
        <p:spPr>
          <a:xfrm>
            <a:off x="258675" y="178017"/>
            <a:ext cx="8520600" cy="76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1" name="Google Shape;401;p37"/>
          <p:cNvSpPr/>
          <p:nvPr/>
        </p:nvSpPr>
        <p:spPr>
          <a:xfrm>
            <a:off x="0" y="6323400"/>
            <a:ext cx="9144000" cy="53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Lesson question;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Topic question; Why don't all Christians express their religious tradition in the same way?</a:t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2" name="Google Shape;402;p37"/>
          <p:cNvSpPr txBox="1"/>
          <p:nvPr>
            <p:ph type="title"/>
          </p:nvPr>
        </p:nvSpPr>
        <p:spPr>
          <a:xfrm>
            <a:off x="152400" y="3838625"/>
            <a:ext cx="5260800" cy="1974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Gill Sans"/>
              <a:buAutoNum type="arabicPeriod"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happens?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Gill Sans"/>
              <a:buAutoNum type="arabicPeriod"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Who is baptised?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Gill Sans"/>
              <a:buAutoNum type="arabicPeriod"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Why are they baptised? 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3" name="Google Shape;403;p37"/>
          <p:cNvSpPr txBox="1"/>
          <p:nvPr>
            <p:ph type="title"/>
          </p:nvPr>
        </p:nvSpPr>
        <p:spPr>
          <a:xfrm>
            <a:off x="258675" y="1353850"/>
            <a:ext cx="1922100" cy="1974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 sz="3000">
                <a:latin typeface="Gill Sans"/>
                <a:ea typeface="Gill Sans"/>
                <a:cs typeface="Gill Sans"/>
                <a:sym typeface="Gill Sans"/>
              </a:rPr>
              <a:t>Believers </a:t>
            </a:r>
            <a:r>
              <a:rPr b="1" lang="en-GB" sz="3000">
                <a:latin typeface="Gill Sans"/>
                <a:ea typeface="Gill Sans"/>
                <a:cs typeface="Gill Sans"/>
                <a:sym typeface="Gill Sans"/>
              </a:rPr>
              <a:t>Baptism</a:t>
            </a:r>
            <a:endParaRPr b="1" sz="30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04" name="Google Shape;40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5600" y="1103913"/>
            <a:ext cx="4712102" cy="2572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7" title="Voice 001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5169" y="4103428"/>
            <a:ext cx="1532925" cy="15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567850"/>
            <a:ext cx="914400" cy="91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7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3316" y="941525"/>
            <a:ext cx="759725" cy="75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80836" y="4916775"/>
            <a:ext cx="999450" cy="9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3" name="Google Shape;413;p38"/>
          <p:cNvGraphicFramePr/>
          <p:nvPr/>
        </p:nvGraphicFramePr>
        <p:xfrm>
          <a:off x="93775" y="109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{0E635EAB-1716-476B-880B-B57E568836BC}</a:tableStyleId>
              </a:tblPr>
              <a:tblGrid>
                <a:gridCol w="4421475"/>
                <a:gridCol w="4421475"/>
              </a:tblGrid>
              <a:tr h="42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Catholic baptism</a:t>
                      </a:r>
                      <a:endParaRPr b="1" sz="20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000"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Believers baptism</a:t>
                      </a:r>
                      <a:endParaRPr b="1" sz="20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4246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1. </a:t>
                      </a:r>
                      <a:r>
                        <a:rPr b="1"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What happens?</a:t>
                      </a:r>
                      <a:endParaRPr b="1"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Catholic: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Water is poured on the baby’s head, and special words are said. It is a sacrament, meaning God’s grace is received through this ritual.</a:t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2. Who is baptized?</a:t>
                      </a:r>
                      <a:endParaRPr b="1"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Catholic: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Babies, with their parents’ permission.</a:t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3. Why are they baptized?</a:t>
                      </a:r>
                      <a:endParaRPr b="1"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Catholic: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To welcome them into God’s family and the Church, and to begin receiving God’s grace from the start of life.</a:t>
                      </a:r>
                      <a:endParaRPr sz="18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1. What happens?</a:t>
                      </a:r>
                      <a:endParaRPr b="1"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Baptist: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The person is fully immersed in water (completely goes under).</a:t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2. Who is baptized?</a:t>
                      </a:r>
                      <a:endParaRPr b="1"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Baptist: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People old enough to choose to follow Jesus themselves (older children or adults).</a:t>
                      </a:r>
                      <a:endParaRPr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3. Why are they baptized?</a:t>
                      </a:r>
                      <a:endParaRPr b="1" sz="1800">
                        <a:solidFill>
                          <a:schemeClr val="dk1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●"/>
                      </a:pPr>
                      <a:r>
                        <a:rPr b="1"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Baptist: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Gill Sans"/>
                          <a:ea typeface="Gill Sans"/>
                          <a:cs typeface="Gill Sans"/>
                          <a:sym typeface="Gill Sans"/>
                        </a:rPr>
                        <a:t> To show they have personally chosen to commit to God, obey His teachings, and start a new life with Jesus.</a:t>
                      </a:r>
                      <a:endParaRPr sz="1800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414" name="Google Shape;414;p38"/>
          <p:cNvSpPr txBox="1"/>
          <p:nvPr>
            <p:ph type="title"/>
          </p:nvPr>
        </p:nvSpPr>
        <p:spPr>
          <a:xfrm>
            <a:off x="258675" y="178017"/>
            <a:ext cx="8520600" cy="76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5" name="Google Shape;415;p38"/>
          <p:cNvSpPr/>
          <p:nvPr/>
        </p:nvSpPr>
        <p:spPr>
          <a:xfrm>
            <a:off x="0" y="6323400"/>
            <a:ext cx="9144000" cy="53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Lesson question;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Topic question; Why don't all Christians express their religious tradition in the same way?</a:t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6" name="Google Shape;416;p38"/>
          <p:cNvSpPr/>
          <p:nvPr/>
        </p:nvSpPr>
        <p:spPr>
          <a:xfrm>
            <a:off x="224850" y="1723500"/>
            <a:ext cx="4212300" cy="1501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8"/>
          <p:cNvSpPr/>
          <p:nvPr/>
        </p:nvSpPr>
        <p:spPr>
          <a:xfrm>
            <a:off x="179880" y="3270371"/>
            <a:ext cx="4212300" cy="882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8"/>
          <p:cNvSpPr/>
          <p:nvPr/>
        </p:nvSpPr>
        <p:spPr>
          <a:xfrm>
            <a:off x="179875" y="4197346"/>
            <a:ext cx="4212300" cy="1591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8"/>
          <p:cNvSpPr/>
          <p:nvPr/>
        </p:nvSpPr>
        <p:spPr>
          <a:xfrm>
            <a:off x="4572000" y="1723500"/>
            <a:ext cx="4212300" cy="882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8"/>
          <p:cNvSpPr/>
          <p:nvPr/>
        </p:nvSpPr>
        <p:spPr>
          <a:xfrm>
            <a:off x="4572000" y="2605500"/>
            <a:ext cx="4212300" cy="123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8"/>
          <p:cNvSpPr/>
          <p:nvPr/>
        </p:nvSpPr>
        <p:spPr>
          <a:xfrm>
            <a:off x="4623235" y="3931250"/>
            <a:ext cx="4212300" cy="123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9"/>
          <p:cNvSpPr txBox="1"/>
          <p:nvPr>
            <p:ph type="title"/>
          </p:nvPr>
        </p:nvSpPr>
        <p:spPr>
          <a:xfrm>
            <a:off x="258675" y="178017"/>
            <a:ext cx="8520600" cy="76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7" name="Google Shape;427;p39"/>
          <p:cNvSpPr/>
          <p:nvPr/>
        </p:nvSpPr>
        <p:spPr>
          <a:xfrm>
            <a:off x="0" y="6323400"/>
            <a:ext cx="9144000" cy="534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Lesson question; </a:t>
            </a:r>
            <a:r>
              <a:rPr b="1" lang="en-GB" sz="1600">
                <a:latin typeface="Gill Sans"/>
                <a:ea typeface="Gill Sans"/>
                <a:cs typeface="Gill Sans"/>
                <a:sym typeface="Gill Sans"/>
              </a:rPr>
              <a:t>What are the largest Christian groups in the USA?</a:t>
            </a:r>
            <a:endParaRPr b="1"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Topic question; Why don't all Christians express their religious tradition in the same way?</a:t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8" name="Google Shape;428;p39"/>
          <p:cNvSpPr txBox="1"/>
          <p:nvPr>
            <p:ph type="title"/>
          </p:nvPr>
        </p:nvSpPr>
        <p:spPr>
          <a:xfrm>
            <a:off x="152400" y="1085550"/>
            <a:ext cx="3649800" cy="501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Gill Sans"/>
              <a:buAutoNum type="arabicPeriod"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are the 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key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 differences between the largest Christian groups in the USA?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Gill Sans"/>
              <a:buAutoNum type="arabicPeriod"/>
            </a:pP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What are 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the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 key differences between baptism in 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the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 Catholic and 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Baptist</a:t>
            </a:r>
            <a:r>
              <a:rPr lang="en-GB" sz="3000">
                <a:latin typeface="Gill Sans"/>
                <a:ea typeface="Gill Sans"/>
                <a:cs typeface="Gill Sans"/>
                <a:sym typeface="Gill Sans"/>
              </a:rPr>
              <a:t> Church?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429" name="Google Shape;42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5550" y="3429000"/>
            <a:ext cx="3793725" cy="2070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8025" y="1464050"/>
            <a:ext cx="3599475" cy="1964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4161" y="5169650"/>
            <a:ext cx="999450" cy="9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