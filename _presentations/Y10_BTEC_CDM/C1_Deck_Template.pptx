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01c42a-e1c8-6a1a-0ca1-a232eb2fd528}">
          <p14:sldIdLst>
            <p14:sldId id="256"/>
            <p14:sldId id="261"/>
          </p14:sldIdLst>
        </p14:section>
        <p14:section name="Guide" id="{cb7de183-1e26-803f-e085-b28e9fb8e293}">
          <p14:sldIdLst>
            <p14:sldId id="257"/>
            <p14:sldId id="258"/>
          </p14:sldIdLst>
        </p14:section>
        <p14:section name="Recap &amp; Recall" id="{b07bb9a5-6751-64bc-3235-641d53c2c666}">
          <p14:sldIdLst>
            <p14:sldId id="259"/>
            <p14:sldId id="260"/>
          </p14:sldIdLst>
        </p14:section>
        <p14:section name="Learning intentions" id="{a85f13d3-f922-a4cf-65ad-6d4e8103a614}">
          <p14:sldIdLst>
            <p14:sldId id="262"/>
          </p14:sldIdLst>
        </p14:section>
        <p14:section name="Content" id="{4a6d1482-2524-6cbe-af72-a36f510439ff}">
          <p14:sldIdLst>
            <p14:sldId id="263"/>
            <p14:sldId id="264"/>
            <p14:sldId id="265"/>
            <p14:sldId id="266"/>
            <p14:sldId id="267"/>
            <p14:sldId id="268"/>
            <p14:sldId id="270"/>
          </p14:sldIdLst>
        </p14:section>
        <p14:section name="Practice" id="{60eb7de7-ea09-4326-347e-e8a170b6d6a5}">
          <p14:sldIdLst>
            <p14:sldId id="269"/>
          </p14:sldIdLst>
        </p14:section>
        <p14:section name="Feedback" id="{e0926c99-13e2-2ef0-5cd8-74f9a108e893}">
          <p14:sldIdLst>
            <p14:sldId id="271"/>
          </p14:sldIdLst>
        </p14:section>
        <p14:section name="Plenary" id="{192adb1a-3fca-9810-71aa-ab442a114d29}">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reference deck, not a lesson. Each example slide names its recipe (a function in c1_kit.cjs) in the footer; its speaker notes say when to use it.
Rules and feedback: README.md in this folder. Rebuild with: node build_template.cjs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c1_kit.cjs (palette, masters and one function per slide type), build_template.cjs (this deck), README.md (rules and feedback log). Copy build_template.cjs to build_L&lt;n&gt;.cjs for a lesson and keep only the slides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recallStarter — always the first slide. 2–4 questions from last lesson and further back; the tag says which lesson. Give choices or an example in the question (README rule), so it isn't bare recall. Light paper slide, so the answers slide can be the dark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recallAnswers — the same questions on ink, answers in red. Students tick or fix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titleSlide — the lesson as a magazine cover. coverLine = the lesson title (short!). The image fills the right side: use a real product from today's lesson; ask Nick for it before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 topic question (whole component, muted, the same every lesson) and today's question (ink panel). The plenary comes back to today's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 — New Information. A one-sentence standfirst, then up to 4 numbered points (bold lead-in + one line). Leave imgLabel and img out for a full-width text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keyTerm — one key term or theory per slide: the word, how to say it if needed, a plain definition, and a REAL example with its image (ask Nick for the image). Abstract terms need a concrete model first (README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readingScaffold — for any dense text (briefs, theory, exemplars). One short chunk per slide. step = the live stage (0 Read, 1 Jot, 2 Turn &amp; Talk, 3 Share): duplicate the slide and change step to move through it. Never jump straight to open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 a Google Drive clip (listed in Y10/media.md). The watch window is always on the slide: the page can start the clip at a time but can't stop it. Questions come after watching, not during.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annotate — a real product with numbered markers; marks[].at is [across, down] from 0 to 1 on the image. Up to 4–5 marks. Use as Deliberate Practice (default) or pillar: "info" for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 two real products and the same criteria for each. Leave cells blank for students to fill in, or fill them for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 Deliberate Practice. Numbered steps (3–4), where to find the worksheet, success criteria on the right, optional timer.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choice — hinge question with 2–4 options; students show A/B/C on fingers or whiteboards. Use it to check before moving on. Make every option plausible and a similar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modelAnswer — Feedback. A model paragraph colour-coded by job (key = the roles, in order). Component 1 is marked on analytical writing, so model it before students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plenary — always last. Revisits today's question as an exit task, with a sentence 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1_PAPER">
    <p:bg>
      <p:bgPr>
        <a:solidFill>
          <a:srgbClr val="F4EFE6"/>
        </a:solidFill>
      </p:bgPr>
    </p:bg>
    <p:spTree>
      <p:nvGrpSpPr>
        <p:cNvPr id="1" name=""/>
        <p:cNvGrpSpPr/>
        <p:nvPr/>
      </p:nvGrpSpPr>
      <p:grpSpPr>
        <a:xfrm>
          <a:off x="0" y="0"/>
          <a:ext cx="0" cy="0"/>
          <a:chOff x="0" y="0"/>
          <a:chExt cx="0" cy="0"/>
        </a:xfrm>
      </p:grpSpPr>
      <p:sp>
        <p:nvSpPr>
          <p:cNvPr id="2" name="Text 0"/>
          <p:cNvSpPr/>
          <p:nvPr/>
        </p:nvSpPr>
        <p:spPr>
          <a:xfrm>
            <a:off x="548640" y="109728"/>
            <a:ext cx="7315200" cy="256032"/>
          </a:xfrm>
          <a:prstGeom prst="rect">
            <a:avLst/>
          </a:prstGeom>
          <a:noFill/>
          <a:ln/>
        </p:spPr>
        <p:txBody>
          <a:bodyPr wrap="square" lIns="0" tIns="0" rIns="0" bIns="0" rtlCol="0" anchor="ctr"/>
          <a:lstStyle/>
          <a:p>
            <a:pPr indent="0" marL="0">
              <a:buNone/>
            </a:pPr>
            <a:r>
              <a:rPr lang="en-US" sz="1100" b="1" spc="300" kern="0" dirty="0">
                <a:solidFill>
                  <a:srgbClr val="5F5A52"/>
                </a:solidFill>
                <a:latin typeface="Segoe UI" pitchFamily="34" charset="0"/>
                <a:ea typeface="Segoe UI" pitchFamily="34" charset="-122"/>
                <a:cs typeface="Segoe UI" pitchFamily="34" charset="-120"/>
              </a:rPr>
              <a:t>COMPONENT 1  ·  EXPLORING MEDIA PRODUCTS</a:t>
            </a:r>
            <a:endParaRPr lang="en-US" sz="1100" dirty="0"/>
          </a:p>
        </p:txBody>
      </p:sp>
      <p:sp>
        <p:nvSpPr>
          <p:cNvPr id="3" name="Text 1"/>
          <p:cNvSpPr/>
          <p:nvPr/>
        </p:nvSpPr>
        <p:spPr>
          <a:xfrm>
            <a:off x="8899855" y="109728"/>
            <a:ext cx="2743200" cy="256032"/>
          </a:xfrm>
          <a:prstGeom prst="rect">
            <a:avLst/>
          </a:prstGeom>
          <a:noFill/>
          <a:ln/>
        </p:spPr>
        <p:txBody>
          <a:bodyPr wrap="square" lIns="0" tIns="0" rIns="0" bIns="0" rtlCol="0" anchor="ctr"/>
          <a:lstStyle/>
          <a:p>
            <a:pPr algn="r" indent="0" marL="0">
              <a:buNone/>
            </a:pPr>
            <a:endParaRPr lang="en-US" sz="1100" dirty="0"/>
          </a:p>
        </p:txBody>
      </p:sp>
      <p:sp>
        <p:nvSpPr>
          <p:cNvPr id="4" name="Shape 2"/>
          <p:cNvSpPr/>
          <p:nvPr/>
        </p:nvSpPr>
        <p:spPr>
          <a:xfrm>
            <a:off x="548640" y="402336"/>
            <a:ext cx="11094415" cy="0"/>
          </a:xfrm>
          <a:prstGeom prst="line">
            <a:avLst/>
          </a:prstGeom>
          <a:noFill/>
          <a:ln w="31750">
            <a:solidFill>
              <a:srgbClr val="16161A"/>
            </a:solidFill>
            <a:prstDash val="solid"/>
          </a:ln>
        </p:spPr>
      </p:sp>
      <p:sp>
        <p:nvSpPr>
          <p:cNvPr id="5" name="Text 3"/>
          <p:cNvSpPr/>
          <p:nvPr>
            <p:ph idx="103" type="title" hasCustomPrompt="1"/>
          </p:nvPr>
        </p:nvSpPr>
        <p:spPr>
          <a:xfrm>
            <a:off x="548640" y="566928"/>
            <a:ext cx="9966960" cy="914400"/>
          </a:xfrm>
          <a:prstGeom prst="rect">
            <a:avLst/>
          </a:prstGeom>
          <a:noFill/>
          <a:ln/>
        </p:spPr>
        <p:txBody>
          <a:bodyPr wrap="square" rtlCol="0"/>
          <a:lstStyle>
            <a:lvl1pPr algn="l" indent="0" marL="0">
              <a:buNone/>
              <a:defRPr lang="en-US" sz="4400" dirty="0">
                <a:solidFill>
                  <a:srgbClr val="16161A"/>
                </a:solidFill>
                <a:latin typeface="Bahnschrift SemiBold Condensed" pitchFamily="34" charset="0"/>
                <a:ea typeface="Bahnschrift SemiBold Condensed" pitchFamily="34" charset="-122"/>
                <a:cs typeface="Bahnschrift SemiBold Condensed"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F5A52"/>
                </a:solidFill>
                <a:latin typeface="Segoe UI"/>
                <a:ea typeface="Segoe UI"/>
                <a:cs typeface="Segoe UI"/>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1_INK">
    <p:bg>
      <p:bgPr>
        <a:solidFill>
          <a:srgbClr val="16161A"/>
        </a:solidFill>
      </p:bgPr>
    </p:bg>
    <p:spTree>
      <p:nvGrpSpPr>
        <p:cNvPr id="1" name=""/>
        <p:cNvGrpSpPr/>
        <p:nvPr/>
      </p:nvGrpSpPr>
      <p:grpSpPr>
        <a:xfrm>
          <a:off x="0" y="0"/>
          <a:ext cx="0" cy="0"/>
          <a:chOff x="0" y="0"/>
          <a:chExt cx="0" cy="0"/>
        </a:xfrm>
      </p:grpSpPr>
      <p:sp>
        <p:nvSpPr>
          <p:cNvPr id="2" name="Text 0"/>
          <p:cNvSpPr/>
          <p:nvPr/>
        </p:nvSpPr>
        <p:spPr>
          <a:xfrm>
            <a:off x="548640" y="109728"/>
            <a:ext cx="7315200" cy="256032"/>
          </a:xfrm>
          <a:prstGeom prst="rect">
            <a:avLst/>
          </a:prstGeom>
          <a:noFill/>
          <a:ln/>
        </p:spPr>
        <p:txBody>
          <a:bodyPr wrap="square" lIns="0" tIns="0" rIns="0" bIns="0" rtlCol="0" anchor="ctr"/>
          <a:lstStyle/>
          <a:p>
            <a:pPr indent="0" marL="0">
              <a:buNone/>
            </a:pPr>
            <a:r>
              <a:rPr lang="en-US" sz="1100" b="1" spc="300" kern="0" dirty="0">
                <a:solidFill>
                  <a:srgbClr val="A8A296"/>
                </a:solidFill>
                <a:latin typeface="Segoe UI" pitchFamily="34" charset="0"/>
                <a:ea typeface="Segoe UI" pitchFamily="34" charset="-122"/>
                <a:cs typeface="Segoe UI" pitchFamily="34" charset="-120"/>
              </a:rPr>
              <a:t>COMPONENT 1  ·  EXPLORING MEDIA PRODUCTS</a:t>
            </a:r>
            <a:endParaRPr lang="en-US" sz="1100" dirty="0"/>
          </a:p>
        </p:txBody>
      </p:sp>
      <p:sp>
        <p:nvSpPr>
          <p:cNvPr id="3" name="Text 1"/>
          <p:cNvSpPr/>
          <p:nvPr/>
        </p:nvSpPr>
        <p:spPr>
          <a:xfrm>
            <a:off x="8899855" y="109728"/>
            <a:ext cx="2743200" cy="256032"/>
          </a:xfrm>
          <a:prstGeom prst="rect">
            <a:avLst/>
          </a:prstGeom>
          <a:noFill/>
          <a:ln/>
        </p:spPr>
        <p:txBody>
          <a:bodyPr wrap="square" lIns="0" tIns="0" rIns="0" bIns="0" rtlCol="0" anchor="ctr"/>
          <a:lstStyle/>
          <a:p>
            <a:pPr algn="r" indent="0" marL="0">
              <a:buNone/>
            </a:pPr>
            <a:endParaRPr lang="en-US" sz="1100" dirty="0"/>
          </a:p>
        </p:txBody>
      </p:sp>
      <p:sp>
        <p:nvSpPr>
          <p:cNvPr id="4" name="Shape 2"/>
          <p:cNvSpPr/>
          <p:nvPr/>
        </p:nvSpPr>
        <p:spPr>
          <a:xfrm>
            <a:off x="548640" y="402336"/>
            <a:ext cx="11094415" cy="0"/>
          </a:xfrm>
          <a:prstGeom prst="line">
            <a:avLst/>
          </a:prstGeom>
          <a:noFill/>
          <a:ln w="31750">
            <a:solidFill>
              <a:srgbClr val="F4EFE6"/>
            </a:solidFill>
            <a:prstDash val="solid"/>
          </a:ln>
        </p:spPr>
      </p:sp>
      <p:sp>
        <p:nvSpPr>
          <p:cNvPr id="5" name="Text 3"/>
          <p:cNvSpPr/>
          <p:nvPr>
            <p:ph idx="103" type="title" hasCustomPrompt="1"/>
          </p:nvPr>
        </p:nvSpPr>
        <p:spPr>
          <a:xfrm>
            <a:off x="548640" y="566928"/>
            <a:ext cx="9966960" cy="914400"/>
          </a:xfrm>
          <a:prstGeom prst="rect">
            <a:avLst/>
          </a:prstGeom>
          <a:noFill/>
          <a:ln/>
        </p:spPr>
        <p:txBody>
          <a:bodyPr wrap="square" rtlCol="0"/>
          <a:lstStyle>
            <a:lvl1pPr algn="l" indent="0" marL="0">
              <a:buNone/>
              <a:defRPr lang="en-US" sz="4400" dirty="0">
                <a:solidFill>
                  <a:srgbClr val="F4EFE6"/>
                </a:solidFill>
                <a:latin typeface="Bahnschrift SemiBold Condensed" pitchFamily="34" charset="0"/>
                <a:ea typeface="Bahnschrift SemiBold Condensed" pitchFamily="34" charset="-122"/>
                <a:cs typeface="Bahnschrift SemiBold Condensed"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A296"/>
                </a:solidFill>
                <a:latin typeface="Segoe UI"/>
                <a:ea typeface="Segoe UI"/>
                <a:cs typeface="Segoe UI"/>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1_COVER">
    <p:bg>
      <p:bgPr>
        <a:solidFill>
          <a:srgbClr val="16161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F5A52"/>
                </a:solidFill>
                <a:latin typeface="Segoe UI"/>
                <a:ea typeface="Segoe UI"/>
                <a:cs typeface="Segoe UI"/>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086600" y="0"/>
            <a:ext cx="5105095" cy="6858000"/>
          </a:xfrm>
          <a:prstGeom prst="rect">
            <a:avLst/>
          </a:prstGeom>
          <a:solidFill>
            <a:srgbClr val="26262C"/>
          </a:solidFill>
          <a:ln w="15875">
            <a:solidFill>
              <a:srgbClr val="3A3A42"/>
            </a:solidFill>
            <a:prstDash val="dash"/>
          </a:ln>
        </p:spPr>
      </p:sp>
      <p:sp>
        <p:nvSpPr>
          <p:cNvPr id="3" name="Text 1"/>
          <p:cNvSpPr txBox="1"/>
          <p:nvPr/>
        </p:nvSpPr>
        <p:spPr>
          <a:xfrm>
            <a:off x="7269480" y="0"/>
            <a:ext cx="4739335" cy="6858000"/>
          </a:xfrm>
          <a:prstGeom prst="rect">
            <a:avLst/>
          </a:prstGeom>
          <a:noFill/>
          <a:ln/>
        </p:spPr>
        <p:txBody>
          <a:bodyPr wrap="square" lIns="0" tIns="0" rIns="0" bIns="0" rtlCol="0" anchor="ctr"/>
          <a:lstStyle/>
          <a:p>
            <a:pPr algn="ctr" indent="0" marL="0">
              <a:buNone/>
            </a:pPr>
            <a:r>
              <a:rPr lang="en-US" sz="1200" b="1" spc="300" kern="0" dirty="0">
                <a:solidFill>
                  <a:srgbClr val="C8321A"/>
                </a:solidFill>
                <a:latin typeface="Segoe UI" pitchFamily="34" charset="0"/>
                <a:ea typeface="Segoe UI" pitchFamily="34" charset="-122"/>
                <a:cs typeface="Segoe UI" pitchFamily="34" charset="-120"/>
              </a:rPr>
              <a:t>IMAGE
</a:t>
            </a:r>
            <a:pPr algn="ctr" indent="0" marL="0">
              <a:buNone/>
            </a:pPr>
            <a:r>
              <a:rPr lang="en-US" sz="1600" dirty="0">
                <a:solidFill>
                  <a:srgbClr val="A8A296"/>
                </a:solidFill>
                <a:latin typeface="Segoe UI" pitchFamily="34" charset="0"/>
                <a:ea typeface="Segoe UI" pitchFamily="34" charset="-122"/>
                <a:cs typeface="Segoe UI" pitchFamily="34" charset="-120"/>
              </a:rPr>
              <a:t>Cover image: a real media product from this lesson</a:t>
            </a:r>
            <a:endParaRPr lang="en-US" sz="1200" dirty="0"/>
          </a:p>
        </p:txBody>
      </p:sp>
      <p:sp>
        <p:nvSpPr>
          <p:cNvPr id="4" name="Text 2"/>
          <p:cNvSpPr txBox="1"/>
          <p:nvPr/>
        </p:nvSpPr>
        <p:spPr>
          <a:xfrm>
            <a:off x="548640" y="320040"/>
            <a:ext cx="6766560" cy="1463040"/>
          </a:xfrm>
          <a:prstGeom prst="rect">
            <a:avLst/>
          </a:prstGeom>
          <a:noFill/>
          <a:ln/>
        </p:spPr>
        <p:txBody>
          <a:bodyPr wrap="square" lIns="0" tIns="0" rIns="0" bIns="0" rtlCol="0" anchor="ctr">
            <a:normAutofit/>
          </a:bodyPr>
          <a:lstStyle/>
          <a:p>
            <a:pPr indent="0" marL="0">
              <a:buNone/>
            </a:pPr>
            <a:r>
              <a:rPr lang="en-US" sz="9600" dirty="0">
                <a:solidFill>
                  <a:srgbClr val="F4EFE6"/>
                </a:solidFill>
                <a:latin typeface="Bahnschrift SemiBold Condensed" pitchFamily="34" charset="0"/>
                <a:ea typeface="Bahnschrift SemiBold Condensed" pitchFamily="34" charset="-122"/>
                <a:cs typeface="Bahnschrift SemiBold Condensed" pitchFamily="34" charset="-120"/>
              </a:rPr>
              <a:t>FRONT PAGE</a:t>
            </a:r>
            <a:endParaRPr lang="en-US" sz="9600" dirty="0"/>
          </a:p>
        </p:txBody>
      </p:sp>
      <p:sp>
        <p:nvSpPr>
          <p:cNvPr id="5" name="Shape 3"/>
          <p:cNvSpPr/>
          <p:nvPr/>
        </p:nvSpPr>
        <p:spPr>
          <a:xfrm>
            <a:off x="548640" y="1874520"/>
            <a:ext cx="6309360" cy="0"/>
          </a:xfrm>
          <a:prstGeom prst="line">
            <a:avLst/>
          </a:prstGeom>
          <a:noFill/>
          <a:ln w="38100">
            <a:solidFill>
              <a:srgbClr val="F4EFE6"/>
            </a:solidFill>
            <a:prstDash val="solid"/>
          </a:ln>
        </p:spPr>
      </p:sp>
      <p:sp>
        <p:nvSpPr>
          <p:cNvPr id="6" name="Text 4"/>
          <p:cNvSpPr txBox="1"/>
          <p:nvPr/>
        </p:nvSpPr>
        <p:spPr>
          <a:xfrm>
            <a:off x="548640" y="1965960"/>
            <a:ext cx="6309360" cy="320040"/>
          </a:xfrm>
          <a:prstGeom prst="rect">
            <a:avLst/>
          </a:prstGeom>
          <a:noFill/>
          <a:ln/>
        </p:spPr>
        <p:txBody>
          <a:bodyPr wrap="square" lIns="0" tIns="0" rIns="0" bIns="0" rtlCol="0" anchor="t"/>
          <a:lstStyle/>
          <a:p>
            <a:pPr indent="0" marL="0">
              <a:buNone/>
            </a:pPr>
            <a:r>
              <a:rPr lang="en-US" sz="1300" b="1" spc="300" kern="0" dirty="0">
                <a:solidFill>
                  <a:srgbClr val="A8A296"/>
                </a:solidFill>
                <a:latin typeface="Segoe UI" pitchFamily="34" charset="0"/>
                <a:ea typeface="Segoe UI" pitchFamily="34" charset="-122"/>
                <a:cs typeface="Segoe UI" pitchFamily="34" charset="-120"/>
              </a:rPr>
              <a:t>COMPONENT 1  ·  DECK TEMPLATE</a:t>
            </a:r>
            <a:endParaRPr lang="en-US" sz="1300" dirty="0"/>
          </a:p>
        </p:txBody>
      </p:sp>
      <p:sp>
        <p:nvSpPr>
          <p:cNvPr id="7" name="Shape 5"/>
          <p:cNvSpPr/>
          <p:nvPr/>
        </p:nvSpPr>
        <p:spPr>
          <a:xfrm>
            <a:off x="548640" y="2743200"/>
            <a:ext cx="6309360" cy="2057400"/>
          </a:xfrm>
          <a:prstGeom prst="rect">
            <a:avLst/>
          </a:prstGeom>
          <a:solidFill>
            <a:srgbClr val="C8321A"/>
          </a:solidFill>
          <a:ln/>
        </p:spPr>
      </p:sp>
      <p:sp>
        <p:nvSpPr>
          <p:cNvPr id="8" name="Text 6"/>
          <p:cNvSpPr txBox="1"/>
          <p:nvPr/>
        </p:nvSpPr>
        <p:spPr>
          <a:xfrm>
            <a:off x="822960" y="2834640"/>
            <a:ext cx="5760720" cy="1874520"/>
          </a:xfrm>
          <a:prstGeom prst="rect">
            <a:avLst/>
          </a:prstGeom>
          <a:noFill/>
          <a:ln/>
        </p:spPr>
        <p:txBody>
          <a:bodyPr wrap="square" lIns="0" tIns="0" rIns="0" bIns="0" rtlCol="0" anchor="ctr">
            <a:normAutofit/>
          </a:bodyPr>
          <a:lstStyle/>
          <a:p>
            <a:pPr indent="0" marL="0">
              <a:buNone/>
            </a:pPr>
            <a:r>
              <a:rPr lang="en-US" sz="5400" dirty="0">
                <a:solidFill>
                  <a:srgbClr val="FFFFFF"/>
                </a:solidFill>
                <a:latin typeface="Bahnschrift SemiBold Condensed" pitchFamily="34" charset="0"/>
                <a:ea typeface="Bahnschrift SemiBold Condensed" pitchFamily="34" charset="-122"/>
                <a:cs typeface="Bahnschrift SemiBold Condensed" pitchFamily="34" charset="-120"/>
              </a:rPr>
              <a:t>One example of every slide type</a:t>
            </a:r>
            <a:endParaRPr lang="en-US" sz="5400" dirty="0"/>
          </a:p>
        </p:txBody>
      </p:sp>
      <p:sp>
        <p:nvSpPr>
          <p:cNvPr id="9" name="Text 7"/>
          <p:cNvSpPr txBox="1"/>
          <p:nvPr/>
        </p:nvSpPr>
        <p:spPr>
          <a:xfrm>
            <a:off x="548640" y="5029200"/>
            <a:ext cx="6309360" cy="1097280"/>
          </a:xfrm>
          <a:prstGeom prst="rect">
            <a:avLst/>
          </a:prstGeom>
          <a:noFill/>
          <a:ln/>
        </p:spPr>
        <p:txBody>
          <a:bodyPr wrap="square" lIns="0" tIns="0" rIns="0" bIns="0" rtlCol="0" anchor="t"/>
          <a:lstStyle/>
          <a:p>
            <a:pPr indent="0" marL="0">
              <a:buNone/>
            </a:pPr>
            <a:r>
              <a:rPr lang="en-US" sz="2200" i="1" dirty="0">
                <a:solidFill>
                  <a:srgbClr val="F4EFE6"/>
                </a:solidFill>
                <a:latin typeface="Georgia" pitchFamily="34" charset="0"/>
                <a:ea typeface="Georgia" pitchFamily="34" charset="-122"/>
                <a:cs typeface="Georgia" pitchFamily="34" charset="-120"/>
              </a:rPr>
              <a:t>The Component 1 look: newsprint, black ink, one red.</a:t>
            </a:r>
            <a:endParaRPr lang="en-US" sz="2200" dirty="0"/>
          </a:p>
        </p:txBody>
      </p:sp>
      <p:sp>
        <p:nvSpPr>
          <p:cNvPr id="10" name="Shape 8"/>
          <p:cNvSpPr/>
          <p:nvPr/>
        </p:nvSpPr>
        <p:spPr>
          <a:xfrm>
            <a:off x="5669280" y="2194560"/>
            <a:ext cx="1371600" cy="1371600"/>
          </a:xfrm>
          <a:prstGeom prst="ellipse">
            <a:avLst/>
          </a:prstGeom>
          <a:solidFill>
            <a:srgbClr val="F4EFE6"/>
          </a:solidFill>
          <a:ln w="38100">
            <a:solidFill>
              <a:srgbClr val="16161A"/>
            </a:solidFill>
            <a:prstDash val="solid"/>
          </a:ln>
        </p:spPr>
      </p:sp>
      <p:sp>
        <p:nvSpPr>
          <p:cNvPr id="11" name="Text 9"/>
          <p:cNvSpPr txBox="1"/>
          <p:nvPr/>
        </p:nvSpPr>
        <p:spPr>
          <a:xfrm>
            <a:off x="5742432" y="2194560"/>
            <a:ext cx="1225296" cy="1371600"/>
          </a:xfrm>
          <a:prstGeom prst="rect">
            <a:avLst/>
          </a:prstGeom>
          <a:noFill/>
          <a:ln/>
        </p:spPr>
        <p:txBody>
          <a:bodyPr wrap="square" lIns="0" tIns="0" rIns="0" bIns="0" rtlCol="0" anchor="ctr"/>
          <a:lstStyle/>
          <a:p>
            <a:pPr algn="ctr" indent="0" marL="0">
              <a:buNone/>
            </a:pPr>
            <a:r>
              <a:rPr lang="en-US" sz="1800" dirty="0">
                <a:solidFill>
                  <a:srgbClr val="16161A"/>
                </a:solidFill>
                <a:latin typeface="Bahnschrift SemiBold Condensed" pitchFamily="34" charset="0"/>
                <a:ea typeface="Bahnschrift SemiBold Condensed" pitchFamily="34" charset="-122"/>
                <a:cs typeface="Bahnschrift SemiBold Condensed" pitchFamily="34" charset="-120"/>
              </a:rPr>
              <a:t>Copy me!</a:t>
            </a:r>
            <a:endParaRPr lang="en-US" sz="1800" dirty="0"/>
          </a:p>
        </p:txBody>
      </p:sp>
      <p:sp>
        <p:nvSpPr>
          <p:cNvPr id="13" name="Text 10"/>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b="1" i="1" dirty="0">
                <a:solidFill>
                  <a:srgbClr val="FF6A4D"/>
                </a:solidFill>
                <a:latin typeface="Segoe UI" pitchFamily="34" charset="0"/>
                <a:ea typeface="Segoe UI" pitchFamily="34" charset="-122"/>
                <a:cs typeface="Segoe UI" pitchFamily="34" charset="-120"/>
              </a:rPr>
              <a:t>TEMPLATE  ·  titleSlide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9966960" cy="914400"/>
          </a:xfrm>
          <a:prstGeom prst="rect">
            <a:avLst/>
          </a:prstGeom>
          <a:noFill/>
          <a:ln/>
        </p:spPr>
        <p:txBody>
          <a:bodyPr wrap="square" lIns="0" tIns="0" rIns="0" bIns="0" rtlCol="0" anchor="ctr"/>
          <a:lstStyle/>
          <a:p>
            <a:pPr algn="l" indent="0" marL="0">
              <a:buNone/>
            </a:pPr>
            <a:r>
              <a:rPr lang="en-US" sz="4400" dirty="0">
                <a:solidFill>
                  <a:srgbClr val="16161A"/>
                </a:solidFill>
                <a:latin typeface="Bahnschrift SemiBold Condensed" pitchFamily="34" charset="0"/>
                <a:ea typeface="Bahnschrift SemiBold Condensed" pitchFamily="34" charset="-122"/>
                <a:cs typeface="Bahnschrift SemiBold Condensed" pitchFamily="34" charset="-120"/>
              </a:rPr>
              <a:t>How the look works</a:t>
            </a:r>
            <a:endParaRPr lang="en-US" sz="4400" dirty="0"/>
          </a:p>
        </p:txBody>
      </p:sp>
      <p:sp>
        <p:nvSpPr>
          <p:cNvPr id="3" name="Shape 1"/>
          <p:cNvSpPr/>
          <p:nvPr/>
        </p:nvSpPr>
        <p:spPr>
          <a:xfrm>
            <a:off x="548640" y="1783080"/>
            <a:ext cx="3515258" cy="0"/>
          </a:xfrm>
          <a:prstGeom prst="line">
            <a:avLst/>
          </a:prstGeom>
          <a:noFill/>
          <a:ln w="38100">
            <a:solidFill>
              <a:srgbClr val="16161A"/>
            </a:solidFill>
            <a:prstDash val="solid"/>
          </a:ln>
        </p:spPr>
      </p:sp>
      <p:sp>
        <p:nvSpPr>
          <p:cNvPr id="4" name="Text 2"/>
          <p:cNvSpPr txBox="1"/>
          <p:nvPr/>
        </p:nvSpPr>
        <p:spPr>
          <a:xfrm>
            <a:off x="548640" y="1920240"/>
            <a:ext cx="914400" cy="914400"/>
          </a:xfrm>
          <a:prstGeom prst="rect">
            <a:avLst/>
          </a:prstGeom>
          <a:noFill/>
          <a:ln/>
        </p:spPr>
        <p:txBody>
          <a:bodyPr wrap="square" lIns="0" tIns="0" rIns="0" bIns="0" rtlCol="0" anchor="t"/>
          <a:lstStyle/>
          <a:p>
            <a:pPr indent="0" marL="0">
              <a:buNone/>
            </a:pPr>
            <a:r>
              <a:rPr lang="en-US" sz="6000" dirty="0">
                <a:solidFill>
                  <a:srgbClr val="C8321A"/>
                </a:solidFill>
                <a:latin typeface="Bahnschrift SemiBold Condensed" pitchFamily="34" charset="0"/>
                <a:ea typeface="Bahnschrift SemiBold Condensed" pitchFamily="34" charset="-122"/>
                <a:cs typeface="Bahnschrift SemiBold Condensed" pitchFamily="34" charset="-120"/>
              </a:rPr>
              <a:t>1</a:t>
            </a:r>
            <a:endParaRPr lang="en-US" sz="6000" dirty="0"/>
          </a:p>
        </p:txBody>
      </p:sp>
      <p:sp>
        <p:nvSpPr>
          <p:cNvPr id="5" name="Text 3"/>
          <p:cNvSpPr txBox="1"/>
          <p:nvPr/>
        </p:nvSpPr>
        <p:spPr>
          <a:xfrm>
            <a:off x="548640" y="2880360"/>
            <a:ext cx="3515258" cy="548640"/>
          </a:xfrm>
          <a:prstGeom prst="rect">
            <a:avLst/>
          </a:prstGeom>
          <a:noFill/>
          <a:ln/>
        </p:spPr>
        <p:txBody>
          <a:bodyPr wrap="square" lIns="0" tIns="0" rIns="0" bIns="0" rtlCol="0" anchor="t"/>
          <a:lstStyle/>
          <a:p>
            <a:pPr indent="0" marL="0">
              <a:buNone/>
            </a:pPr>
            <a:r>
              <a:rPr lang="en-US" sz="3000" dirty="0">
                <a:solidFill>
                  <a:srgbClr val="16161A"/>
                </a:solidFill>
                <a:latin typeface="Bahnschrift SemiBold Condensed" pitchFamily="34" charset="0"/>
                <a:ea typeface="Bahnschrift SemiBold Condensed" pitchFamily="34" charset="-122"/>
                <a:cs typeface="Bahnschrift SemiBold Condensed" pitchFamily="34" charset="-120"/>
              </a:rPr>
              <a:t>Paper &amp; ink</a:t>
            </a:r>
            <a:endParaRPr lang="en-US" sz="3000" dirty="0"/>
          </a:p>
        </p:txBody>
      </p:sp>
      <p:sp>
        <p:nvSpPr>
          <p:cNvPr id="6" name="Text 4"/>
          <p:cNvSpPr txBox="1"/>
          <p:nvPr/>
        </p:nvSpPr>
        <p:spPr>
          <a:xfrm>
            <a:off x="548640" y="3474720"/>
            <a:ext cx="3515258" cy="2377440"/>
          </a:xfrm>
          <a:prstGeom prst="rect">
            <a:avLst/>
          </a:prstGeom>
          <a:noFill/>
          <a:ln/>
        </p:spPr>
        <p:txBody>
          <a:bodyPr wrap="square" lIns="0" tIns="0" rIns="0" bIns="0" rtlCol="0" anchor="t"/>
          <a:lstStyle/>
          <a:p>
            <a:pPr indent="0" marL="0">
              <a:buNone/>
            </a:pPr>
            <a:r>
              <a:rPr lang="en-US" sz="1900" dirty="0">
                <a:solidFill>
                  <a:srgbClr val="16161A"/>
                </a:solidFill>
                <a:latin typeface="Segoe UI" pitchFamily="34" charset="0"/>
                <a:ea typeface="Segoe UI" pitchFamily="34" charset="-122"/>
                <a:cs typeface="Segoe UI" pitchFamily="34" charset="-120"/>
              </a:rPr>
              <a:t>Light slides are newsprint paper; dark slides are ink. The Recap answers and the plenary are the ink slides.</a:t>
            </a:r>
            <a:endParaRPr lang="en-US" sz="1900" dirty="0"/>
          </a:p>
        </p:txBody>
      </p:sp>
      <p:sp>
        <p:nvSpPr>
          <p:cNvPr id="7" name="Shape 5"/>
          <p:cNvSpPr/>
          <p:nvPr/>
        </p:nvSpPr>
        <p:spPr>
          <a:xfrm>
            <a:off x="4338218" y="1783080"/>
            <a:ext cx="3515258" cy="0"/>
          </a:xfrm>
          <a:prstGeom prst="line">
            <a:avLst/>
          </a:prstGeom>
          <a:noFill/>
          <a:ln w="38100">
            <a:solidFill>
              <a:srgbClr val="16161A"/>
            </a:solidFill>
            <a:prstDash val="solid"/>
          </a:ln>
        </p:spPr>
      </p:sp>
      <p:sp>
        <p:nvSpPr>
          <p:cNvPr id="8" name="Text 6"/>
          <p:cNvSpPr txBox="1"/>
          <p:nvPr/>
        </p:nvSpPr>
        <p:spPr>
          <a:xfrm>
            <a:off x="4338218" y="1920240"/>
            <a:ext cx="914400" cy="914400"/>
          </a:xfrm>
          <a:prstGeom prst="rect">
            <a:avLst/>
          </a:prstGeom>
          <a:noFill/>
          <a:ln/>
        </p:spPr>
        <p:txBody>
          <a:bodyPr wrap="square" lIns="0" tIns="0" rIns="0" bIns="0" rtlCol="0" anchor="t"/>
          <a:lstStyle/>
          <a:p>
            <a:pPr indent="0" marL="0">
              <a:buNone/>
            </a:pPr>
            <a:r>
              <a:rPr lang="en-US" sz="6000" dirty="0">
                <a:solidFill>
                  <a:srgbClr val="C8321A"/>
                </a:solidFill>
                <a:latin typeface="Bahnschrift SemiBold Condensed" pitchFamily="34" charset="0"/>
                <a:ea typeface="Bahnschrift SemiBold Condensed" pitchFamily="34" charset="-122"/>
                <a:cs typeface="Bahnschrift SemiBold Condensed" pitchFamily="34" charset="-120"/>
              </a:rPr>
              <a:t>2</a:t>
            </a:r>
            <a:endParaRPr lang="en-US" sz="6000" dirty="0"/>
          </a:p>
        </p:txBody>
      </p:sp>
      <p:sp>
        <p:nvSpPr>
          <p:cNvPr id="9" name="Text 7"/>
          <p:cNvSpPr txBox="1"/>
          <p:nvPr/>
        </p:nvSpPr>
        <p:spPr>
          <a:xfrm>
            <a:off x="4338218" y="2880360"/>
            <a:ext cx="3515258" cy="548640"/>
          </a:xfrm>
          <a:prstGeom prst="rect">
            <a:avLst/>
          </a:prstGeom>
          <a:noFill/>
          <a:ln/>
        </p:spPr>
        <p:txBody>
          <a:bodyPr wrap="square" lIns="0" tIns="0" rIns="0" bIns="0" rtlCol="0" anchor="t"/>
          <a:lstStyle/>
          <a:p>
            <a:pPr indent="0" marL="0">
              <a:buNone/>
            </a:pPr>
            <a:r>
              <a:rPr lang="en-US" sz="3000" dirty="0">
                <a:solidFill>
                  <a:srgbClr val="16161A"/>
                </a:solidFill>
                <a:latin typeface="Bahnschrift SemiBold Condensed" pitchFamily="34" charset="0"/>
                <a:ea typeface="Bahnschrift SemiBold Condensed" pitchFamily="34" charset="-122"/>
                <a:cs typeface="Bahnschrift SemiBold Condensed" pitchFamily="34" charset="-120"/>
              </a:rPr>
              <a:t>One red</a:t>
            </a:r>
            <a:endParaRPr lang="en-US" sz="3000" dirty="0"/>
          </a:p>
        </p:txBody>
      </p:sp>
      <p:sp>
        <p:nvSpPr>
          <p:cNvPr id="10" name="Text 8"/>
          <p:cNvSpPr txBox="1"/>
          <p:nvPr/>
        </p:nvSpPr>
        <p:spPr>
          <a:xfrm>
            <a:off x="4338218" y="3474720"/>
            <a:ext cx="3515258" cy="2377440"/>
          </a:xfrm>
          <a:prstGeom prst="rect">
            <a:avLst/>
          </a:prstGeom>
          <a:noFill/>
          <a:ln/>
        </p:spPr>
        <p:txBody>
          <a:bodyPr wrap="square" lIns="0" tIns="0" rIns="0" bIns="0" rtlCol="0" anchor="t"/>
          <a:lstStyle/>
          <a:p>
            <a:pPr indent="0" marL="0">
              <a:buNone/>
            </a:pPr>
            <a:r>
              <a:rPr lang="en-US" sz="1900" dirty="0">
                <a:solidFill>
                  <a:srgbClr val="16161A"/>
                </a:solidFill>
                <a:latin typeface="Segoe UI" pitchFamily="34" charset="0"/>
                <a:ea typeface="Segoe UI" pitchFamily="34" charset="-122"/>
                <a:cs typeface="Segoe UI" pitchFamily="34" charset="-120"/>
              </a:rPr>
              <a:t>Red marks the one thing to look at: numbers, kickers, today's question, the live step. Never body text.</a:t>
            </a:r>
            <a:endParaRPr lang="en-US" sz="1900" dirty="0"/>
          </a:p>
        </p:txBody>
      </p:sp>
      <p:sp>
        <p:nvSpPr>
          <p:cNvPr id="11" name="Shape 9"/>
          <p:cNvSpPr/>
          <p:nvPr/>
        </p:nvSpPr>
        <p:spPr>
          <a:xfrm>
            <a:off x="8127797" y="1783080"/>
            <a:ext cx="3515258" cy="0"/>
          </a:xfrm>
          <a:prstGeom prst="line">
            <a:avLst/>
          </a:prstGeom>
          <a:noFill/>
          <a:ln w="38100">
            <a:solidFill>
              <a:srgbClr val="16161A"/>
            </a:solidFill>
            <a:prstDash val="solid"/>
          </a:ln>
        </p:spPr>
      </p:sp>
      <p:sp>
        <p:nvSpPr>
          <p:cNvPr id="12" name="Text 10"/>
          <p:cNvSpPr txBox="1"/>
          <p:nvPr/>
        </p:nvSpPr>
        <p:spPr>
          <a:xfrm>
            <a:off x="8127797" y="1920240"/>
            <a:ext cx="914400" cy="914400"/>
          </a:xfrm>
          <a:prstGeom prst="rect">
            <a:avLst/>
          </a:prstGeom>
          <a:noFill/>
          <a:ln/>
        </p:spPr>
        <p:txBody>
          <a:bodyPr wrap="square" lIns="0" tIns="0" rIns="0" bIns="0" rtlCol="0" anchor="t"/>
          <a:lstStyle/>
          <a:p>
            <a:pPr indent="0" marL="0">
              <a:buNone/>
            </a:pPr>
            <a:r>
              <a:rPr lang="en-US" sz="6000" dirty="0">
                <a:solidFill>
                  <a:srgbClr val="C8321A"/>
                </a:solidFill>
                <a:latin typeface="Bahnschrift SemiBold Condensed" pitchFamily="34" charset="0"/>
                <a:ea typeface="Bahnschrift SemiBold Condensed" pitchFamily="34" charset="-122"/>
                <a:cs typeface="Bahnschrift SemiBold Condensed" pitchFamily="34" charset="-120"/>
              </a:rPr>
              <a:t>3</a:t>
            </a:r>
            <a:endParaRPr lang="en-US" sz="6000" dirty="0"/>
          </a:p>
        </p:txBody>
      </p:sp>
      <p:sp>
        <p:nvSpPr>
          <p:cNvPr id="13" name="Text 11"/>
          <p:cNvSpPr txBox="1"/>
          <p:nvPr/>
        </p:nvSpPr>
        <p:spPr>
          <a:xfrm>
            <a:off x="8127797" y="2880360"/>
            <a:ext cx="3515258" cy="548640"/>
          </a:xfrm>
          <a:prstGeom prst="rect">
            <a:avLst/>
          </a:prstGeom>
          <a:noFill/>
          <a:ln/>
        </p:spPr>
        <p:txBody>
          <a:bodyPr wrap="square" lIns="0" tIns="0" rIns="0" bIns="0" rtlCol="0" anchor="t"/>
          <a:lstStyle/>
          <a:p>
            <a:pPr indent="0" marL="0">
              <a:buNone/>
            </a:pPr>
            <a:r>
              <a:rPr lang="en-US" sz="3000" dirty="0">
                <a:solidFill>
                  <a:srgbClr val="16161A"/>
                </a:solidFill>
                <a:latin typeface="Bahnschrift SemiBold Condensed" pitchFamily="34" charset="0"/>
                <a:ea typeface="Bahnschrift SemiBold Condensed" pitchFamily="34" charset="-122"/>
                <a:cs typeface="Bahnschrift SemiBold Condensed" pitchFamily="34" charset="-120"/>
              </a:rPr>
              <a:t>Square &amp; ruled</a:t>
            </a:r>
            <a:endParaRPr lang="en-US" sz="3000" dirty="0"/>
          </a:p>
        </p:txBody>
      </p:sp>
      <p:sp>
        <p:nvSpPr>
          <p:cNvPr id="14" name="Text 12"/>
          <p:cNvSpPr txBox="1"/>
          <p:nvPr/>
        </p:nvSpPr>
        <p:spPr>
          <a:xfrm>
            <a:off x="8127797" y="3474720"/>
            <a:ext cx="3515258" cy="2377440"/>
          </a:xfrm>
          <a:prstGeom prst="rect">
            <a:avLst/>
          </a:prstGeom>
          <a:noFill/>
          <a:ln/>
        </p:spPr>
        <p:txBody>
          <a:bodyPr wrap="square" lIns="0" tIns="0" rIns="0" bIns="0" rtlCol="0" anchor="t"/>
          <a:lstStyle/>
          <a:p>
            <a:pPr indent="0" marL="0">
              <a:buNone/>
            </a:pPr>
            <a:r>
              <a:rPr lang="en-US" sz="1900" dirty="0">
                <a:solidFill>
                  <a:srgbClr val="16161A"/>
                </a:solidFill>
                <a:latin typeface="Segoe UI" pitchFamily="34" charset="0"/>
                <a:ea typeface="Segoe UI" pitchFamily="34" charset="-122"/>
                <a:cs typeface="Segoe UI" pitchFamily="34" charset="-120"/>
              </a:rPr>
              <a:t>No rounded cards or shadows. Heavy rules separate items, like columns on a magazine page.</a:t>
            </a:r>
            <a:endParaRPr lang="en-US" sz="1900" dirty="0"/>
          </a:p>
        </p:txBody>
      </p:sp>
      <p:sp>
        <p:nvSpPr>
          <p:cNvPr id="15" name="Text 1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b="1" i="1" dirty="0">
                <a:solidFill>
                  <a:srgbClr val="C8321A"/>
                </a:solidFill>
                <a:latin typeface="Segoe UI" pitchFamily="34" charset="0"/>
                <a:ea typeface="Segoe UI" pitchFamily="34" charset="-122"/>
                <a:cs typeface="Segoe UI" pitchFamily="34" charset="-120"/>
              </a:rPr>
              <a:t>TEMPLATE  ·  guide</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F5A52"/>
                </a:solidFill>
                <a:latin typeface="Segoe UI"/>
                <a:ea typeface="Segoe UI"/>
                <a:cs typeface="Segoe UI"/>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9966960" cy="914400"/>
          </a:xfrm>
          <a:prstGeom prst="rect">
            <a:avLst/>
          </a:prstGeom>
          <a:noFill/>
          <a:ln/>
        </p:spPr>
        <p:txBody>
          <a:bodyPr wrap="square" lIns="0" tIns="0" rIns="0" bIns="0" rtlCol="0" anchor="ctr"/>
          <a:lstStyle/>
          <a:p>
            <a:pPr algn="l" indent="0" marL="0">
              <a:buNone/>
            </a:pPr>
            <a:r>
              <a:rPr lang="en-US" sz="4400" dirty="0">
                <a:solidFill>
                  <a:srgbClr val="16161A"/>
                </a:solidFill>
                <a:latin typeface="Bahnschrift SemiBold Condensed" pitchFamily="34" charset="0"/>
                <a:ea typeface="Bahnschrift SemiBold Condensed" pitchFamily="34" charset="-122"/>
                <a:cs typeface="Bahnschrift SemiBold Condensed" pitchFamily="34" charset="-120"/>
              </a:rPr>
              <a:t>Palette and type</a:t>
            </a:r>
            <a:endParaRPr lang="en-US" sz="4400" dirty="0"/>
          </a:p>
        </p:txBody>
      </p:sp>
      <p:sp>
        <p:nvSpPr>
          <p:cNvPr id="3" name="Shape 1"/>
          <p:cNvSpPr/>
          <p:nvPr/>
        </p:nvSpPr>
        <p:spPr>
          <a:xfrm>
            <a:off x="548640" y="1737360"/>
            <a:ext cx="1371600" cy="1371600"/>
          </a:xfrm>
          <a:prstGeom prst="rect">
            <a:avLst/>
          </a:prstGeom>
          <a:solidFill>
            <a:srgbClr val="16161A"/>
          </a:solidFill>
          <a:ln w="12700">
            <a:solidFill>
              <a:srgbClr val="16161A"/>
            </a:solidFill>
            <a:prstDash val="solid"/>
          </a:ln>
        </p:spPr>
      </p:sp>
      <p:sp>
        <p:nvSpPr>
          <p:cNvPr id="4" name="Text 2"/>
          <p:cNvSpPr txBox="1"/>
          <p:nvPr/>
        </p:nvSpPr>
        <p:spPr>
          <a:xfrm>
            <a:off x="640080" y="2606040"/>
            <a:ext cx="1188720" cy="457200"/>
          </a:xfrm>
          <a:prstGeom prst="rect">
            <a:avLst/>
          </a:prstGeom>
          <a:noFill/>
          <a:ln/>
        </p:spPr>
        <p:txBody>
          <a:bodyPr wrap="square" lIns="0" tIns="0" rIns="0" bIns="0" rtlCol="0" anchor="t"/>
          <a:lstStyle/>
          <a:p>
            <a:pPr indent="0" marL="0">
              <a:buNone/>
            </a:pPr>
            <a:r>
              <a:rPr lang="en-US" sz="1200" b="1" dirty="0">
                <a:solidFill>
                  <a:srgbClr val="F4EFE6"/>
                </a:solidFill>
                <a:latin typeface="Segoe UI" pitchFamily="34" charset="0"/>
                <a:ea typeface="Segoe UI" pitchFamily="34" charset="-122"/>
                <a:cs typeface="Segoe UI" pitchFamily="34" charset="-120"/>
              </a:rPr>
              <a:t>Ink</a:t>
            </a:r>
            <a:endParaRPr lang="en-US" sz="1200" dirty="0"/>
          </a:p>
          <a:p>
            <a:pPr indent="0" marL="0">
              <a:buNone/>
            </a:pPr>
            <a:r>
              <a:rPr lang="en-US" sz="1200" b="1" dirty="0">
                <a:solidFill>
                  <a:srgbClr val="F4EFE6"/>
                </a:solidFill>
                <a:latin typeface="Segoe UI" pitchFamily="34" charset="0"/>
                <a:ea typeface="Segoe UI" pitchFamily="34" charset="-122"/>
                <a:cs typeface="Segoe UI" pitchFamily="34" charset="-120"/>
              </a:rPr>
              <a:t>#16161A</a:t>
            </a:r>
            <a:endParaRPr lang="en-US" sz="1200" dirty="0"/>
          </a:p>
        </p:txBody>
      </p:sp>
      <p:sp>
        <p:nvSpPr>
          <p:cNvPr id="5" name="Shape 3"/>
          <p:cNvSpPr/>
          <p:nvPr/>
        </p:nvSpPr>
        <p:spPr>
          <a:xfrm>
            <a:off x="2103120" y="1737360"/>
            <a:ext cx="1371600" cy="1371600"/>
          </a:xfrm>
          <a:prstGeom prst="rect">
            <a:avLst/>
          </a:prstGeom>
          <a:solidFill>
            <a:srgbClr val="F4EFE6"/>
          </a:solidFill>
          <a:ln w="12700">
            <a:solidFill>
              <a:srgbClr val="16161A"/>
            </a:solidFill>
            <a:prstDash val="solid"/>
          </a:ln>
        </p:spPr>
      </p:sp>
      <p:sp>
        <p:nvSpPr>
          <p:cNvPr id="6" name="Text 4"/>
          <p:cNvSpPr txBox="1"/>
          <p:nvPr/>
        </p:nvSpPr>
        <p:spPr>
          <a:xfrm>
            <a:off x="2194560" y="2606040"/>
            <a:ext cx="1188720" cy="457200"/>
          </a:xfrm>
          <a:prstGeom prst="rect">
            <a:avLst/>
          </a:prstGeom>
          <a:noFill/>
          <a:ln/>
        </p:spPr>
        <p:txBody>
          <a:bodyPr wrap="square" lIns="0" tIns="0" rIns="0" bIns="0" rtlCol="0" anchor="t"/>
          <a:lstStyle/>
          <a:p>
            <a:pPr indent="0" marL="0">
              <a:buNone/>
            </a:pPr>
            <a:r>
              <a:rPr lang="en-US" sz="1200" b="1" dirty="0">
                <a:solidFill>
                  <a:srgbClr val="16161A"/>
                </a:solidFill>
                <a:latin typeface="Segoe UI" pitchFamily="34" charset="0"/>
                <a:ea typeface="Segoe UI" pitchFamily="34" charset="-122"/>
                <a:cs typeface="Segoe UI" pitchFamily="34" charset="-120"/>
              </a:rPr>
              <a:t>Paper</a:t>
            </a:r>
            <a:endParaRPr lang="en-US" sz="1200" dirty="0"/>
          </a:p>
          <a:p>
            <a:pPr indent="0" marL="0">
              <a:buNone/>
            </a:pPr>
            <a:r>
              <a:rPr lang="en-US" sz="1200" b="1" dirty="0">
                <a:solidFill>
                  <a:srgbClr val="16161A"/>
                </a:solidFill>
                <a:latin typeface="Segoe UI" pitchFamily="34" charset="0"/>
                <a:ea typeface="Segoe UI" pitchFamily="34" charset="-122"/>
                <a:cs typeface="Segoe UI" pitchFamily="34" charset="-120"/>
              </a:rPr>
              <a:t>#F4EFE6</a:t>
            </a:r>
            <a:endParaRPr lang="en-US" sz="1200" dirty="0"/>
          </a:p>
        </p:txBody>
      </p:sp>
      <p:sp>
        <p:nvSpPr>
          <p:cNvPr id="7" name="Shape 5"/>
          <p:cNvSpPr/>
          <p:nvPr/>
        </p:nvSpPr>
        <p:spPr>
          <a:xfrm>
            <a:off x="3657600" y="1737360"/>
            <a:ext cx="1371600" cy="1371600"/>
          </a:xfrm>
          <a:prstGeom prst="rect">
            <a:avLst/>
          </a:prstGeom>
          <a:solidFill>
            <a:srgbClr val="C8321A"/>
          </a:solidFill>
          <a:ln w="12700">
            <a:solidFill>
              <a:srgbClr val="16161A"/>
            </a:solidFill>
            <a:prstDash val="solid"/>
          </a:ln>
        </p:spPr>
      </p:sp>
      <p:sp>
        <p:nvSpPr>
          <p:cNvPr id="8" name="Text 6"/>
          <p:cNvSpPr txBox="1"/>
          <p:nvPr/>
        </p:nvSpPr>
        <p:spPr>
          <a:xfrm>
            <a:off x="3749040" y="2606040"/>
            <a:ext cx="1188720" cy="457200"/>
          </a:xfrm>
          <a:prstGeom prst="rect">
            <a:avLst/>
          </a:prstGeom>
          <a:noFill/>
          <a:ln/>
        </p:spPr>
        <p:txBody>
          <a:bodyPr wrap="square" lIns="0" tIns="0" rIns="0" bIns="0" rtlCol="0" anchor="t"/>
          <a:lstStyle/>
          <a:p>
            <a:pPr indent="0" marL="0">
              <a:buNone/>
            </a:pPr>
            <a:r>
              <a:rPr lang="en-US" sz="1200" b="1" dirty="0">
                <a:solidFill>
                  <a:srgbClr val="FFFFFF"/>
                </a:solidFill>
                <a:latin typeface="Segoe UI" pitchFamily="34" charset="0"/>
                <a:ea typeface="Segoe UI" pitchFamily="34" charset="-122"/>
                <a:cs typeface="Segoe UI" pitchFamily="34" charset="-120"/>
              </a:rPr>
              <a:t>Print red</a:t>
            </a:r>
            <a:endParaRPr lang="en-US" sz="1200" dirty="0"/>
          </a:p>
          <a:p>
            <a:pPr indent="0" marL="0">
              <a:buNone/>
            </a:pPr>
            <a:r>
              <a:rPr lang="en-US" sz="1200" b="1" dirty="0">
                <a:solidFill>
                  <a:srgbClr val="FFFFFF"/>
                </a:solidFill>
                <a:latin typeface="Segoe UI" pitchFamily="34" charset="0"/>
                <a:ea typeface="Segoe UI" pitchFamily="34" charset="-122"/>
                <a:cs typeface="Segoe UI" pitchFamily="34" charset="-120"/>
              </a:rPr>
              <a:t>#C8321A</a:t>
            </a:r>
            <a:endParaRPr lang="en-US" sz="1200" dirty="0"/>
          </a:p>
        </p:txBody>
      </p:sp>
      <p:sp>
        <p:nvSpPr>
          <p:cNvPr id="9" name="Shape 7"/>
          <p:cNvSpPr/>
          <p:nvPr/>
        </p:nvSpPr>
        <p:spPr>
          <a:xfrm>
            <a:off x="5212080" y="1737360"/>
            <a:ext cx="1371600" cy="1371600"/>
          </a:xfrm>
          <a:prstGeom prst="rect">
            <a:avLst/>
          </a:prstGeom>
          <a:solidFill>
            <a:srgbClr val="FF6A4D"/>
          </a:solidFill>
          <a:ln w="12700">
            <a:solidFill>
              <a:srgbClr val="16161A"/>
            </a:solidFill>
            <a:prstDash val="solid"/>
          </a:ln>
        </p:spPr>
      </p:sp>
      <p:sp>
        <p:nvSpPr>
          <p:cNvPr id="10" name="Text 8"/>
          <p:cNvSpPr txBox="1"/>
          <p:nvPr/>
        </p:nvSpPr>
        <p:spPr>
          <a:xfrm>
            <a:off x="5303520" y="2606040"/>
            <a:ext cx="1188720" cy="457200"/>
          </a:xfrm>
          <a:prstGeom prst="rect">
            <a:avLst/>
          </a:prstGeom>
          <a:noFill/>
          <a:ln/>
        </p:spPr>
        <p:txBody>
          <a:bodyPr wrap="square" lIns="0" tIns="0" rIns="0" bIns="0" rtlCol="0" anchor="t"/>
          <a:lstStyle/>
          <a:p>
            <a:pPr indent="0" marL="0">
              <a:buNone/>
            </a:pPr>
            <a:r>
              <a:rPr lang="en-US" sz="1200" b="1" dirty="0">
                <a:solidFill>
                  <a:srgbClr val="16161A"/>
                </a:solidFill>
                <a:latin typeface="Segoe UI" pitchFamily="34" charset="0"/>
                <a:ea typeface="Segoe UI" pitchFamily="34" charset="-122"/>
                <a:cs typeface="Segoe UI" pitchFamily="34" charset="-120"/>
              </a:rPr>
              <a:t>Red on ink</a:t>
            </a:r>
            <a:endParaRPr lang="en-US" sz="1200" dirty="0"/>
          </a:p>
          <a:p>
            <a:pPr indent="0" marL="0">
              <a:buNone/>
            </a:pPr>
            <a:r>
              <a:rPr lang="en-US" sz="1200" b="1" dirty="0">
                <a:solidFill>
                  <a:srgbClr val="16161A"/>
                </a:solidFill>
                <a:latin typeface="Segoe UI" pitchFamily="34" charset="0"/>
                <a:ea typeface="Segoe UI" pitchFamily="34" charset="-122"/>
                <a:cs typeface="Segoe UI" pitchFamily="34" charset="-120"/>
              </a:rPr>
              <a:t>#FF6A4D</a:t>
            </a:r>
            <a:endParaRPr lang="en-US" sz="1200" dirty="0"/>
          </a:p>
        </p:txBody>
      </p:sp>
      <p:sp>
        <p:nvSpPr>
          <p:cNvPr id="11" name="Shape 9"/>
          <p:cNvSpPr/>
          <p:nvPr/>
        </p:nvSpPr>
        <p:spPr>
          <a:xfrm>
            <a:off x="6766560" y="1737360"/>
            <a:ext cx="1371600" cy="1371600"/>
          </a:xfrm>
          <a:prstGeom prst="rect">
            <a:avLst/>
          </a:prstGeom>
          <a:solidFill>
            <a:srgbClr val="5F5A52"/>
          </a:solidFill>
          <a:ln w="12700">
            <a:solidFill>
              <a:srgbClr val="16161A"/>
            </a:solidFill>
            <a:prstDash val="solid"/>
          </a:ln>
        </p:spPr>
      </p:sp>
      <p:sp>
        <p:nvSpPr>
          <p:cNvPr id="12" name="Text 10"/>
          <p:cNvSpPr txBox="1"/>
          <p:nvPr/>
        </p:nvSpPr>
        <p:spPr>
          <a:xfrm>
            <a:off x="6858000" y="2606040"/>
            <a:ext cx="1188720" cy="457200"/>
          </a:xfrm>
          <a:prstGeom prst="rect">
            <a:avLst/>
          </a:prstGeom>
          <a:noFill/>
          <a:ln/>
        </p:spPr>
        <p:txBody>
          <a:bodyPr wrap="square" lIns="0" tIns="0" rIns="0" bIns="0" rtlCol="0" anchor="t"/>
          <a:lstStyle/>
          <a:p>
            <a:pPr indent="0" marL="0">
              <a:buNone/>
            </a:pPr>
            <a:r>
              <a:rPr lang="en-US" sz="1200" b="1" dirty="0">
                <a:solidFill>
                  <a:srgbClr val="FFFFFF"/>
                </a:solidFill>
                <a:latin typeface="Segoe UI" pitchFamily="34" charset="0"/>
                <a:ea typeface="Segoe UI" pitchFamily="34" charset="-122"/>
                <a:cs typeface="Segoe UI" pitchFamily="34" charset="-120"/>
              </a:rPr>
              <a:t>Grey</a:t>
            </a:r>
            <a:endParaRPr lang="en-US" sz="1200" dirty="0"/>
          </a:p>
          <a:p>
            <a:pPr indent="0" marL="0">
              <a:buNone/>
            </a:pPr>
            <a:r>
              <a:rPr lang="en-US" sz="1200" b="1" dirty="0">
                <a:solidFill>
                  <a:srgbClr val="FFFFFF"/>
                </a:solidFill>
                <a:latin typeface="Segoe UI" pitchFamily="34" charset="0"/>
                <a:ea typeface="Segoe UI" pitchFamily="34" charset="-122"/>
                <a:cs typeface="Segoe UI" pitchFamily="34" charset="-120"/>
              </a:rPr>
              <a:t>#5F5A52</a:t>
            </a:r>
            <a:endParaRPr lang="en-US" sz="1200" dirty="0"/>
          </a:p>
        </p:txBody>
      </p:sp>
      <p:sp>
        <p:nvSpPr>
          <p:cNvPr id="13" name="Text 11"/>
          <p:cNvSpPr txBox="1"/>
          <p:nvPr/>
        </p:nvSpPr>
        <p:spPr>
          <a:xfrm>
            <a:off x="548640" y="3429000"/>
            <a:ext cx="7315200" cy="822960"/>
          </a:xfrm>
          <a:prstGeom prst="rect">
            <a:avLst/>
          </a:prstGeom>
          <a:noFill/>
          <a:ln/>
        </p:spPr>
        <p:txBody>
          <a:bodyPr wrap="square" lIns="0" tIns="0" rIns="0" bIns="0" rtlCol="0" anchor="t"/>
          <a:lstStyle/>
          <a:p>
            <a:pPr indent="0" marL="0">
              <a:buNone/>
            </a:pPr>
            <a:r>
              <a:rPr lang="en-US" sz="4800" dirty="0">
                <a:solidFill>
                  <a:srgbClr val="16161A"/>
                </a:solidFill>
                <a:latin typeface="Bahnschrift SemiBold Condensed" pitchFamily="34" charset="0"/>
                <a:ea typeface="Bahnschrift SemiBold Condensed" pitchFamily="34" charset="-122"/>
                <a:cs typeface="Bahnschrift SemiBold Condensed" pitchFamily="34" charset="-120"/>
              </a:rPr>
              <a:t>Bahnschrift Condensed</a:t>
            </a:r>
            <a:endParaRPr lang="en-US" sz="4800" dirty="0"/>
          </a:p>
        </p:txBody>
      </p:sp>
      <p:sp>
        <p:nvSpPr>
          <p:cNvPr id="14" name="Text 12"/>
          <p:cNvSpPr txBox="1"/>
          <p:nvPr/>
        </p:nvSpPr>
        <p:spPr>
          <a:xfrm>
            <a:off x="548640" y="4206240"/>
            <a:ext cx="7772400" cy="365760"/>
          </a:xfrm>
          <a:prstGeom prst="rect">
            <a:avLst/>
          </a:prstGeom>
          <a:noFill/>
          <a:ln/>
        </p:spPr>
        <p:txBody>
          <a:bodyPr wrap="square" lIns="0" tIns="0" rIns="0" bIns="0" rtlCol="0" anchor="t"/>
          <a:lstStyle/>
          <a:p>
            <a:pPr indent="0" marL="0">
              <a:buNone/>
            </a:pPr>
            <a:r>
              <a:rPr lang="en-US" sz="1600" dirty="0">
                <a:solidFill>
                  <a:srgbClr val="5F5A52"/>
                </a:solidFill>
                <a:latin typeface="Segoe UI" pitchFamily="34" charset="0"/>
                <a:ea typeface="Segoe UI" pitchFamily="34" charset="-122"/>
                <a:cs typeface="Segoe UI" pitchFamily="34" charset="-120"/>
              </a:rPr>
              <a:t>Headlines, numbers, the masthead. Windows font: on every school PC.</a:t>
            </a:r>
            <a:endParaRPr lang="en-US" sz="1600" dirty="0"/>
          </a:p>
        </p:txBody>
      </p:sp>
      <p:sp>
        <p:nvSpPr>
          <p:cNvPr id="15" name="Text 13"/>
          <p:cNvSpPr txBox="1"/>
          <p:nvPr/>
        </p:nvSpPr>
        <p:spPr>
          <a:xfrm>
            <a:off x="548640" y="4709160"/>
            <a:ext cx="7772400" cy="457200"/>
          </a:xfrm>
          <a:prstGeom prst="rect">
            <a:avLst/>
          </a:prstGeom>
          <a:noFill/>
          <a:ln/>
        </p:spPr>
        <p:txBody>
          <a:bodyPr wrap="square" lIns="0" tIns="0" rIns="0" bIns="0" rtlCol="0" anchor="t"/>
          <a:lstStyle/>
          <a:p>
            <a:pPr indent="0" marL="0">
              <a:buNone/>
            </a:pPr>
            <a:r>
              <a:rPr lang="en-US" sz="2400" dirty="0">
                <a:solidFill>
                  <a:srgbClr val="16161A"/>
                </a:solidFill>
                <a:latin typeface="Segoe UI" pitchFamily="34" charset="0"/>
                <a:ea typeface="Segoe UI" pitchFamily="34" charset="-122"/>
                <a:cs typeface="Segoe UI" pitchFamily="34" charset="-120"/>
              </a:rPr>
              <a:t>Segoe UI for body text — 18 pt minimum.</a:t>
            </a:r>
            <a:endParaRPr lang="en-US" sz="2400" dirty="0"/>
          </a:p>
        </p:txBody>
      </p:sp>
      <p:sp>
        <p:nvSpPr>
          <p:cNvPr id="16" name="Text 14"/>
          <p:cNvSpPr txBox="1"/>
          <p:nvPr/>
        </p:nvSpPr>
        <p:spPr>
          <a:xfrm>
            <a:off x="548640" y="5303520"/>
            <a:ext cx="7772400" cy="457200"/>
          </a:xfrm>
          <a:prstGeom prst="rect">
            <a:avLst/>
          </a:prstGeom>
          <a:noFill/>
          <a:ln/>
        </p:spPr>
        <p:txBody>
          <a:bodyPr wrap="square" lIns="0" tIns="0" rIns="0" bIns="0" rtlCol="0" anchor="t"/>
          <a:lstStyle/>
          <a:p>
            <a:pPr indent="0" marL="0">
              <a:buNone/>
            </a:pPr>
            <a:r>
              <a:rPr lang="en-US" sz="2400" i="1" dirty="0">
                <a:solidFill>
                  <a:srgbClr val="16161A"/>
                </a:solidFill>
                <a:latin typeface="Georgia" pitchFamily="34" charset="0"/>
                <a:ea typeface="Georgia" pitchFamily="34" charset="-122"/>
                <a:cs typeface="Georgia" pitchFamily="34" charset="-120"/>
              </a:rPr>
              <a:t>Georgia italic for quotes, standfirsts and the topic question.</a:t>
            </a:r>
            <a:endParaRPr lang="en-US" sz="2400" dirty="0"/>
          </a:p>
        </p:txBody>
      </p:sp>
      <p:sp>
        <p:nvSpPr>
          <p:cNvPr id="17" name="Text 15"/>
          <p:cNvSpPr txBox="1"/>
          <p:nvPr/>
        </p:nvSpPr>
        <p:spPr>
          <a:xfrm>
            <a:off x="8686800" y="3429000"/>
            <a:ext cx="2956255" cy="2286000"/>
          </a:xfrm>
          <a:prstGeom prst="rect">
            <a:avLst/>
          </a:prstGeom>
          <a:noFill/>
          <a:ln/>
        </p:spPr>
        <p:txBody>
          <a:bodyPr wrap="square" lIns="0" tIns="0" rIns="0" bIns="0" rtlCol="0" anchor="t"/>
          <a:lstStyle/>
          <a:p>
            <a:pPr indent="0" marL="0">
              <a:buNone/>
            </a:pPr>
            <a:r>
              <a:rPr lang="en-US" sz="1800" dirty="0">
                <a:solidFill>
                  <a:srgbClr val="5F5A52"/>
                </a:solidFill>
                <a:latin typeface="Segoe UI" pitchFamily="34" charset="0"/>
                <a:ea typeface="Segoe UI" pitchFamily="34" charset="-122"/>
                <a:cs typeface="Segoe UI" pitchFamily="34" charset="-120"/>
              </a:rPr>
              <a:t>Different on purpose: the Computing decks use Cambria / Calibri, charcoal and gold, and rounded cards.</a:t>
            </a:r>
            <a:endParaRPr lang="en-US" sz="1800" dirty="0"/>
          </a:p>
        </p:txBody>
      </p:sp>
      <p:sp>
        <p:nvSpPr>
          <p:cNvPr id="18" name="Text 16"/>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b="1" i="1" dirty="0">
                <a:solidFill>
                  <a:srgbClr val="C8321A"/>
                </a:solidFill>
                <a:latin typeface="Segoe UI" pitchFamily="34" charset="0"/>
                <a:ea typeface="Segoe UI" pitchFamily="34" charset="-122"/>
                <a:cs typeface="Segoe UI" pitchFamily="34" charset="-120"/>
              </a:rPr>
              <a:t>TEMPLATE  ·  guide</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F5A52"/>
                </a:solidFill>
                <a:latin typeface="Segoe UI"/>
                <a:ea typeface="Segoe UI"/>
                <a:cs typeface="Segoe UI"/>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9966960" cy="914400"/>
          </a:xfrm>
          <a:prstGeom prst="rect">
            <a:avLst/>
          </a:prstGeom>
          <a:noFill/>
          <a:ln/>
        </p:spPr>
        <p:txBody>
          <a:bodyPr wrap="square" lIns="0" tIns="0" rIns="0" bIns="0" rtlCol="0" anchor="ctr"/>
          <a:lstStyle/>
          <a:p>
            <a:pPr algn="l" indent="0" marL="0">
              <a:buNone/>
            </a:pPr>
            <a:r>
              <a:rPr lang="en-US" sz="4400" dirty="0">
                <a:solidFill>
                  <a:srgbClr val="16161A"/>
                </a:solidFill>
                <a:latin typeface="Bahnschrift SemiBold Condensed" pitchFamily="34" charset="0"/>
                <a:ea typeface="Bahnschrift SemiBold Condensed" pitchFamily="34" charset="-122"/>
                <a:cs typeface="Bahnschrift SemiBold Condensed" pitchFamily="34" charset="-120"/>
              </a:rPr>
              <a:t>Recap &amp; Recall</a:t>
            </a:r>
            <a:endParaRPr lang="en-US" sz="4400" dirty="0"/>
          </a:p>
        </p:txBody>
      </p:sp>
      <p:sp>
        <p:nvSpPr>
          <p:cNvPr id="3" name="Text 1"/>
          <p:cNvSpPr txBox="1"/>
          <p:nvPr/>
        </p:nvSpPr>
        <p:spPr>
          <a:xfrm>
            <a:off x="548640" y="1371600"/>
            <a:ext cx="7315200" cy="274320"/>
          </a:xfrm>
          <a:prstGeom prst="rect">
            <a:avLst/>
          </a:prstGeom>
          <a:noFill/>
          <a:ln/>
        </p:spPr>
        <p:txBody>
          <a:bodyPr wrap="square" lIns="0" tIns="0" rIns="0" bIns="0" rtlCol="0" anchor="t"/>
          <a:lstStyle/>
          <a:p>
            <a:pPr indent="0" marL="0">
              <a:buNone/>
            </a:pPr>
            <a:r>
              <a:rPr lang="en-US" sz="1300" b="1" spc="300" kern="0" dirty="0">
                <a:solidFill>
                  <a:srgbClr val="C8321A"/>
                </a:solidFill>
                <a:latin typeface="Segoe UI" pitchFamily="34" charset="0"/>
                <a:ea typeface="Segoe UI" pitchFamily="34" charset="-122"/>
                <a:cs typeface="Segoe UI" pitchFamily="34" charset="-120"/>
              </a:rPr>
              <a:t>ANSWER IN YOUR BOOK — NO NOTES</a:t>
            </a:r>
            <a:endParaRPr lang="en-US" sz="1300" dirty="0"/>
          </a:p>
        </p:txBody>
      </p:sp>
      <p:sp>
        <p:nvSpPr>
          <p:cNvPr id="4" name="Shape 2"/>
          <p:cNvSpPr/>
          <p:nvPr/>
        </p:nvSpPr>
        <p:spPr>
          <a:xfrm>
            <a:off x="548640" y="1783080"/>
            <a:ext cx="5318608" cy="0"/>
          </a:xfrm>
          <a:prstGeom prst="line">
            <a:avLst/>
          </a:prstGeom>
          <a:noFill/>
          <a:ln w="25400">
            <a:solidFill>
              <a:srgbClr val="16161A"/>
            </a:solidFill>
            <a:prstDash val="solid"/>
          </a:ln>
        </p:spPr>
      </p:sp>
      <p:sp>
        <p:nvSpPr>
          <p:cNvPr id="5" name="Text 3"/>
          <p:cNvSpPr txBox="1"/>
          <p:nvPr/>
        </p:nvSpPr>
        <p:spPr>
          <a:xfrm>
            <a:off x="548640" y="1892808"/>
            <a:ext cx="548640" cy="731520"/>
          </a:xfrm>
          <a:prstGeom prst="rect">
            <a:avLst/>
          </a:prstGeom>
          <a:noFill/>
          <a:ln/>
        </p:spPr>
        <p:txBody>
          <a:bodyPr wrap="square" lIns="0" tIns="0" rIns="0" bIns="0" rtlCol="0" anchor="t"/>
          <a:lstStyle/>
          <a:p>
            <a:pPr indent="0" marL="0">
              <a:buNone/>
            </a:pPr>
            <a:r>
              <a:rPr lang="en-US" sz="4800" dirty="0">
                <a:solidFill>
                  <a:srgbClr val="C8321A"/>
                </a:solidFill>
                <a:latin typeface="Bahnschrift SemiBold Condensed" pitchFamily="34" charset="0"/>
                <a:ea typeface="Bahnschrift SemiBold Condensed" pitchFamily="34" charset="-122"/>
                <a:cs typeface="Bahnschrift SemiBold Condensed" pitchFamily="34" charset="-120"/>
              </a:rPr>
              <a:t>1</a:t>
            </a:r>
            <a:endParaRPr lang="en-US" sz="4800" dirty="0"/>
          </a:p>
        </p:txBody>
      </p:sp>
      <p:sp>
        <p:nvSpPr>
          <p:cNvPr id="6" name="Shape 4"/>
          <p:cNvSpPr/>
          <p:nvPr/>
        </p:nvSpPr>
        <p:spPr>
          <a:xfrm>
            <a:off x="1188720" y="1984248"/>
            <a:ext cx="1239012" cy="292608"/>
          </a:xfrm>
          <a:prstGeom prst="rect">
            <a:avLst/>
          </a:prstGeom>
          <a:solidFill>
            <a:srgbClr val="16161A"/>
          </a:solidFill>
          <a:ln/>
        </p:spPr>
      </p:sp>
      <p:sp>
        <p:nvSpPr>
          <p:cNvPr id="7" name="Text 5"/>
          <p:cNvSpPr txBox="1"/>
          <p:nvPr/>
        </p:nvSpPr>
        <p:spPr>
          <a:xfrm>
            <a:off x="1188720" y="1984248"/>
            <a:ext cx="1239012" cy="292608"/>
          </a:xfrm>
          <a:prstGeom prst="rect">
            <a:avLst/>
          </a:prstGeom>
          <a:noFill/>
          <a:ln/>
        </p:spPr>
        <p:txBody>
          <a:bodyPr wrap="square" lIns="0" tIns="0" rIns="0" bIns="0" rtlCol="0" anchor="ctr"/>
          <a:lstStyle/>
          <a:p>
            <a:pPr algn="ctr" indent="0" marL="0">
              <a:buNone/>
            </a:pPr>
            <a:r>
              <a:rPr lang="en-US" sz="1200" b="1" spc="200" kern="0" dirty="0">
                <a:solidFill>
                  <a:srgbClr val="F4EFE6"/>
                </a:solidFill>
                <a:latin typeface="Segoe UI" pitchFamily="34" charset="0"/>
                <a:ea typeface="Segoe UI" pitchFamily="34" charset="-122"/>
                <a:cs typeface="Segoe UI" pitchFamily="34" charset="-120"/>
              </a:rPr>
              <a:t>LAST LESSON</a:t>
            </a:r>
            <a:endParaRPr lang="en-US" sz="1200" dirty="0"/>
          </a:p>
        </p:txBody>
      </p:sp>
      <p:sp>
        <p:nvSpPr>
          <p:cNvPr id="8" name="Text 6"/>
          <p:cNvSpPr txBox="1"/>
          <p:nvPr/>
        </p:nvSpPr>
        <p:spPr>
          <a:xfrm>
            <a:off x="1188720" y="2386584"/>
            <a:ext cx="4678528" cy="868680"/>
          </a:xfrm>
          <a:prstGeom prst="rect">
            <a:avLst/>
          </a:prstGeom>
          <a:noFill/>
          <a:ln/>
        </p:spPr>
        <p:txBody>
          <a:bodyPr wrap="square" lIns="0" tIns="0" rIns="0" bIns="0" rtlCol="0" anchor="t"/>
          <a:lstStyle/>
          <a:p>
            <a:pPr indent="0" marL="0">
              <a:buNone/>
            </a:pPr>
            <a:r>
              <a:rPr lang="en-US" sz="2000" dirty="0">
                <a:solidFill>
                  <a:srgbClr val="16161A"/>
                </a:solidFill>
                <a:latin typeface="Segoe UI" pitchFamily="34" charset="0"/>
                <a:ea typeface="Segoe UI" pitchFamily="34" charset="-122"/>
                <a:cs typeface="Segoe UI" pitchFamily="34" charset="-120"/>
              </a:rPr>
              <a:t>A podcast belongs to which media sector?</a:t>
            </a:r>
            <a:endParaRPr lang="en-US" sz="2000" dirty="0"/>
          </a:p>
        </p:txBody>
      </p:sp>
      <p:sp>
        <p:nvSpPr>
          <p:cNvPr id="9" name="Text 7"/>
          <p:cNvSpPr txBox="1"/>
          <p:nvPr/>
        </p:nvSpPr>
        <p:spPr>
          <a:xfrm>
            <a:off x="1188720" y="3246120"/>
            <a:ext cx="4678528" cy="640080"/>
          </a:xfrm>
          <a:prstGeom prst="rect">
            <a:avLst/>
          </a:prstGeom>
          <a:noFill/>
          <a:ln/>
        </p:spPr>
        <p:txBody>
          <a:bodyPr wrap="square" lIns="0" tIns="0" rIns="0" bIns="0" rtlCol="0" anchor="t"/>
          <a:lstStyle/>
          <a:p>
            <a:pPr indent="0" marL="0">
              <a:buNone/>
            </a:pPr>
            <a:r>
              <a:rPr lang="en-US" sz="1800" b="1" dirty="0">
                <a:solidFill>
                  <a:srgbClr val="C8321A"/>
                </a:solidFill>
                <a:latin typeface="Segoe UI" pitchFamily="34" charset="0"/>
                <a:ea typeface="Segoe UI" pitchFamily="34" charset="-122"/>
                <a:cs typeface="Segoe UI" pitchFamily="34" charset="-120"/>
              </a:rPr>
              <a:t>audio/moving image  ·  publishing  ·  interactive?</a:t>
            </a:r>
            <a:endParaRPr lang="en-US" sz="1800" dirty="0"/>
          </a:p>
        </p:txBody>
      </p:sp>
      <p:sp>
        <p:nvSpPr>
          <p:cNvPr id="10" name="Shape 8"/>
          <p:cNvSpPr/>
          <p:nvPr/>
        </p:nvSpPr>
        <p:spPr>
          <a:xfrm>
            <a:off x="6324448" y="1783080"/>
            <a:ext cx="5318608" cy="0"/>
          </a:xfrm>
          <a:prstGeom prst="line">
            <a:avLst/>
          </a:prstGeom>
          <a:noFill/>
          <a:ln w="25400">
            <a:solidFill>
              <a:srgbClr val="16161A"/>
            </a:solidFill>
            <a:prstDash val="solid"/>
          </a:ln>
        </p:spPr>
      </p:sp>
      <p:sp>
        <p:nvSpPr>
          <p:cNvPr id="11" name="Text 9"/>
          <p:cNvSpPr txBox="1"/>
          <p:nvPr/>
        </p:nvSpPr>
        <p:spPr>
          <a:xfrm>
            <a:off x="6324448" y="1892808"/>
            <a:ext cx="548640" cy="731520"/>
          </a:xfrm>
          <a:prstGeom prst="rect">
            <a:avLst/>
          </a:prstGeom>
          <a:noFill/>
          <a:ln/>
        </p:spPr>
        <p:txBody>
          <a:bodyPr wrap="square" lIns="0" tIns="0" rIns="0" bIns="0" rtlCol="0" anchor="t"/>
          <a:lstStyle/>
          <a:p>
            <a:pPr indent="0" marL="0">
              <a:buNone/>
            </a:pPr>
            <a:r>
              <a:rPr lang="en-US" sz="4800" dirty="0">
                <a:solidFill>
                  <a:srgbClr val="C8321A"/>
                </a:solidFill>
                <a:latin typeface="Bahnschrift SemiBold Condensed" pitchFamily="34" charset="0"/>
                <a:ea typeface="Bahnschrift SemiBold Condensed" pitchFamily="34" charset="-122"/>
                <a:cs typeface="Bahnschrift SemiBold Condensed" pitchFamily="34" charset="-120"/>
              </a:rPr>
              <a:t>2</a:t>
            </a:r>
            <a:endParaRPr lang="en-US" sz="4800" dirty="0"/>
          </a:p>
        </p:txBody>
      </p:sp>
      <p:sp>
        <p:nvSpPr>
          <p:cNvPr id="12" name="Shape 10"/>
          <p:cNvSpPr/>
          <p:nvPr/>
        </p:nvSpPr>
        <p:spPr>
          <a:xfrm>
            <a:off x="6964528" y="1984248"/>
            <a:ext cx="1097280" cy="292608"/>
          </a:xfrm>
          <a:prstGeom prst="rect">
            <a:avLst/>
          </a:prstGeom>
          <a:solidFill>
            <a:srgbClr val="16161A"/>
          </a:solidFill>
          <a:ln/>
        </p:spPr>
      </p:sp>
      <p:sp>
        <p:nvSpPr>
          <p:cNvPr id="13" name="Text 11"/>
          <p:cNvSpPr txBox="1"/>
          <p:nvPr/>
        </p:nvSpPr>
        <p:spPr>
          <a:xfrm>
            <a:off x="6964528" y="1984248"/>
            <a:ext cx="1097280" cy="292608"/>
          </a:xfrm>
          <a:prstGeom prst="rect">
            <a:avLst/>
          </a:prstGeom>
          <a:noFill/>
          <a:ln/>
        </p:spPr>
        <p:txBody>
          <a:bodyPr wrap="square" lIns="0" tIns="0" rIns="0" bIns="0" rtlCol="0" anchor="ctr"/>
          <a:lstStyle/>
          <a:p>
            <a:pPr algn="ctr" indent="0" marL="0">
              <a:buNone/>
            </a:pPr>
            <a:r>
              <a:rPr lang="en-US" sz="1200" b="1" spc="200" kern="0" dirty="0">
                <a:solidFill>
                  <a:srgbClr val="F4EFE6"/>
                </a:solidFill>
                <a:latin typeface="Segoe UI" pitchFamily="34" charset="0"/>
                <a:ea typeface="Segoe UI" pitchFamily="34" charset="-122"/>
                <a:cs typeface="Segoe UI" pitchFamily="34" charset="-120"/>
              </a:rPr>
              <a:t>LESSON 2</a:t>
            </a:r>
            <a:endParaRPr lang="en-US" sz="1200" dirty="0"/>
          </a:p>
        </p:txBody>
      </p:sp>
      <p:sp>
        <p:nvSpPr>
          <p:cNvPr id="14" name="Text 12"/>
          <p:cNvSpPr txBox="1"/>
          <p:nvPr/>
        </p:nvSpPr>
        <p:spPr>
          <a:xfrm>
            <a:off x="6964528" y="2386584"/>
            <a:ext cx="4678528" cy="868680"/>
          </a:xfrm>
          <a:prstGeom prst="rect">
            <a:avLst/>
          </a:prstGeom>
          <a:noFill/>
          <a:ln/>
        </p:spPr>
        <p:txBody>
          <a:bodyPr wrap="square" lIns="0" tIns="0" rIns="0" bIns="0" rtlCol="0" anchor="t"/>
          <a:lstStyle/>
          <a:p>
            <a:pPr indent="0" marL="0">
              <a:buNone/>
            </a:pPr>
            <a:r>
              <a:rPr lang="en-US" sz="2000" dirty="0">
                <a:solidFill>
                  <a:srgbClr val="16161A"/>
                </a:solidFill>
                <a:latin typeface="Segoe UI" pitchFamily="34" charset="0"/>
                <a:ea typeface="Segoe UI" pitchFamily="34" charset="-122"/>
                <a:cs typeface="Segoe UI" pitchFamily="34" charset="-120"/>
              </a:rPr>
              <a:t>Name one purpose of a media product. Example: a film trailer.</a:t>
            </a:r>
            <a:endParaRPr lang="en-US" sz="2000" dirty="0"/>
          </a:p>
        </p:txBody>
      </p:sp>
      <p:sp>
        <p:nvSpPr>
          <p:cNvPr id="15" name="Shape 13"/>
          <p:cNvSpPr/>
          <p:nvPr/>
        </p:nvSpPr>
        <p:spPr>
          <a:xfrm>
            <a:off x="548640" y="4160520"/>
            <a:ext cx="5318608" cy="0"/>
          </a:xfrm>
          <a:prstGeom prst="line">
            <a:avLst/>
          </a:prstGeom>
          <a:noFill/>
          <a:ln w="25400">
            <a:solidFill>
              <a:srgbClr val="16161A"/>
            </a:solidFill>
            <a:prstDash val="solid"/>
          </a:ln>
        </p:spPr>
      </p:sp>
      <p:sp>
        <p:nvSpPr>
          <p:cNvPr id="16" name="Text 14"/>
          <p:cNvSpPr txBox="1"/>
          <p:nvPr/>
        </p:nvSpPr>
        <p:spPr>
          <a:xfrm>
            <a:off x="548640" y="4270248"/>
            <a:ext cx="548640" cy="731520"/>
          </a:xfrm>
          <a:prstGeom prst="rect">
            <a:avLst/>
          </a:prstGeom>
          <a:noFill/>
          <a:ln/>
        </p:spPr>
        <p:txBody>
          <a:bodyPr wrap="square" lIns="0" tIns="0" rIns="0" bIns="0" rtlCol="0" anchor="t"/>
          <a:lstStyle/>
          <a:p>
            <a:pPr indent="0" marL="0">
              <a:buNone/>
            </a:pPr>
            <a:r>
              <a:rPr lang="en-US" sz="4800" dirty="0">
                <a:solidFill>
                  <a:srgbClr val="C8321A"/>
                </a:solidFill>
                <a:latin typeface="Bahnschrift SemiBold Condensed" pitchFamily="34" charset="0"/>
                <a:ea typeface="Bahnschrift SemiBold Condensed" pitchFamily="34" charset="-122"/>
                <a:cs typeface="Bahnschrift SemiBold Condensed" pitchFamily="34" charset="-120"/>
              </a:rPr>
              <a:t>3</a:t>
            </a:r>
            <a:endParaRPr lang="en-US" sz="4800" dirty="0"/>
          </a:p>
        </p:txBody>
      </p:sp>
      <p:sp>
        <p:nvSpPr>
          <p:cNvPr id="17" name="Shape 15"/>
          <p:cNvSpPr/>
          <p:nvPr/>
        </p:nvSpPr>
        <p:spPr>
          <a:xfrm>
            <a:off x="1188720" y="4361688"/>
            <a:ext cx="1097280" cy="292608"/>
          </a:xfrm>
          <a:prstGeom prst="rect">
            <a:avLst/>
          </a:prstGeom>
          <a:solidFill>
            <a:srgbClr val="16161A"/>
          </a:solidFill>
          <a:ln/>
        </p:spPr>
      </p:sp>
      <p:sp>
        <p:nvSpPr>
          <p:cNvPr id="18" name="Text 16"/>
          <p:cNvSpPr txBox="1"/>
          <p:nvPr/>
        </p:nvSpPr>
        <p:spPr>
          <a:xfrm>
            <a:off x="1188720" y="4361688"/>
            <a:ext cx="1097280" cy="292608"/>
          </a:xfrm>
          <a:prstGeom prst="rect">
            <a:avLst/>
          </a:prstGeom>
          <a:noFill/>
          <a:ln/>
        </p:spPr>
        <p:txBody>
          <a:bodyPr wrap="square" lIns="0" tIns="0" rIns="0" bIns="0" rtlCol="0" anchor="ctr"/>
          <a:lstStyle/>
          <a:p>
            <a:pPr algn="ctr" indent="0" marL="0">
              <a:buNone/>
            </a:pPr>
            <a:r>
              <a:rPr lang="en-US" sz="1200" b="1" spc="200" kern="0" dirty="0">
                <a:solidFill>
                  <a:srgbClr val="F4EFE6"/>
                </a:solidFill>
                <a:latin typeface="Segoe UI" pitchFamily="34" charset="0"/>
                <a:ea typeface="Segoe UI" pitchFamily="34" charset="-122"/>
                <a:cs typeface="Segoe UI" pitchFamily="34" charset="-120"/>
              </a:rPr>
              <a:t>LESSON 1</a:t>
            </a:r>
            <a:endParaRPr lang="en-US" sz="1200" dirty="0"/>
          </a:p>
        </p:txBody>
      </p:sp>
      <p:sp>
        <p:nvSpPr>
          <p:cNvPr id="19" name="Text 17"/>
          <p:cNvSpPr txBox="1"/>
          <p:nvPr/>
        </p:nvSpPr>
        <p:spPr>
          <a:xfrm>
            <a:off x="1188720" y="4764024"/>
            <a:ext cx="4678528" cy="868680"/>
          </a:xfrm>
          <a:prstGeom prst="rect">
            <a:avLst/>
          </a:prstGeom>
          <a:noFill/>
          <a:ln/>
        </p:spPr>
        <p:txBody>
          <a:bodyPr wrap="square" lIns="0" tIns="0" rIns="0" bIns="0" rtlCol="0" anchor="t"/>
          <a:lstStyle/>
          <a:p>
            <a:pPr indent="0" marL="0">
              <a:buNone/>
            </a:pPr>
            <a:r>
              <a:rPr lang="en-US" sz="2000" dirty="0">
                <a:solidFill>
                  <a:srgbClr val="16161A"/>
                </a:solidFill>
                <a:latin typeface="Segoe UI" pitchFamily="34" charset="0"/>
                <a:ea typeface="Segoe UI" pitchFamily="34" charset="-122"/>
                <a:cs typeface="Segoe UI" pitchFamily="34" charset="-120"/>
              </a:rPr>
              <a:t>Which is a primary audience for a teen running magazine?</a:t>
            </a:r>
            <a:endParaRPr lang="en-US" sz="2000" dirty="0"/>
          </a:p>
        </p:txBody>
      </p:sp>
      <p:sp>
        <p:nvSpPr>
          <p:cNvPr id="20" name="Text 18"/>
          <p:cNvSpPr txBox="1"/>
          <p:nvPr/>
        </p:nvSpPr>
        <p:spPr>
          <a:xfrm>
            <a:off x="1188720" y="5623560"/>
            <a:ext cx="4678528" cy="640080"/>
          </a:xfrm>
          <a:prstGeom prst="rect">
            <a:avLst/>
          </a:prstGeom>
          <a:noFill/>
          <a:ln/>
        </p:spPr>
        <p:txBody>
          <a:bodyPr wrap="square" lIns="0" tIns="0" rIns="0" bIns="0" rtlCol="0" anchor="t"/>
          <a:lstStyle/>
          <a:p>
            <a:pPr indent="0" marL="0">
              <a:buNone/>
            </a:pPr>
            <a:r>
              <a:rPr lang="en-US" sz="1800" b="1" dirty="0">
                <a:solidFill>
                  <a:srgbClr val="C8321A"/>
                </a:solidFill>
                <a:latin typeface="Segoe UI" pitchFamily="34" charset="0"/>
                <a:ea typeface="Segoe UI" pitchFamily="34" charset="-122"/>
                <a:cs typeface="Segoe UI" pitchFamily="34" charset="-120"/>
              </a:rPr>
              <a:t>13–17s  ·  parents  ·  coaches?</a:t>
            </a:r>
            <a:endParaRPr lang="en-US" sz="1800" dirty="0"/>
          </a:p>
        </p:txBody>
      </p:sp>
      <p:sp>
        <p:nvSpPr>
          <p:cNvPr id="21" name="Shape 19"/>
          <p:cNvSpPr/>
          <p:nvPr/>
        </p:nvSpPr>
        <p:spPr>
          <a:xfrm>
            <a:off x="6324448" y="4160520"/>
            <a:ext cx="5318608" cy="0"/>
          </a:xfrm>
          <a:prstGeom prst="line">
            <a:avLst/>
          </a:prstGeom>
          <a:noFill/>
          <a:ln w="25400">
            <a:solidFill>
              <a:srgbClr val="16161A"/>
            </a:solidFill>
            <a:prstDash val="solid"/>
          </a:ln>
        </p:spPr>
      </p:sp>
      <p:sp>
        <p:nvSpPr>
          <p:cNvPr id="22" name="Text 20"/>
          <p:cNvSpPr txBox="1"/>
          <p:nvPr/>
        </p:nvSpPr>
        <p:spPr>
          <a:xfrm>
            <a:off x="6324448" y="4270248"/>
            <a:ext cx="548640" cy="731520"/>
          </a:xfrm>
          <a:prstGeom prst="rect">
            <a:avLst/>
          </a:prstGeom>
          <a:noFill/>
          <a:ln/>
        </p:spPr>
        <p:txBody>
          <a:bodyPr wrap="square" lIns="0" tIns="0" rIns="0" bIns="0" rtlCol="0" anchor="t"/>
          <a:lstStyle/>
          <a:p>
            <a:pPr indent="0" marL="0">
              <a:buNone/>
            </a:pPr>
            <a:r>
              <a:rPr lang="en-US" sz="4800" dirty="0">
                <a:solidFill>
                  <a:srgbClr val="C8321A"/>
                </a:solidFill>
                <a:latin typeface="Bahnschrift SemiBold Condensed" pitchFamily="34" charset="0"/>
                <a:ea typeface="Bahnschrift SemiBold Condensed" pitchFamily="34" charset="-122"/>
                <a:cs typeface="Bahnschrift SemiBold Condensed" pitchFamily="34" charset="-120"/>
              </a:rPr>
              <a:t>4</a:t>
            </a:r>
            <a:endParaRPr lang="en-US" sz="4800" dirty="0"/>
          </a:p>
        </p:txBody>
      </p:sp>
      <p:sp>
        <p:nvSpPr>
          <p:cNvPr id="23" name="Shape 21"/>
          <p:cNvSpPr/>
          <p:nvPr/>
        </p:nvSpPr>
        <p:spPr>
          <a:xfrm>
            <a:off x="6964528" y="4361688"/>
            <a:ext cx="1239012" cy="292608"/>
          </a:xfrm>
          <a:prstGeom prst="rect">
            <a:avLst/>
          </a:prstGeom>
          <a:solidFill>
            <a:srgbClr val="16161A"/>
          </a:solidFill>
          <a:ln/>
        </p:spPr>
      </p:sp>
      <p:sp>
        <p:nvSpPr>
          <p:cNvPr id="24" name="Text 22"/>
          <p:cNvSpPr txBox="1"/>
          <p:nvPr/>
        </p:nvSpPr>
        <p:spPr>
          <a:xfrm>
            <a:off x="6964528" y="4361688"/>
            <a:ext cx="1239012" cy="292608"/>
          </a:xfrm>
          <a:prstGeom prst="rect">
            <a:avLst/>
          </a:prstGeom>
          <a:noFill/>
          <a:ln/>
        </p:spPr>
        <p:txBody>
          <a:bodyPr wrap="square" lIns="0" tIns="0" rIns="0" bIns="0" rtlCol="0" anchor="ctr"/>
          <a:lstStyle/>
          <a:p>
            <a:pPr algn="ctr" indent="0" marL="0">
              <a:buNone/>
            </a:pPr>
            <a:r>
              <a:rPr lang="en-US" sz="1200" b="1" spc="200" kern="0" dirty="0">
                <a:solidFill>
                  <a:srgbClr val="F4EFE6"/>
                </a:solidFill>
                <a:latin typeface="Segoe UI" pitchFamily="34" charset="0"/>
                <a:ea typeface="Segoe UI" pitchFamily="34" charset="-122"/>
                <a:cs typeface="Segoe UI" pitchFamily="34" charset="-120"/>
              </a:rPr>
              <a:t>LAST LESSON</a:t>
            </a:r>
            <a:endParaRPr lang="en-US" sz="1200" dirty="0"/>
          </a:p>
        </p:txBody>
      </p:sp>
      <p:sp>
        <p:nvSpPr>
          <p:cNvPr id="25" name="Text 23"/>
          <p:cNvSpPr txBox="1"/>
          <p:nvPr/>
        </p:nvSpPr>
        <p:spPr>
          <a:xfrm>
            <a:off x="6964528" y="4764024"/>
            <a:ext cx="4678528" cy="868680"/>
          </a:xfrm>
          <a:prstGeom prst="rect">
            <a:avLst/>
          </a:prstGeom>
          <a:noFill/>
          <a:ln/>
        </p:spPr>
        <p:txBody>
          <a:bodyPr wrap="square" lIns="0" tIns="0" rIns="0" bIns="0" rtlCol="0" anchor="t"/>
          <a:lstStyle/>
          <a:p>
            <a:pPr indent="0" marL="0">
              <a:buNone/>
            </a:pPr>
            <a:r>
              <a:rPr lang="en-US" sz="2000" dirty="0">
                <a:solidFill>
                  <a:srgbClr val="16161A"/>
                </a:solidFill>
                <a:latin typeface="Segoe UI" pitchFamily="34" charset="0"/>
                <a:ea typeface="Segoe UI" pitchFamily="34" charset="-122"/>
                <a:cs typeface="Segoe UI" pitchFamily="34" charset="-120"/>
              </a:rPr>
              <a:t>Is a website an example of linear or non-linear media?</a:t>
            </a:r>
            <a:endParaRPr lang="en-US" sz="2000" dirty="0"/>
          </a:p>
        </p:txBody>
      </p:sp>
      <p:sp>
        <p:nvSpPr>
          <p:cNvPr id="26" name="Text 24"/>
          <p:cNvSpPr txBox="1"/>
          <p:nvPr/>
        </p:nvSpPr>
        <p:spPr>
          <a:xfrm>
            <a:off x="6964528" y="5623560"/>
            <a:ext cx="4678528" cy="640080"/>
          </a:xfrm>
          <a:prstGeom prst="rect">
            <a:avLst/>
          </a:prstGeom>
          <a:noFill/>
          <a:ln/>
        </p:spPr>
        <p:txBody>
          <a:bodyPr wrap="square" lIns="0" tIns="0" rIns="0" bIns="0" rtlCol="0" anchor="t"/>
          <a:lstStyle/>
          <a:p>
            <a:pPr indent="0" marL="0">
              <a:buNone/>
            </a:pPr>
            <a:r>
              <a:rPr lang="en-US" sz="1800" b="1" dirty="0">
                <a:solidFill>
                  <a:srgbClr val="C8321A"/>
                </a:solidFill>
                <a:latin typeface="Segoe UI" pitchFamily="34" charset="0"/>
                <a:ea typeface="Segoe UI" pitchFamily="34" charset="-122"/>
                <a:cs typeface="Segoe UI" pitchFamily="34" charset="-120"/>
              </a:rPr>
              <a:t>linear  ·  non-linear?</a:t>
            </a:r>
            <a:endParaRPr lang="en-US" sz="1800" dirty="0"/>
          </a:p>
        </p:txBody>
      </p:sp>
      <p:sp>
        <p:nvSpPr>
          <p:cNvPr id="27" name="Shape 25"/>
          <p:cNvSpPr/>
          <p:nvPr/>
        </p:nvSpPr>
        <p:spPr>
          <a:xfrm>
            <a:off x="9006840" y="749808"/>
            <a:ext cx="1600200" cy="292608"/>
          </a:xfrm>
          <a:prstGeom prst="rect">
            <a:avLst/>
          </a:prstGeom>
          <a:solidFill>
            <a:srgbClr val="C8321A"/>
          </a:solidFill>
          <a:ln/>
        </p:spPr>
      </p:sp>
      <p:sp>
        <p:nvSpPr>
          <p:cNvPr id="28" name="Text 26"/>
          <p:cNvSpPr txBox="1"/>
          <p:nvPr/>
        </p:nvSpPr>
        <p:spPr>
          <a:xfrm>
            <a:off x="9006840" y="749808"/>
            <a:ext cx="1600200" cy="29260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Segoe UI" pitchFamily="34" charset="0"/>
                <a:ea typeface="Segoe UI" pitchFamily="34" charset="-122"/>
                <a:cs typeface="Segoe UI" pitchFamily="34" charset="-120"/>
              </a:rPr>
              <a:t>TIMER  4 MIN</a:t>
            </a:r>
            <a:endParaRPr lang="en-US" sz="1200" dirty="0"/>
          </a:p>
        </p:txBody>
      </p:sp>
      <p:pic>
        <p:nvPicPr>
          <p:cNvPr id="29" name="Image 0" descr="Recap and recall">    </p:cNvPr>
          <p:cNvPicPr>
            <a:picLocks noChangeAspect="1"/>
          </p:cNvPicPr>
          <p:nvPr/>
        </p:nvPicPr>
        <p:blipFill>
          <a:blip r:embed="rId1"/>
          <a:stretch>
            <a:fillRect/>
          </a:stretch>
        </p:blipFill>
        <p:spPr>
          <a:xfrm>
            <a:off x="10972800" y="621792"/>
            <a:ext cx="685800" cy="685800"/>
          </a:xfrm>
          <a:prstGeom prst="rect">
            <a:avLst/>
          </a:prstGeom>
        </p:spPr>
      </p:pic>
      <p:sp>
        <p:nvSpPr>
          <p:cNvPr id="31" name="Text 27"/>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b="1" i="1" dirty="0">
                <a:solidFill>
                  <a:srgbClr val="C8321A"/>
                </a:solidFill>
                <a:latin typeface="Segoe UI" pitchFamily="34" charset="0"/>
                <a:ea typeface="Segoe UI" pitchFamily="34" charset="-122"/>
                <a:cs typeface="Segoe UI" pitchFamily="34" charset="-120"/>
              </a:rPr>
              <a:t>TEMPLATE  ·  recallStarter</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F5A52"/>
                </a:solidFill>
                <a:latin typeface="Segoe UI"/>
                <a:ea typeface="Segoe UI"/>
                <a:cs typeface="Segoe UI"/>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9966960" cy="914400"/>
          </a:xfrm>
          <a:prstGeom prst="rect">
            <a:avLst/>
          </a:prstGeom>
          <a:noFill/>
          <a:ln/>
        </p:spPr>
        <p:txBody>
          <a:bodyPr wrap="square" lIns="0" tIns="0" rIns="0" bIns="0" rtlCol="0" anchor="ctr"/>
          <a:lstStyle/>
          <a:p>
            <a:pPr algn="l" indent="0" marL="0">
              <a:buNone/>
            </a:pPr>
            <a:r>
              <a:rPr lang="en-US" sz="4400" dirty="0">
                <a:solidFill>
                  <a:srgbClr val="F4EFE6"/>
                </a:solidFill>
                <a:latin typeface="Bahnschrift SemiBold Condensed" pitchFamily="34" charset="0"/>
                <a:ea typeface="Bahnschrift SemiBold Condensed" pitchFamily="34" charset="-122"/>
                <a:cs typeface="Bahnschrift SemiBold Condensed" pitchFamily="34" charset="-120"/>
              </a:rPr>
              <a:t>Answers</a:t>
            </a:r>
            <a:endParaRPr lang="en-US" sz="4400" dirty="0"/>
          </a:p>
        </p:txBody>
      </p:sp>
      <p:sp>
        <p:nvSpPr>
          <p:cNvPr id="3" name="Text 1"/>
          <p:cNvSpPr txBox="1"/>
          <p:nvPr/>
        </p:nvSpPr>
        <p:spPr>
          <a:xfrm>
            <a:off x="548640" y="1371600"/>
            <a:ext cx="7315200" cy="274320"/>
          </a:xfrm>
          <a:prstGeom prst="rect">
            <a:avLst/>
          </a:prstGeom>
          <a:noFill/>
          <a:ln/>
        </p:spPr>
        <p:txBody>
          <a:bodyPr wrap="square" lIns="0" tIns="0" rIns="0" bIns="0" rtlCol="0" anchor="t"/>
          <a:lstStyle/>
          <a:p>
            <a:pPr indent="0" marL="0">
              <a:buNone/>
            </a:pPr>
            <a:r>
              <a:rPr lang="en-US" sz="1300" b="1" spc="300" kern="0" dirty="0">
                <a:solidFill>
                  <a:srgbClr val="FF6A4D"/>
                </a:solidFill>
                <a:latin typeface="Segoe UI" pitchFamily="34" charset="0"/>
                <a:ea typeface="Segoe UI" pitchFamily="34" charset="-122"/>
                <a:cs typeface="Segoe UI" pitchFamily="34" charset="-120"/>
              </a:rPr>
              <a:t>TICK OR FIX IN A DIFFERENT COLOUR</a:t>
            </a:r>
            <a:endParaRPr lang="en-US" sz="1300" dirty="0"/>
          </a:p>
        </p:txBody>
      </p:sp>
      <p:sp>
        <p:nvSpPr>
          <p:cNvPr id="4" name="Shape 2"/>
          <p:cNvSpPr/>
          <p:nvPr/>
        </p:nvSpPr>
        <p:spPr>
          <a:xfrm>
            <a:off x="548640" y="1783080"/>
            <a:ext cx="5318608" cy="0"/>
          </a:xfrm>
          <a:prstGeom prst="line">
            <a:avLst/>
          </a:prstGeom>
          <a:noFill/>
          <a:ln w="25400">
            <a:solidFill>
              <a:srgbClr val="F4EFE6"/>
            </a:solidFill>
            <a:prstDash val="solid"/>
          </a:ln>
        </p:spPr>
      </p:sp>
      <p:sp>
        <p:nvSpPr>
          <p:cNvPr id="5" name="Text 3"/>
          <p:cNvSpPr txBox="1"/>
          <p:nvPr/>
        </p:nvSpPr>
        <p:spPr>
          <a:xfrm>
            <a:off x="548640" y="1892808"/>
            <a:ext cx="548640" cy="731520"/>
          </a:xfrm>
          <a:prstGeom prst="rect">
            <a:avLst/>
          </a:prstGeom>
          <a:noFill/>
          <a:ln/>
        </p:spPr>
        <p:txBody>
          <a:bodyPr wrap="square" lIns="0" tIns="0" rIns="0" bIns="0" rtlCol="0" anchor="t"/>
          <a:lstStyle/>
          <a:p>
            <a:pPr indent="0" marL="0">
              <a:buNone/>
            </a:pPr>
            <a:r>
              <a:rPr lang="en-US" sz="4800" dirty="0">
                <a:solidFill>
                  <a:srgbClr val="FF6A4D"/>
                </a:solidFill>
                <a:latin typeface="Bahnschrift SemiBold Condensed" pitchFamily="34" charset="0"/>
                <a:ea typeface="Bahnschrift SemiBold Condensed" pitchFamily="34" charset="-122"/>
                <a:cs typeface="Bahnschrift SemiBold Condensed" pitchFamily="34" charset="-120"/>
              </a:rPr>
              <a:t>1</a:t>
            </a:r>
            <a:endParaRPr lang="en-US" sz="4800" dirty="0"/>
          </a:p>
        </p:txBody>
      </p:sp>
      <p:sp>
        <p:nvSpPr>
          <p:cNvPr id="6" name="Shape 4"/>
          <p:cNvSpPr/>
          <p:nvPr/>
        </p:nvSpPr>
        <p:spPr>
          <a:xfrm>
            <a:off x="1188720" y="1984248"/>
            <a:ext cx="1239012" cy="292608"/>
          </a:xfrm>
          <a:prstGeom prst="rect">
            <a:avLst/>
          </a:prstGeom>
          <a:solidFill>
            <a:srgbClr val="F4EFE6"/>
          </a:solidFill>
          <a:ln/>
        </p:spPr>
      </p:sp>
      <p:sp>
        <p:nvSpPr>
          <p:cNvPr id="7" name="Text 5"/>
          <p:cNvSpPr txBox="1"/>
          <p:nvPr/>
        </p:nvSpPr>
        <p:spPr>
          <a:xfrm>
            <a:off x="1188720" y="1984248"/>
            <a:ext cx="1239012" cy="292608"/>
          </a:xfrm>
          <a:prstGeom prst="rect">
            <a:avLst/>
          </a:prstGeom>
          <a:noFill/>
          <a:ln/>
        </p:spPr>
        <p:txBody>
          <a:bodyPr wrap="square" lIns="0" tIns="0" rIns="0" bIns="0" rtlCol="0" anchor="ctr"/>
          <a:lstStyle/>
          <a:p>
            <a:pPr algn="ctr" indent="0" marL="0">
              <a:buNone/>
            </a:pPr>
            <a:r>
              <a:rPr lang="en-US" sz="1200" b="1" spc="200" kern="0" dirty="0">
                <a:solidFill>
                  <a:srgbClr val="16161A"/>
                </a:solidFill>
                <a:latin typeface="Segoe UI" pitchFamily="34" charset="0"/>
                <a:ea typeface="Segoe UI" pitchFamily="34" charset="-122"/>
                <a:cs typeface="Segoe UI" pitchFamily="34" charset="-120"/>
              </a:rPr>
              <a:t>LAST LESSON</a:t>
            </a:r>
            <a:endParaRPr lang="en-US" sz="1200" dirty="0"/>
          </a:p>
        </p:txBody>
      </p:sp>
      <p:sp>
        <p:nvSpPr>
          <p:cNvPr id="8" name="Text 6"/>
          <p:cNvSpPr txBox="1"/>
          <p:nvPr/>
        </p:nvSpPr>
        <p:spPr>
          <a:xfrm>
            <a:off x="1188720" y="2386584"/>
            <a:ext cx="4678528" cy="868680"/>
          </a:xfrm>
          <a:prstGeom prst="rect">
            <a:avLst/>
          </a:prstGeom>
          <a:noFill/>
          <a:ln/>
        </p:spPr>
        <p:txBody>
          <a:bodyPr wrap="square" lIns="0" tIns="0" rIns="0" bIns="0" rtlCol="0" anchor="t"/>
          <a:lstStyle/>
          <a:p>
            <a:pPr indent="0" marL="0">
              <a:buNone/>
            </a:pPr>
            <a:r>
              <a:rPr lang="en-US" sz="2000" dirty="0">
                <a:solidFill>
                  <a:srgbClr val="F4EFE6"/>
                </a:solidFill>
                <a:latin typeface="Segoe UI" pitchFamily="34" charset="0"/>
                <a:ea typeface="Segoe UI" pitchFamily="34" charset="-122"/>
                <a:cs typeface="Segoe UI" pitchFamily="34" charset="-120"/>
              </a:rPr>
              <a:t>A podcast belongs to which media sector?</a:t>
            </a:r>
            <a:endParaRPr lang="en-US" sz="2000" dirty="0"/>
          </a:p>
        </p:txBody>
      </p:sp>
      <p:sp>
        <p:nvSpPr>
          <p:cNvPr id="9" name="Text 7"/>
          <p:cNvSpPr txBox="1"/>
          <p:nvPr/>
        </p:nvSpPr>
        <p:spPr>
          <a:xfrm>
            <a:off x="1188720" y="3246120"/>
            <a:ext cx="4678528" cy="640080"/>
          </a:xfrm>
          <a:prstGeom prst="rect">
            <a:avLst/>
          </a:prstGeom>
          <a:noFill/>
          <a:ln/>
        </p:spPr>
        <p:txBody>
          <a:bodyPr wrap="square" lIns="0" tIns="0" rIns="0" bIns="0" rtlCol="0" anchor="t"/>
          <a:lstStyle/>
          <a:p>
            <a:pPr indent="0" marL="0">
              <a:buNone/>
            </a:pPr>
            <a:r>
              <a:rPr lang="en-US" sz="1300" b="1" spc="200" kern="0" dirty="0">
                <a:solidFill>
                  <a:srgbClr val="A8A296"/>
                </a:solidFill>
                <a:latin typeface="Segoe UI" pitchFamily="34" charset="0"/>
                <a:ea typeface="Segoe UI" pitchFamily="34" charset="-122"/>
                <a:cs typeface="Segoe UI" pitchFamily="34" charset="-120"/>
              </a:rPr>
              <a:t>ANSWER  </a:t>
            </a:r>
            <a:pPr indent="0" marL="0">
              <a:buNone/>
            </a:pPr>
            <a:r>
              <a:rPr lang="en-US" sz="2000" b="1" dirty="0">
                <a:solidFill>
                  <a:srgbClr val="FF6A4D"/>
                </a:solidFill>
                <a:latin typeface="Segoe UI" pitchFamily="34" charset="0"/>
                <a:ea typeface="Segoe UI" pitchFamily="34" charset="-122"/>
                <a:cs typeface="Segoe UI" pitchFamily="34" charset="-120"/>
              </a:rPr>
              <a:t>Audio/moving image</a:t>
            </a:r>
            <a:endParaRPr lang="en-US" sz="1300" dirty="0"/>
          </a:p>
        </p:txBody>
      </p:sp>
      <p:sp>
        <p:nvSpPr>
          <p:cNvPr id="10" name="Shape 8"/>
          <p:cNvSpPr/>
          <p:nvPr/>
        </p:nvSpPr>
        <p:spPr>
          <a:xfrm>
            <a:off x="6324448" y="1783080"/>
            <a:ext cx="5318608" cy="0"/>
          </a:xfrm>
          <a:prstGeom prst="line">
            <a:avLst/>
          </a:prstGeom>
          <a:noFill/>
          <a:ln w="25400">
            <a:solidFill>
              <a:srgbClr val="F4EFE6"/>
            </a:solidFill>
            <a:prstDash val="solid"/>
          </a:ln>
        </p:spPr>
      </p:sp>
      <p:sp>
        <p:nvSpPr>
          <p:cNvPr id="11" name="Text 9"/>
          <p:cNvSpPr txBox="1"/>
          <p:nvPr/>
        </p:nvSpPr>
        <p:spPr>
          <a:xfrm>
            <a:off x="6324448" y="1892808"/>
            <a:ext cx="548640" cy="731520"/>
          </a:xfrm>
          <a:prstGeom prst="rect">
            <a:avLst/>
          </a:prstGeom>
          <a:noFill/>
          <a:ln/>
        </p:spPr>
        <p:txBody>
          <a:bodyPr wrap="square" lIns="0" tIns="0" rIns="0" bIns="0" rtlCol="0" anchor="t"/>
          <a:lstStyle/>
          <a:p>
            <a:pPr indent="0" marL="0">
              <a:buNone/>
            </a:pPr>
            <a:r>
              <a:rPr lang="en-US" sz="4800" dirty="0">
                <a:solidFill>
                  <a:srgbClr val="FF6A4D"/>
                </a:solidFill>
                <a:latin typeface="Bahnschrift SemiBold Condensed" pitchFamily="34" charset="0"/>
                <a:ea typeface="Bahnschrift SemiBold Condensed" pitchFamily="34" charset="-122"/>
                <a:cs typeface="Bahnschrift SemiBold Condensed" pitchFamily="34" charset="-120"/>
              </a:rPr>
              <a:t>2</a:t>
            </a:r>
            <a:endParaRPr lang="en-US" sz="4800" dirty="0"/>
          </a:p>
        </p:txBody>
      </p:sp>
      <p:sp>
        <p:nvSpPr>
          <p:cNvPr id="12" name="Shape 10"/>
          <p:cNvSpPr/>
          <p:nvPr/>
        </p:nvSpPr>
        <p:spPr>
          <a:xfrm>
            <a:off x="6964528" y="1984248"/>
            <a:ext cx="1097280" cy="292608"/>
          </a:xfrm>
          <a:prstGeom prst="rect">
            <a:avLst/>
          </a:prstGeom>
          <a:solidFill>
            <a:srgbClr val="F4EFE6"/>
          </a:solidFill>
          <a:ln/>
        </p:spPr>
      </p:sp>
      <p:sp>
        <p:nvSpPr>
          <p:cNvPr id="13" name="Text 11"/>
          <p:cNvSpPr txBox="1"/>
          <p:nvPr/>
        </p:nvSpPr>
        <p:spPr>
          <a:xfrm>
            <a:off x="6964528" y="1984248"/>
            <a:ext cx="1097280" cy="292608"/>
          </a:xfrm>
          <a:prstGeom prst="rect">
            <a:avLst/>
          </a:prstGeom>
          <a:noFill/>
          <a:ln/>
        </p:spPr>
        <p:txBody>
          <a:bodyPr wrap="square" lIns="0" tIns="0" rIns="0" bIns="0" rtlCol="0" anchor="ctr"/>
          <a:lstStyle/>
          <a:p>
            <a:pPr algn="ctr" indent="0" marL="0">
              <a:buNone/>
            </a:pPr>
            <a:r>
              <a:rPr lang="en-US" sz="1200" b="1" spc="200" kern="0" dirty="0">
                <a:solidFill>
                  <a:srgbClr val="16161A"/>
                </a:solidFill>
                <a:latin typeface="Segoe UI" pitchFamily="34" charset="0"/>
                <a:ea typeface="Segoe UI" pitchFamily="34" charset="-122"/>
                <a:cs typeface="Segoe UI" pitchFamily="34" charset="-120"/>
              </a:rPr>
              <a:t>LESSON 2</a:t>
            </a:r>
            <a:endParaRPr lang="en-US" sz="1200" dirty="0"/>
          </a:p>
        </p:txBody>
      </p:sp>
      <p:sp>
        <p:nvSpPr>
          <p:cNvPr id="14" name="Text 12"/>
          <p:cNvSpPr txBox="1"/>
          <p:nvPr/>
        </p:nvSpPr>
        <p:spPr>
          <a:xfrm>
            <a:off x="6964528" y="2386584"/>
            <a:ext cx="4678528" cy="868680"/>
          </a:xfrm>
          <a:prstGeom prst="rect">
            <a:avLst/>
          </a:prstGeom>
          <a:noFill/>
          <a:ln/>
        </p:spPr>
        <p:txBody>
          <a:bodyPr wrap="square" lIns="0" tIns="0" rIns="0" bIns="0" rtlCol="0" anchor="t"/>
          <a:lstStyle/>
          <a:p>
            <a:pPr indent="0" marL="0">
              <a:buNone/>
            </a:pPr>
            <a:r>
              <a:rPr lang="en-US" sz="2000" dirty="0">
                <a:solidFill>
                  <a:srgbClr val="F4EFE6"/>
                </a:solidFill>
                <a:latin typeface="Segoe UI" pitchFamily="34" charset="0"/>
                <a:ea typeface="Segoe UI" pitchFamily="34" charset="-122"/>
                <a:cs typeface="Segoe UI" pitchFamily="34" charset="-120"/>
              </a:rPr>
              <a:t>Name one purpose of a media product. Example: a film trailer.</a:t>
            </a:r>
            <a:endParaRPr lang="en-US" sz="2000" dirty="0"/>
          </a:p>
        </p:txBody>
      </p:sp>
      <p:sp>
        <p:nvSpPr>
          <p:cNvPr id="15" name="Text 13"/>
          <p:cNvSpPr txBox="1"/>
          <p:nvPr/>
        </p:nvSpPr>
        <p:spPr>
          <a:xfrm>
            <a:off x="6964528" y="3246120"/>
            <a:ext cx="4678528" cy="640080"/>
          </a:xfrm>
          <a:prstGeom prst="rect">
            <a:avLst/>
          </a:prstGeom>
          <a:noFill/>
          <a:ln/>
        </p:spPr>
        <p:txBody>
          <a:bodyPr wrap="square" lIns="0" tIns="0" rIns="0" bIns="0" rtlCol="0" anchor="t"/>
          <a:lstStyle/>
          <a:p>
            <a:pPr indent="0" marL="0">
              <a:buNone/>
            </a:pPr>
            <a:r>
              <a:rPr lang="en-US" sz="1300" b="1" spc="200" kern="0" dirty="0">
                <a:solidFill>
                  <a:srgbClr val="A8A296"/>
                </a:solidFill>
                <a:latin typeface="Segoe UI" pitchFamily="34" charset="0"/>
                <a:ea typeface="Segoe UI" pitchFamily="34" charset="-122"/>
                <a:cs typeface="Segoe UI" pitchFamily="34" charset="-120"/>
              </a:rPr>
              <a:t>ANSWER  </a:t>
            </a:r>
            <a:pPr indent="0" marL="0">
              <a:buNone/>
            </a:pPr>
            <a:r>
              <a:rPr lang="en-US" sz="2000" b="1" dirty="0">
                <a:solidFill>
                  <a:srgbClr val="FF6A4D"/>
                </a:solidFill>
                <a:latin typeface="Segoe UI" pitchFamily="34" charset="0"/>
                <a:ea typeface="Segoe UI" pitchFamily="34" charset="-122"/>
                <a:cs typeface="Segoe UI" pitchFamily="34" charset="-120"/>
              </a:rPr>
              <a:t>To promote (also: inform, entertain, educate)</a:t>
            </a:r>
            <a:endParaRPr lang="en-US" sz="1300" dirty="0"/>
          </a:p>
        </p:txBody>
      </p:sp>
      <p:sp>
        <p:nvSpPr>
          <p:cNvPr id="16" name="Shape 14"/>
          <p:cNvSpPr/>
          <p:nvPr/>
        </p:nvSpPr>
        <p:spPr>
          <a:xfrm>
            <a:off x="548640" y="4160520"/>
            <a:ext cx="5318608" cy="0"/>
          </a:xfrm>
          <a:prstGeom prst="line">
            <a:avLst/>
          </a:prstGeom>
          <a:noFill/>
          <a:ln w="25400">
            <a:solidFill>
              <a:srgbClr val="F4EFE6"/>
            </a:solidFill>
            <a:prstDash val="solid"/>
          </a:ln>
        </p:spPr>
      </p:sp>
      <p:sp>
        <p:nvSpPr>
          <p:cNvPr id="17" name="Text 15"/>
          <p:cNvSpPr txBox="1"/>
          <p:nvPr/>
        </p:nvSpPr>
        <p:spPr>
          <a:xfrm>
            <a:off x="548640" y="4270248"/>
            <a:ext cx="548640" cy="731520"/>
          </a:xfrm>
          <a:prstGeom prst="rect">
            <a:avLst/>
          </a:prstGeom>
          <a:noFill/>
          <a:ln/>
        </p:spPr>
        <p:txBody>
          <a:bodyPr wrap="square" lIns="0" tIns="0" rIns="0" bIns="0" rtlCol="0" anchor="t"/>
          <a:lstStyle/>
          <a:p>
            <a:pPr indent="0" marL="0">
              <a:buNone/>
            </a:pPr>
            <a:r>
              <a:rPr lang="en-US" sz="4800" dirty="0">
                <a:solidFill>
                  <a:srgbClr val="FF6A4D"/>
                </a:solidFill>
                <a:latin typeface="Bahnschrift SemiBold Condensed" pitchFamily="34" charset="0"/>
                <a:ea typeface="Bahnschrift SemiBold Condensed" pitchFamily="34" charset="-122"/>
                <a:cs typeface="Bahnschrift SemiBold Condensed" pitchFamily="34" charset="-120"/>
              </a:rPr>
              <a:t>3</a:t>
            </a:r>
            <a:endParaRPr lang="en-US" sz="4800" dirty="0"/>
          </a:p>
        </p:txBody>
      </p:sp>
      <p:sp>
        <p:nvSpPr>
          <p:cNvPr id="18" name="Shape 16"/>
          <p:cNvSpPr/>
          <p:nvPr/>
        </p:nvSpPr>
        <p:spPr>
          <a:xfrm>
            <a:off x="1188720" y="4361688"/>
            <a:ext cx="1097280" cy="292608"/>
          </a:xfrm>
          <a:prstGeom prst="rect">
            <a:avLst/>
          </a:prstGeom>
          <a:solidFill>
            <a:srgbClr val="F4EFE6"/>
          </a:solidFill>
          <a:ln/>
        </p:spPr>
      </p:sp>
      <p:sp>
        <p:nvSpPr>
          <p:cNvPr id="19" name="Text 17"/>
          <p:cNvSpPr txBox="1"/>
          <p:nvPr/>
        </p:nvSpPr>
        <p:spPr>
          <a:xfrm>
            <a:off x="1188720" y="4361688"/>
            <a:ext cx="1097280" cy="292608"/>
          </a:xfrm>
          <a:prstGeom prst="rect">
            <a:avLst/>
          </a:prstGeom>
          <a:noFill/>
          <a:ln/>
        </p:spPr>
        <p:txBody>
          <a:bodyPr wrap="square" lIns="0" tIns="0" rIns="0" bIns="0" rtlCol="0" anchor="ctr"/>
          <a:lstStyle/>
          <a:p>
            <a:pPr algn="ctr" indent="0" marL="0">
              <a:buNone/>
            </a:pPr>
            <a:r>
              <a:rPr lang="en-US" sz="1200" b="1" spc="200" kern="0" dirty="0">
                <a:solidFill>
                  <a:srgbClr val="16161A"/>
                </a:solidFill>
                <a:latin typeface="Segoe UI" pitchFamily="34" charset="0"/>
                <a:ea typeface="Segoe UI" pitchFamily="34" charset="-122"/>
                <a:cs typeface="Segoe UI" pitchFamily="34" charset="-120"/>
              </a:rPr>
              <a:t>LESSON 1</a:t>
            </a:r>
            <a:endParaRPr lang="en-US" sz="1200" dirty="0"/>
          </a:p>
        </p:txBody>
      </p:sp>
      <p:sp>
        <p:nvSpPr>
          <p:cNvPr id="20" name="Text 18"/>
          <p:cNvSpPr txBox="1"/>
          <p:nvPr/>
        </p:nvSpPr>
        <p:spPr>
          <a:xfrm>
            <a:off x="1188720" y="4764024"/>
            <a:ext cx="4678528" cy="868680"/>
          </a:xfrm>
          <a:prstGeom prst="rect">
            <a:avLst/>
          </a:prstGeom>
          <a:noFill/>
          <a:ln/>
        </p:spPr>
        <p:txBody>
          <a:bodyPr wrap="square" lIns="0" tIns="0" rIns="0" bIns="0" rtlCol="0" anchor="t"/>
          <a:lstStyle/>
          <a:p>
            <a:pPr indent="0" marL="0">
              <a:buNone/>
            </a:pPr>
            <a:r>
              <a:rPr lang="en-US" sz="2000" dirty="0">
                <a:solidFill>
                  <a:srgbClr val="F4EFE6"/>
                </a:solidFill>
                <a:latin typeface="Segoe UI" pitchFamily="34" charset="0"/>
                <a:ea typeface="Segoe UI" pitchFamily="34" charset="-122"/>
                <a:cs typeface="Segoe UI" pitchFamily="34" charset="-120"/>
              </a:rPr>
              <a:t>Which is a primary audience for a teen running magazine?</a:t>
            </a:r>
            <a:endParaRPr lang="en-US" sz="2000" dirty="0"/>
          </a:p>
        </p:txBody>
      </p:sp>
      <p:sp>
        <p:nvSpPr>
          <p:cNvPr id="21" name="Text 19"/>
          <p:cNvSpPr txBox="1"/>
          <p:nvPr/>
        </p:nvSpPr>
        <p:spPr>
          <a:xfrm>
            <a:off x="1188720" y="5623560"/>
            <a:ext cx="4678528" cy="640080"/>
          </a:xfrm>
          <a:prstGeom prst="rect">
            <a:avLst/>
          </a:prstGeom>
          <a:noFill/>
          <a:ln/>
        </p:spPr>
        <p:txBody>
          <a:bodyPr wrap="square" lIns="0" tIns="0" rIns="0" bIns="0" rtlCol="0" anchor="t"/>
          <a:lstStyle/>
          <a:p>
            <a:pPr indent="0" marL="0">
              <a:buNone/>
            </a:pPr>
            <a:r>
              <a:rPr lang="en-US" sz="1300" b="1" spc="200" kern="0" dirty="0">
                <a:solidFill>
                  <a:srgbClr val="A8A296"/>
                </a:solidFill>
                <a:latin typeface="Segoe UI" pitchFamily="34" charset="0"/>
                <a:ea typeface="Segoe UI" pitchFamily="34" charset="-122"/>
                <a:cs typeface="Segoe UI" pitchFamily="34" charset="-120"/>
              </a:rPr>
              <a:t>ANSWER  </a:t>
            </a:r>
            <a:pPr indent="0" marL="0">
              <a:buNone/>
            </a:pPr>
            <a:r>
              <a:rPr lang="en-US" sz="2000" b="1" dirty="0">
                <a:solidFill>
                  <a:srgbClr val="FF6A4D"/>
                </a:solidFill>
                <a:latin typeface="Segoe UI" pitchFamily="34" charset="0"/>
                <a:ea typeface="Segoe UI" pitchFamily="34" charset="-122"/>
                <a:cs typeface="Segoe UI" pitchFamily="34" charset="-120"/>
              </a:rPr>
              <a:t>13–17-year-olds</a:t>
            </a:r>
            <a:endParaRPr lang="en-US" sz="1300" dirty="0"/>
          </a:p>
        </p:txBody>
      </p:sp>
      <p:sp>
        <p:nvSpPr>
          <p:cNvPr id="22" name="Shape 20"/>
          <p:cNvSpPr/>
          <p:nvPr/>
        </p:nvSpPr>
        <p:spPr>
          <a:xfrm>
            <a:off x="6324448" y="4160520"/>
            <a:ext cx="5318608" cy="0"/>
          </a:xfrm>
          <a:prstGeom prst="line">
            <a:avLst/>
          </a:prstGeom>
          <a:noFill/>
          <a:ln w="25400">
            <a:solidFill>
              <a:srgbClr val="F4EFE6"/>
            </a:solidFill>
            <a:prstDash val="solid"/>
          </a:ln>
        </p:spPr>
      </p:sp>
      <p:sp>
        <p:nvSpPr>
          <p:cNvPr id="23" name="Text 21"/>
          <p:cNvSpPr txBox="1"/>
          <p:nvPr/>
        </p:nvSpPr>
        <p:spPr>
          <a:xfrm>
            <a:off x="6324448" y="4270248"/>
            <a:ext cx="548640" cy="731520"/>
          </a:xfrm>
          <a:prstGeom prst="rect">
            <a:avLst/>
          </a:prstGeom>
          <a:noFill/>
          <a:ln/>
        </p:spPr>
        <p:txBody>
          <a:bodyPr wrap="square" lIns="0" tIns="0" rIns="0" bIns="0" rtlCol="0" anchor="t"/>
          <a:lstStyle/>
          <a:p>
            <a:pPr indent="0" marL="0">
              <a:buNone/>
            </a:pPr>
            <a:r>
              <a:rPr lang="en-US" sz="4800" dirty="0">
                <a:solidFill>
                  <a:srgbClr val="FF6A4D"/>
                </a:solidFill>
                <a:latin typeface="Bahnschrift SemiBold Condensed" pitchFamily="34" charset="0"/>
                <a:ea typeface="Bahnschrift SemiBold Condensed" pitchFamily="34" charset="-122"/>
                <a:cs typeface="Bahnschrift SemiBold Condensed" pitchFamily="34" charset="-120"/>
              </a:rPr>
              <a:t>4</a:t>
            </a:r>
            <a:endParaRPr lang="en-US" sz="4800" dirty="0"/>
          </a:p>
        </p:txBody>
      </p:sp>
      <p:sp>
        <p:nvSpPr>
          <p:cNvPr id="24" name="Shape 22"/>
          <p:cNvSpPr/>
          <p:nvPr/>
        </p:nvSpPr>
        <p:spPr>
          <a:xfrm>
            <a:off x="6964528" y="4361688"/>
            <a:ext cx="1239012" cy="292608"/>
          </a:xfrm>
          <a:prstGeom prst="rect">
            <a:avLst/>
          </a:prstGeom>
          <a:solidFill>
            <a:srgbClr val="F4EFE6"/>
          </a:solidFill>
          <a:ln/>
        </p:spPr>
      </p:sp>
      <p:sp>
        <p:nvSpPr>
          <p:cNvPr id="25" name="Text 23"/>
          <p:cNvSpPr txBox="1"/>
          <p:nvPr/>
        </p:nvSpPr>
        <p:spPr>
          <a:xfrm>
            <a:off x="6964528" y="4361688"/>
            <a:ext cx="1239012" cy="292608"/>
          </a:xfrm>
          <a:prstGeom prst="rect">
            <a:avLst/>
          </a:prstGeom>
          <a:noFill/>
          <a:ln/>
        </p:spPr>
        <p:txBody>
          <a:bodyPr wrap="square" lIns="0" tIns="0" rIns="0" bIns="0" rtlCol="0" anchor="ctr"/>
          <a:lstStyle/>
          <a:p>
            <a:pPr algn="ctr" indent="0" marL="0">
              <a:buNone/>
            </a:pPr>
            <a:r>
              <a:rPr lang="en-US" sz="1200" b="1" spc="200" kern="0" dirty="0">
                <a:solidFill>
                  <a:srgbClr val="16161A"/>
                </a:solidFill>
                <a:latin typeface="Segoe UI" pitchFamily="34" charset="0"/>
                <a:ea typeface="Segoe UI" pitchFamily="34" charset="-122"/>
                <a:cs typeface="Segoe UI" pitchFamily="34" charset="-120"/>
              </a:rPr>
              <a:t>LAST LESSON</a:t>
            </a:r>
            <a:endParaRPr lang="en-US" sz="1200" dirty="0"/>
          </a:p>
        </p:txBody>
      </p:sp>
      <p:sp>
        <p:nvSpPr>
          <p:cNvPr id="26" name="Text 24"/>
          <p:cNvSpPr txBox="1"/>
          <p:nvPr/>
        </p:nvSpPr>
        <p:spPr>
          <a:xfrm>
            <a:off x="6964528" y="4764024"/>
            <a:ext cx="4678528" cy="868680"/>
          </a:xfrm>
          <a:prstGeom prst="rect">
            <a:avLst/>
          </a:prstGeom>
          <a:noFill/>
          <a:ln/>
        </p:spPr>
        <p:txBody>
          <a:bodyPr wrap="square" lIns="0" tIns="0" rIns="0" bIns="0" rtlCol="0" anchor="t"/>
          <a:lstStyle/>
          <a:p>
            <a:pPr indent="0" marL="0">
              <a:buNone/>
            </a:pPr>
            <a:r>
              <a:rPr lang="en-US" sz="2000" dirty="0">
                <a:solidFill>
                  <a:srgbClr val="F4EFE6"/>
                </a:solidFill>
                <a:latin typeface="Segoe UI" pitchFamily="34" charset="0"/>
                <a:ea typeface="Segoe UI" pitchFamily="34" charset="-122"/>
                <a:cs typeface="Segoe UI" pitchFamily="34" charset="-120"/>
              </a:rPr>
              <a:t>Is a website an example of linear or non-linear media?</a:t>
            </a:r>
            <a:endParaRPr lang="en-US" sz="2000" dirty="0"/>
          </a:p>
        </p:txBody>
      </p:sp>
      <p:sp>
        <p:nvSpPr>
          <p:cNvPr id="27" name="Text 25"/>
          <p:cNvSpPr txBox="1"/>
          <p:nvPr/>
        </p:nvSpPr>
        <p:spPr>
          <a:xfrm>
            <a:off x="6964528" y="5623560"/>
            <a:ext cx="4678528" cy="640080"/>
          </a:xfrm>
          <a:prstGeom prst="rect">
            <a:avLst/>
          </a:prstGeom>
          <a:noFill/>
          <a:ln/>
        </p:spPr>
        <p:txBody>
          <a:bodyPr wrap="square" lIns="0" tIns="0" rIns="0" bIns="0" rtlCol="0" anchor="t"/>
          <a:lstStyle/>
          <a:p>
            <a:pPr indent="0" marL="0">
              <a:buNone/>
            </a:pPr>
            <a:r>
              <a:rPr lang="en-US" sz="1300" b="1" spc="200" kern="0" dirty="0">
                <a:solidFill>
                  <a:srgbClr val="A8A296"/>
                </a:solidFill>
                <a:latin typeface="Segoe UI" pitchFamily="34" charset="0"/>
                <a:ea typeface="Segoe UI" pitchFamily="34" charset="-122"/>
                <a:cs typeface="Segoe UI" pitchFamily="34" charset="-120"/>
              </a:rPr>
              <a:t>ANSWER  </a:t>
            </a:r>
            <a:pPr indent="0" marL="0">
              <a:buNone/>
            </a:pPr>
            <a:r>
              <a:rPr lang="en-US" sz="2000" b="1" dirty="0">
                <a:solidFill>
                  <a:srgbClr val="FF6A4D"/>
                </a:solidFill>
                <a:latin typeface="Segoe UI" pitchFamily="34" charset="0"/>
                <a:ea typeface="Segoe UI" pitchFamily="34" charset="-122"/>
                <a:cs typeface="Segoe UI" pitchFamily="34" charset="-120"/>
              </a:rPr>
              <a:t>Non-linear: the user chooses the order</a:t>
            </a:r>
            <a:endParaRPr lang="en-US" sz="1300" dirty="0"/>
          </a:p>
        </p:txBody>
      </p:sp>
      <p:pic>
        <p:nvPicPr>
          <p:cNvPr id="28" name="Image 0" descr="Recap and recall">    </p:cNvPr>
          <p:cNvPicPr>
            <a:picLocks noChangeAspect="1"/>
          </p:cNvPicPr>
          <p:nvPr/>
        </p:nvPicPr>
        <p:blipFill>
          <a:blip r:embed="rId1"/>
          <a:stretch>
            <a:fillRect/>
          </a:stretch>
        </p:blipFill>
        <p:spPr>
          <a:xfrm>
            <a:off x="10972800" y="621792"/>
            <a:ext cx="685800" cy="685800"/>
          </a:xfrm>
          <a:prstGeom prst="rect">
            <a:avLst/>
          </a:prstGeom>
        </p:spPr>
      </p:pic>
      <p:sp>
        <p:nvSpPr>
          <p:cNvPr id="30" name="Text 26"/>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b="1" i="1" dirty="0">
                <a:solidFill>
                  <a:srgbClr val="FF6A4D"/>
                </a:solidFill>
                <a:latin typeface="Segoe UI" pitchFamily="34" charset="0"/>
                <a:ea typeface="Segoe UI" pitchFamily="34" charset="-122"/>
                <a:cs typeface="Segoe UI" pitchFamily="34" charset="-120"/>
              </a:rPr>
              <a:t>TEMPLATE  ·  recallAnswers</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A296"/>
                </a:solidFill>
                <a:latin typeface="Segoe UI"/>
                <a:ea typeface="Segoe UI"/>
                <a:cs typeface="Segoe UI"/>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086600" y="0"/>
            <a:ext cx="5105095" cy="6858000"/>
          </a:xfrm>
          <a:prstGeom prst="rect">
            <a:avLst/>
          </a:prstGeom>
          <a:solidFill>
            <a:srgbClr val="26262C"/>
          </a:solidFill>
          <a:ln w="15875">
            <a:solidFill>
              <a:srgbClr val="3A3A42"/>
            </a:solidFill>
            <a:prstDash val="dash"/>
          </a:ln>
        </p:spPr>
      </p:sp>
      <p:sp>
        <p:nvSpPr>
          <p:cNvPr id="3" name="Text 1"/>
          <p:cNvSpPr txBox="1"/>
          <p:nvPr/>
        </p:nvSpPr>
        <p:spPr>
          <a:xfrm>
            <a:off x="7269480" y="0"/>
            <a:ext cx="4739335" cy="6858000"/>
          </a:xfrm>
          <a:prstGeom prst="rect">
            <a:avLst/>
          </a:prstGeom>
          <a:noFill/>
          <a:ln/>
        </p:spPr>
        <p:txBody>
          <a:bodyPr wrap="square" lIns="0" tIns="0" rIns="0" bIns="0" rtlCol="0" anchor="ctr"/>
          <a:lstStyle/>
          <a:p>
            <a:pPr algn="ctr" indent="0" marL="0">
              <a:buNone/>
            </a:pPr>
            <a:r>
              <a:rPr lang="en-US" sz="1200" b="1" spc="300" kern="0" dirty="0">
                <a:solidFill>
                  <a:srgbClr val="C8321A"/>
                </a:solidFill>
                <a:latin typeface="Segoe UI" pitchFamily="34" charset="0"/>
                <a:ea typeface="Segoe UI" pitchFamily="34" charset="-122"/>
                <a:cs typeface="Segoe UI" pitchFamily="34" charset="-120"/>
              </a:rPr>
              <a:t>IMAGE
</a:t>
            </a:r>
            <a:pPr algn="ctr" indent="0" marL="0">
              <a:buNone/>
            </a:pPr>
            <a:r>
              <a:rPr lang="en-US" sz="1600" dirty="0">
                <a:solidFill>
                  <a:srgbClr val="A8A296"/>
                </a:solidFill>
                <a:latin typeface="Segoe UI" pitchFamily="34" charset="0"/>
                <a:ea typeface="Segoe UI" pitchFamily="34" charset="-122"/>
                <a:cs typeface="Segoe UI" pitchFamily="34" charset="-120"/>
              </a:rPr>
              <a:t>Cover image: e.g. a This Girl Can campaign poster</a:t>
            </a:r>
            <a:endParaRPr lang="en-US" sz="1200" dirty="0"/>
          </a:p>
        </p:txBody>
      </p:sp>
      <p:sp>
        <p:nvSpPr>
          <p:cNvPr id="4" name="Text 2"/>
          <p:cNvSpPr txBox="1"/>
          <p:nvPr/>
        </p:nvSpPr>
        <p:spPr>
          <a:xfrm>
            <a:off x="548640" y="320040"/>
            <a:ext cx="6766560" cy="1463040"/>
          </a:xfrm>
          <a:prstGeom prst="rect">
            <a:avLst/>
          </a:prstGeom>
          <a:noFill/>
          <a:ln/>
        </p:spPr>
        <p:txBody>
          <a:bodyPr wrap="square" lIns="0" tIns="0" rIns="0" bIns="0" rtlCol="0" anchor="ctr">
            <a:normAutofit/>
          </a:bodyPr>
          <a:lstStyle/>
          <a:p>
            <a:pPr indent="0" marL="0">
              <a:buNone/>
            </a:pPr>
            <a:r>
              <a:rPr lang="en-US" sz="9600" dirty="0">
                <a:solidFill>
                  <a:srgbClr val="F4EFE6"/>
                </a:solidFill>
                <a:latin typeface="Bahnschrift SemiBold Condensed" pitchFamily="34" charset="0"/>
                <a:ea typeface="Bahnschrift SemiBold Condensed" pitchFamily="34" charset="-122"/>
                <a:cs typeface="Bahnschrift SemiBold Condensed" pitchFamily="34" charset="-120"/>
              </a:rPr>
              <a:t>EXPLORING MEDIA</a:t>
            </a:r>
            <a:endParaRPr lang="en-US" sz="9600" dirty="0"/>
          </a:p>
        </p:txBody>
      </p:sp>
      <p:sp>
        <p:nvSpPr>
          <p:cNvPr id="5" name="Shape 3"/>
          <p:cNvSpPr/>
          <p:nvPr/>
        </p:nvSpPr>
        <p:spPr>
          <a:xfrm>
            <a:off x="548640" y="1874520"/>
            <a:ext cx="6309360" cy="0"/>
          </a:xfrm>
          <a:prstGeom prst="line">
            <a:avLst/>
          </a:prstGeom>
          <a:noFill/>
          <a:ln w="38100">
            <a:solidFill>
              <a:srgbClr val="F4EFE6"/>
            </a:solidFill>
            <a:prstDash val="solid"/>
          </a:ln>
        </p:spPr>
      </p:sp>
      <p:sp>
        <p:nvSpPr>
          <p:cNvPr id="6" name="Text 4"/>
          <p:cNvSpPr txBox="1"/>
          <p:nvPr/>
        </p:nvSpPr>
        <p:spPr>
          <a:xfrm>
            <a:off x="548640" y="1965960"/>
            <a:ext cx="6309360" cy="320040"/>
          </a:xfrm>
          <a:prstGeom prst="rect">
            <a:avLst/>
          </a:prstGeom>
          <a:noFill/>
          <a:ln/>
        </p:spPr>
        <p:txBody>
          <a:bodyPr wrap="square" lIns="0" tIns="0" rIns="0" bIns="0" rtlCol="0" anchor="t"/>
          <a:lstStyle/>
          <a:p>
            <a:pPr indent="0" marL="0">
              <a:buNone/>
            </a:pPr>
            <a:r>
              <a:rPr lang="en-US" sz="1300" b="1" spc="300" kern="0" dirty="0">
                <a:solidFill>
                  <a:srgbClr val="A8A296"/>
                </a:solidFill>
                <a:latin typeface="Segoe UI" pitchFamily="34" charset="0"/>
                <a:ea typeface="Segoe UI" pitchFamily="34" charset="-122"/>
                <a:cs typeface="Segoe UI" pitchFamily="34" charset="-120"/>
              </a:rPr>
              <a:t>Y10 BTEC CREATIVE MEDIA PRODUCTION</a:t>
            </a:r>
            <a:endParaRPr lang="en-US" sz="1300" dirty="0"/>
          </a:p>
        </p:txBody>
      </p:sp>
      <p:sp>
        <p:nvSpPr>
          <p:cNvPr id="7" name="Shape 5"/>
          <p:cNvSpPr/>
          <p:nvPr/>
        </p:nvSpPr>
        <p:spPr>
          <a:xfrm>
            <a:off x="548640" y="2743200"/>
            <a:ext cx="6309360" cy="2057400"/>
          </a:xfrm>
          <a:prstGeom prst="rect">
            <a:avLst/>
          </a:prstGeom>
          <a:solidFill>
            <a:srgbClr val="C8321A"/>
          </a:solidFill>
          <a:ln/>
        </p:spPr>
      </p:sp>
      <p:sp>
        <p:nvSpPr>
          <p:cNvPr id="8" name="Text 6"/>
          <p:cNvSpPr txBox="1"/>
          <p:nvPr/>
        </p:nvSpPr>
        <p:spPr>
          <a:xfrm>
            <a:off x="822960" y="2834640"/>
            <a:ext cx="5760720" cy="1874520"/>
          </a:xfrm>
          <a:prstGeom prst="rect">
            <a:avLst/>
          </a:prstGeom>
          <a:noFill/>
          <a:ln/>
        </p:spPr>
        <p:txBody>
          <a:bodyPr wrap="square" lIns="0" tIns="0" rIns="0" bIns="0" rtlCol="0" anchor="ctr">
            <a:normAutofit/>
          </a:bodyPr>
          <a:lstStyle/>
          <a:p>
            <a:pPr indent="0" marL="0">
              <a:buNone/>
            </a:pPr>
            <a:r>
              <a:rPr lang="en-US" sz="5400" dirty="0">
                <a:solidFill>
                  <a:srgbClr val="FFFFFF"/>
                </a:solidFill>
                <a:latin typeface="Bahnschrift SemiBold Condensed" pitchFamily="34" charset="0"/>
                <a:ea typeface="Bahnschrift SemiBold Condensed" pitchFamily="34" charset="-122"/>
                <a:cs typeface="Bahnschrift SemiBold Condensed" pitchFamily="34" charset="-120"/>
              </a:rPr>
              <a:t>Who is it for?</a:t>
            </a:r>
            <a:endParaRPr lang="en-US" sz="5400" dirty="0"/>
          </a:p>
        </p:txBody>
      </p:sp>
      <p:sp>
        <p:nvSpPr>
          <p:cNvPr id="9" name="Text 7"/>
          <p:cNvSpPr txBox="1"/>
          <p:nvPr/>
        </p:nvSpPr>
        <p:spPr>
          <a:xfrm>
            <a:off x="548640" y="5029200"/>
            <a:ext cx="6309360" cy="1097280"/>
          </a:xfrm>
          <a:prstGeom prst="rect">
            <a:avLst/>
          </a:prstGeom>
          <a:noFill/>
          <a:ln/>
        </p:spPr>
        <p:txBody>
          <a:bodyPr wrap="square" lIns="0" tIns="0" rIns="0" bIns="0" rtlCol="0" anchor="t"/>
          <a:lstStyle/>
          <a:p>
            <a:pPr indent="0" marL="0">
              <a:buNone/>
            </a:pPr>
            <a:r>
              <a:rPr lang="en-US" sz="2200" i="1" dirty="0">
                <a:solidFill>
                  <a:srgbClr val="F4EFE6"/>
                </a:solidFill>
                <a:latin typeface="Georgia" pitchFamily="34" charset="0"/>
                <a:ea typeface="Georgia" pitchFamily="34" charset="-122"/>
                <a:cs typeface="Georgia" pitchFamily="34" charset="-120"/>
              </a:rPr>
              <a:t>Every media product is made for someone. Today: how to spot who.</a:t>
            </a:r>
            <a:endParaRPr lang="en-US" sz="2200" dirty="0"/>
          </a:p>
        </p:txBody>
      </p:sp>
      <p:sp>
        <p:nvSpPr>
          <p:cNvPr id="10" name="Shape 8"/>
          <p:cNvSpPr/>
          <p:nvPr/>
        </p:nvSpPr>
        <p:spPr>
          <a:xfrm>
            <a:off x="5669280" y="2194560"/>
            <a:ext cx="1371600" cy="1371600"/>
          </a:xfrm>
          <a:prstGeom prst="ellipse">
            <a:avLst/>
          </a:prstGeom>
          <a:solidFill>
            <a:srgbClr val="F4EFE6"/>
          </a:solidFill>
          <a:ln w="38100">
            <a:solidFill>
              <a:srgbClr val="16161A"/>
            </a:solidFill>
            <a:prstDash val="solid"/>
          </a:ln>
        </p:spPr>
      </p:sp>
      <p:sp>
        <p:nvSpPr>
          <p:cNvPr id="11" name="Text 9"/>
          <p:cNvSpPr txBox="1"/>
          <p:nvPr/>
        </p:nvSpPr>
        <p:spPr>
          <a:xfrm>
            <a:off x="5742432" y="2194560"/>
            <a:ext cx="1225296" cy="1371600"/>
          </a:xfrm>
          <a:prstGeom prst="rect">
            <a:avLst/>
          </a:prstGeom>
          <a:noFill/>
          <a:ln/>
        </p:spPr>
        <p:txBody>
          <a:bodyPr wrap="square" lIns="0" tIns="0" rIns="0" bIns="0" rtlCol="0" anchor="ctr"/>
          <a:lstStyle/>
          <a:p>
            <a:pPr algn="ctr" indent="0" marL="0">
              <a:buNone/>
            </a:pPr>
            <a:r>
              <a:rPr lang="en-US" sz="1800" dirty="0">
                <a:solidFill>
                  <a:srgbClr val="16161A"/>
                </a:solidFill>
                <a:latin typeface="Bahnschrift SemiBold Condensed" pitchFamily="34" charset="0"/>
                <a:ea typeface="Bahnschrift SemiBold Condensed" pitchFamily="34" charset="-122"/>
                <a:cs typeface="Bahnschrift SemiBold Condensed" pitchFamily="34" charset="-120"/>
              </a:rPr>
              <a:t>Learning aim A</a:t>
            </a:r>
            <a:endParaRPr lang="en-US" sz="1800" dirty="0"/>
          </a:p>
        </p:txBody>
      </p:sp>
      <p:sp>
        <p:nvSpPr>
          <p:cNvPr id="13" name="Text 10"/>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b="1" i="1" dirty="0">
                <a:solidFill>
                  <a:srgbClr val="FF6A4D"/>
                </a:solidFill>
                <a:latin typeface="Segoe UI" pitchFamily="34" charset="0"/>
                <a:ea typeface="Segoe UI" pitchFamily="34" charset="-122"/>
                <a:cs typeface="Segoe UI" pitchFamily="34" charset="-120"/>
              </a:rPr>
              <a:t>TEMPLATE  ·  titleSlide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9966960" cy="914400"/>
          </a:xfrm>
          <a:prstGeom prst="rect">
            <a:avLst/>
          </a:prstGeom>
          <a:noFill/>
          <a:ln/>
        </p:spPr>
        <p:txBody>
          <a:bodyPr wrap="square" lIns="0" tIns="0" rIns="0" bIns="0" rtlCol="0" anchor="ctr"/>
          <a:lstStyle/>
          <a:p>
            <a:pPr algn="l" indent="0" marL="0">
              <a:buNone/>
            </a:pPr>
            <a:r>
              <a:rPr lang="en-US" sz="4400" dirty="0">
                <a:solidFill>
                  <a:srgbClr val="16161A"/>
                </a:solidFill>
                <a:latin typeface="Bahnschrift SemiBold Condensed" pitchFamily="34" charset="0"/>
                <a:ea typeface="Bahnschrift SemiBold Condensed" pitchFamily="34" charset="-122"/>
                <a:cs typeface="Bahnschrift SemiBold Condensed" pitchFamily="34" charset="-120"/>
              </a:rPr>
              <a:t>The big questions</a:t>
            </a:r>
            <a:endParaRPr lang="en-US" sz="4400" dirty="0"/>
          </a:p>
        </p:txBody>
      </p:sp>
      <p:sp>
        <p:nvSpPr>
          <p:cNvPr id="3" name="Text 1"/>
          <p:cNvSpPr txBox="1"/>
          <p:nvPr/>
        </p:nvSpPr>
        <p:spPr>
          <a:xfrm>
            <a:off x="548640" y="1783080"/>
            <a:ext cx="9144000" cy="274320"/>
          </a:xfrm>
          <a:prstGeom prst="rect">
            <a:avLst/>
          </a:prstGeom>
          <a:noFill/>
          <a:ln/>
        </p:spPr>
        <p:txBody>
          <a:bodyPr wrap="square" lIns="0" tIns="0" rIns="0" bIns="0" rtlCol="0" anchor="t"/>
          <a:lstStyle/>
          <a:p>
            <a:pPr indent="0" marL="0">
              <a:buNone/>
            </a:pPr>
            <a:r>
              <a:rPr lang="en-US" sz="1300" b="1" spc="300" kern="0" dirty="0">
                <a:solidFill>
                  <a:srgbClr val="5F5A52"/>
                </a:solidFill>
                <a:latin typeface="Segoe UI" pitchFamily="34" charset="0"/>
                <a:ea typeface="Segoe UI" pitchFamily="34" charset="-122"/>
                <a:cs typeface="Segoe UI" pitchFamily="34" charset="-120"/>
              </a:rPr>
              <a:t>TOPIC QUESTION — THE WHOLE OF COMPONENT 1</a:t>
            </a:r>
            <a:endParaRPr lang="en-US" sz="1300" dirty="0"/>
          </a:p>
        </p:txBody>
      </p:sp>
      <p:sp>
        <p:nvSpPr>
          <p:cNvPr id="4" name="Text 2"/>
          <p:cNvSpPr txBox="1"/>
          <p:nvPr/>
        </p:nvSpPr>
        <p:spPr>
          <a:xfrm>
            <a:off x="548640" y="2148840"/>
            <a:ext cx="9875520" cy="914400"/>
          </a:xfrm>
          <a:prstGeom prst="rect">
            <a:avLst/>
          </a:prstGeom>
          <a:noFill/>
          <a:ln/>
        </p:spPr>
        <p:txBody>
          <a:bodyPr wrap="square" lIns="0" tIns="0" rIns="0" bIns="0" rtlCol="0" anchor="t"/>
          <a:lstStyle/>
          <a:p>
            <a:pPr indent="0" marL="0">
              <a:buNone/>
            </a:pPr>
            <a:r>
              <a:rPr lang="en-US" sz="2400" i="1" dirty="0">
                <a:solidFill>
                  <a:srgbClr val="5F5A52"/>
                </a:solidFill>
                <a:latin typeface="Georgia" pitchFamily="34" charset="0"/>
                <a:ea typeface="Georgia" pitchFamily="34" charset="-122"/>
                <a:cs typeface="Georgia" pitchFamily="34" charset="-120"/>
              </a:rPr>
              <a:t>How are media products made to reach and engage their audiences?</a:t>
            </a:r>
            <a:endParaRPr lang="en-US" sz="2400" dirty="0"/>
          </a:p>
        </p:txBody>
      </p:sp>
      <p:sp>
        <p:nvSpPr>
          <p:cNvPr id="5" name="Shape 3"/>
          <p:cNvSpPr/>
          <p:nvPr/>
        </p:nvSpPr>
        <p:spPr>
          <a:xfrm>
            <a:off x="548640" y="3337560"/>
            <a:ext cx="11094415" cy="2651760"/>
          </a:xfrm>
          <a:prstGeom prst="rect">
            <a:avLst/>
          </a:prstGeom>
          <a:solidFill>
            <a:srgbClr val="16161A"/>
          </a:solidFill>
          <a:ln/>
        </p:spPr>
      </p:sp>
      <p:sp>
        <p:nvSpPr>
          <p:cNvPr id="6" name="Shape 4"/>
          <p:cNvSpPr/>
          <p:nvPr/>
        </p:nvSpPr>
        <p:spPr>
          <a:xfrm>
            <a:off x="548640" y="3337560"/>
            <a:ext cx="164592" cy="2651760"/>
          </a:xfrm>
          <a:prstGeom prst="rect">
            <a:avLst/>
          </a:prstGeom>
          <a:solidFill>
            <a:srgbClr val="C8321A"/>
          </a:solidFill>
          <a:ln/>
        </p:spPr>
      </p:sp>
      <p:sp>
        <p:nvSpPr>
          <p:cNvPr id="7" name="Text 5"/>
          <p:cNvSpPr txBox="1"/>
          <p:nvPr/>
        </p:nvSpPr>
        <p:spPr>
          <a:xfrm>
            <a:off x="1051560" y="3611880"/>
            <a:ext cx="7315200" cy="274320"/>
          </a:xfrm>
          <a:prstGeom prst="rect">
            <a:avLst/>
          </a:prstGeom>
          <a:noFill/>
          <a:ln/>
        </p:spPr>
        <p:txBody>
          <a:bodyPr wrap="square" lIns="0" tIns="0" rIns="0" bIns="0" rtlCol="0" anchor="t"/>
          <a:lstStyle/>
          <a:p>
            <a:pPr indent="0" marL="0">
              <a:buNone/>
            </a:pPr>
            <a:r>
              <a:rPr lang="en-US" sz="1300" b="1" spc="300" kern="0" dirty="0">
                <a:solidFill>
                  <a:srgbClr val="FF6A4D"/>
                </a:solidFill>
                <a:latin typeface="Segoe UI" pitchFamily="34" charset="0"/>
                <a:ea typeface="Segoe UI" pitchFamily="34" charset="-122"/>
                <a:cs typeface="Segoe UI" pitchFamily="34" charset="-120"/>
              </a:rPr>
              <a:t>TODAY'S QUESTION</a:t>
            </a:r>
            <a:endParaRPr lang="en-US" sz="1300" dirty="0"/>
          </a:p>
        </p:txBody>
      </p:sp>
      <p:sp>
        <p:nvSpPr>
          <p:cNvPr id="8" name="Text 6"/>
          <p:cNvSpPr txBox="1"/>
          <p:nvPr/>
        </p:nvSpPr>
        <p:spPr>
          <a:xfrm>
            <a:off x="1051560" y="3977640"/>
            <a:ext cx="10088575" cy="1828800"/>
          </a:xfrm>
          <a:prstGeom prst="rect">
            <a:avLst/>
          </a:prstGeom>
          <a:noFill/>
          <a:ln/>
        </p:spPr>
        <p:txBody>
          <a:bodyPr wrap="square" lIns="0" tIns="0" rIns="0" bIns="0" rtlCol="0" anchor="ctr"/>
          <a:lstStyle/>
          <a:p>
            <a:pPr indent="0" marL="0">
              <a:buNone/>
            </a:pPr>
            <a:r>
              <a:rPr lang="en-US" sz="4400" dirty="0">
                <a:solidFill>
                  <a:srgbClr val="F4EFE6"/>
                </a:solidFill>
                <a:latin typeface="Bahnschrift SemiBold Condensed" pitchFamily="34" charset="0"/>
                <a:ea typeface="Bahnschrift SemiBold Condensed" pitchFamily="34" charset="-122"/>
                <a:cs typeface="Bahnschrift SemiBold Condensed" pitchFamily="34" charset="-120"/>
              </a:rPr>
              <a:t>How do media products target a specific audience?</a:t>
            </a:r>
            <a:endParaRPr lang="en-US" sz="4400" dirty="0"/>
          </a:p>
        </p:txBody>
      </p:sp>
      <p:pic>
        <p:nvPicPr>
          <p:cNvPr id="9" name="Image 0" descr="Clarity of learning intentions">    </p:cNvPr>
          <p:cNvPicPr>
            <a:picLocks noChangeAspect="1"/>
          </p:cNvPicPr>
          <p:nvPr/>
        </p:nvPicPr>
        <p:blipFill>
          <a:blip r:embed="rId1"/>
          <a:stretch>
            <a:fillRect/>
          </a:stretch>
        </p:blipFill>
        <p:spPr>
          <a:xfrm>
            <a:off x="10972800" y="621792"/>
            <a:ext cx="685800" cy="685800"/>
          </a:xfrm>
          <a:prstGeom prst="rect">
            <a:avLst/>
          </a:prstGeom>
        </p:spPr>
      </p:pic>
      <p:sp>
        <p:nvSpPr>
          <p:cNvPr id="11" name="Text 7"/>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b="1" i="1" dirty="0">
                <a:solidFill>
                  <a:srgbClr val="C8321A"/>
                </a:solidFill>
                <a:latin typeface="Segoe UI" pitchFamily="34" charset="0"/>
                <a:ea typeface="Segoe UI" pitchFamily="34" charset="-122"/>
                <a:cs typeface="Segoe UI" pitchFamily="34" charset="-120"/>
              </a:rPr>
              <a:t>TEMPLATE  ·  questions</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F5A52"/>
                </a:solidFill>
                <a:latin typeface="Segoe UI"/>
                <a:ea typeface="Segoe UI"/>
                <a:cs typeface="Segoe UI"/>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9966960" cy="914400"/>
          </a:xfrm>
          <a:prstGeom prst="rect">
            <a:avLst/>
          </a:prstGeom>
          <a:noFill/>
          <a:ln/>
        </p:spPr>
        <p:txBody>
          <a:bodyPr wrap="square" lIns="0" tIns="0" rIns="0" bIns="0" rtlCol="0" anchor="ctr"/>
          <a:lstStyle/>
          <a:p>
            <a:pPr algn="l" indent="0" marL="0">
              <a:buNone/>
            </a:pPr>
            <a:r>
              <a:rPr lang="en-US" sz="4400" dirty="0">
                <a:solidFill>
                  <a:srgbClr val="16161A"/>
                </a:solidFill>
                <a:latin typeface="Bahnschrift SemiBold Condensed" pitchFamily="34" charset="0"/>
                <a:ea typeface="Bahnschrift SemiBold Condensed" pitchFamily="34" charset="-122"/>
                <a:cs typeface="Bahnschrift SemiBold Condensed" pitchFamily="34" charset="-120"/>
              </a:rPr>
              <a:t>Three ways to describe an audience</a:t>
            </a:r>
            <a:endParaRPr lang="en-US" sz="4400" dirty="0"/>
          </a:p>
        </p:txBody>
      </p:sp>
      <p:sp>
        <p:nvSpPr>
          <p:cNvPr id="3" name="Text 1"/>
          <p:cNvSpPr txBox="1"/>
          <p:nvPr/>
        </p:nvSpPr>
        <p:spPr>
          <a:xfrm>
            <a:off x="548640" y="1645920"/>
            <a:ext cx="6309360" cy="914400"/>
          </a:xfrm>
          <a:prstGeom prst="rect">
            <a:avLst/>
          </a:prstGeom>
          <a:noFill/>
          <a:ln/>
        </p:spPr>
        <p:txBody>
          <a:bodyPr wrap="square" lIns="0" tIns="0" rIns="0" bIns="0" rtlCol="0" anchor="t"/>
          <a:lstStyle/>
          <a:p>
            <a:pPr indent="0" marL="0">
              <a:buNone/>
            </a:pPr>
            <a:r>
              <a:rPr lang="en-US" sz="2400" i="1" dirty="0">
                <a:solidFill>
                  <a:srgbClr val="16161A"/>
                </a:solidFill>
                <a:latin typeface="Georgia" pitchFamily="34" charset="0"/>
                <a:ea typeface="Georgia" pitchFamily="34" charset="-122"/>
                <a:cs typeface="Georgia" pitchFamily="34" charset="-120"/>
              </a:rPr>
              <a:t>Producers picture one kind of person, then make every choice for them.</a:t>
            </a:r>
            <a:endParaRPr lang="en-US" sz="2400" dirty="0"/>
          </a:p>
        </p:txBody>
      </p:sp>
      <p:sp>
        <p:nvSpPr>
          <p:cNvPr id="4" name="Shape 2"/>
          <p:cNvSpPr/>
          <p:nvPr/>
        </p:nvSpPr>
        <p:spPr>
          <a:xfrm>
            <a:off x="548640" y="2743200"/>
            <a:ext cx="6309360" cy="0"/>
          </a:xfrm>
          <a:prstGeom prst="line">
            <a:avLst/>
          </a:prstGeom>
          <a:noFill/>
          <a:ln w="15875">
            <a:solidFill>
              <a:srgbClr val="16161A"/>
            </a:solidFill>
            <a:prstDash val="solid"/>
          </a:ln>
        </p:spPr>
      </p:sp>
      <p:sp>
        <p:nvSpPr>
          <p:cNvPr id="5" name="Text 3"/>
          <p:cNvSpPr txBox="1"/>
          <p:nvPr/>
        </p:nvSpPr>
        <p:spPr>
          <a:xfrm>
            <a:off x="548640" y="2816352"/>
            <a:ext cx="457200" cy="548640"/>
          </a:xfrm>
          <a:prstGeom prst="rect">
            <a:avLst/>
          </a:prstGeom>
          <a:noFill/>
          <a:ln/>
        </p:spPr>
        <p:txBody>
          <a:bodyPr wrap="square" lIns="0" tIns="0" rIns="0" bIns="0" rtlCol="0" anchor="t"/>
          <a:lstStyle/>
          <a:p>
            <a:pPr indent="0" marL="0">
              <a:buNone/>
            </a:pPr>
            <a:r>
              <a:rPr lang="en-US" sz="3600" dirty="0">
                <a:solidFill>
                  <a:srgbClr val="C8321A"/>
                </a:solidFill>
                <a:latin typeface="Bahnschrift SemiBold Condensed" pitchFamily="34" charset="0"/>
                <a:ea typeface="Bahnschrift SemiBold Condensed" pitchFamily="34" charset="-122"/>
                <a:cs typeface="Bahnschrift SemiBold Condensed" pitchFamily="34" charset="-120"/>
              </a:rPr>
              <a:t>1</a:t>
            </a:r>
            <a:endParaRPr lang="en-US" sz="3600" dirty="0"/>
          </a:p>
        </p:txBody>
      </p:sp>
      <p:sp>
        <p:nvSpPr>
          <p:cNvPr id="6" name="Text 4"/>
          <p:cNvSpPr txBox="1"/>
          <p:nvPr/>
        </p:nvSpPr>
        <p:spPr>
          <a:xfrm>
            <a:off x="1097280" y="2852928"/>
            <a:ext cx="5760720" cy="960120"/>
          </a:xfrm>
          <a:prstGeom prst="rect">
            <a:avLst/>
          </a:prstGeom>
          <a:noFill/>
          <a:ln/>
        </p:spPr>
        <p:txBody>
          <a:bodyPr wrap="square" lIns="0" tIns="0" rIns="0" bIns="0" rtlCol="0" anchor="t"/>
          <a:lstStyle/>
          <a:p>
            <a:pPr indent="0" marL="0">
              <a:buNone/>
            </a:pPr>
            <a:r>
              <a:rPr lang="en-US" sz="1900" b="1" dirty="0">
                <a:solidFill>
                  <a:srgbClr val="16161A"/>
                </a:solidFill>
                <a:latin typeface="Segoe UI" pitchFamily="34" charset="0"/>
                <a:ea typeface="Segoe UI" pitchFamily="34" charset="-122"/>
                <a:cs typeface="Segoe UI" pitchFamily="34" charset="-120"/>
              </a:rPr>
              <a:t>Demographics  </a:t>
            </a:r>
            <a:pPr indent="0" marL="0">
              <a:buNone/>
            </a:pPr>
            <a:r>
              <a:rPr lang="en-US" sz="1900" dirty="0">
                <a:solidFill>
                  <a:srgbClr val="16161A"/>
                </a:solidFill>
                <a:latin typeface="Segoe UI" pitchFamily="34" charset="0"/>
                <a:ea typeface="Segoe UI" pitchFamily="34" charset="-122"/>
                <a:cs typeface="Segoe UI" pitchFamily="34" charset="-120"/>
              </a:rPr>
              <a:t>Facts: age, gender, where they live, income.</a:t>
            </a:r>
            <a:endParaRPr lang="en-US" sz="1900" dirty="0"/>
          </a:p>
        </p:txBody>
      </p:sp>
      <p:sp>
        <p:nvSpPr>
          <p:cNvPr id="7" name="Shape 5"/>
          <p:cNvSpPr/>
          <p:nvPr/>
        </p:nvSpPr>
        <p:spPr>
          <a:xfrm>
            <a:off x="548640" y="3886200"/>
            <a:ext cx="6309360" cy="0"/>
          </a:xfrm>
          <a:prstGeom prst="line">
            <a:avLst/>
          </a:prstGeom>
          <a:noFill/>
          <a:ln w="15875">
            <a:solidFill>
              <a:srgbClr val="16161A"/>
            </a:solidFill>
            <a:prstDash val="solid"/>
          </a:ln>
        </p:spPr>
      </p:sp>
      <p:sp>
        <p:nvSpPr>
          <p:cNvPr id="8" name="Text 6"/>
          <p:cNvSpPr txBox="1"/>
          <p:nvPr/>
        </p:nvSpPr>
        <p:spPr>
          <a:xfrm>
            <a:off x="548640" y="3959352"/>
            <a:ext cx="457200" cy="548640"/>
          </a:xfrm>
          <a:prstGeom prst="rect">
            <a:avLst/>
          </a:prstGeom>
          <a:noFill/>
          <a:ln/>
        </p:spPr>
        <p:txBody>
          <a:bodyPr wrap="square" lIns="0" tIns="0" rIns="0" bIns="0" rtlCol="0" anchor="t"/>
          <a:lstStyle/>
          <a:p>
            <a:pPr indent="0" marL="0">
              <a:buNone/>
            </a:pPr>
            <a:r>
              <a:rPr lang="en-US" sz="3600" dirty="0">
                <a:solidFill>
                  <a:srgbClr val="C8321A"/>
                </a:solidFill>
                <a:latin typeface="Bahnschrift SemiBold Condensed" pitchFamily="34" charset="0"/>
                <a:ea typeface="Bahnschrift SemiBold Condensed" pitchFamily="34" charset="-122"/>
                <a:cs typeface="Bahnschrift SemiBold Condensed" pitchFamily="34" charset="-120"/>
              </a:rPr>
              <a:t>2</a:t>
            </a:r>
            <a:endParaRPr lang="en-US" sz="3600" dirty="0"/>
          </a:p>
        </p:txBody>
      </p:sp>
      <p:sp>
        <p:nvSpPr>
          <p:cNvPr id="9" name="Text 7"/>
          <p:cNvSpPr txBox="1"/>
          <p:nvPr/>
        </p:nvSpPr>
        <p:spPr>
          <a:xfrm>
            <a:off x="1097280" y="3995928"/>
            <a:ext cx="5760720" cy="960120"/>
          </a:xfrm>
          <a:prstGeom prst="rect">
            <a:avLst/>
          </a:prstGeom>
          <a:noFill/>
          <a:ln/>
        </p:spPr>
        <p:txBody>
          <a:bodyPr wrap="square" lIns="0" tIns="0" rIns="0" bIns="0" rtlCol="0" anchor="t"/>
          <a:lstStyle/>
          <a:p>
            <a:pPr indent="0" marL="0">
              <a:buNone/>
            </a:pPr>
            <a:r>
              <a:rPr lang="en-US" sz="1900" b="1" dirty="0">
                <a:solidFill>
                  <a:srgbClr val="16161A"/>
                </a:solidFill>
                <a:latin typeface="Segoe UI" pitchFamily="34" charset="0"/>
                <a:ea typeface="Segoe UI" pitchFamily="34" charset="-122"/>
                <a:cs typeface="Segoe UI" pitchFamily="34" charset="-120"/>
              </a:rPr>
              <a:t>Psychographics  </a:t>
            </a:r>
            <a:pPr indent="0" marL="0">
              <a:buNone/>
            </a:pPr>
            <a:r>
              <a:rPr lang="en-US" sz="1900" dirty="0">
                <a:solidFill>
                  <a:srgbClr val="16161A"/>
                </a:solidFill>
                <a:latin typeface="Segoe UI" pitchFamily="34" charset="0"/>
                <a:ea typeface="Segoe UI" pitchFamily="34" charset="-122"/>
                <a:cs typeface="Segoe UI" pitchFamily="34" charset="-120"/>
              </a:rPr>
              <a:t>Lifestyle: interests, attitudes, values, behaviour.</a:t>
            </a:r>
            <a:endParaRPr lang="en-US" sz="1900" dirty="0"/>
          </a:p>
        </p:txBody>
      </p:sp>
      <p:sp>
        <p:nvSpPr>
          <p:cNvPr id="10" name="Shape 8"/>
          <p:cNvSpPr/>
          <p:nvPr/>
        </p:nvSpPr>
        <p:spPr>
          <a:xfrm>
            <a:off x="548640" y="5029200"/>
            <a:ext cx="6309360" cy="0"/>
          </a:xfrm>
          <a:prstGeom prst="line">
            <a:avLst/>
          </a:prstGeom>
          <a:noFill/>
          <a:ln w="15875">
            <a:solidFill>
              <a:srgbClr val="16161A"/>
            </a:solidFill>
            <a:prstDash val="solid"/>
          </a:ln>
        </p:spPr>
      </p:sp>
      <p:sp>
        <p:nvSpPr>
          <p:cNvPr id="11" name="Text 9"/>
          <p:cNvSpPr txBox="1"/>
          <p:nvPr/>
        </p:nvSpPr>
        <p:spPr>
          <a:xfrm>
            <a:off x="548640" y="5102352"/>
            <a:ext cx="457200" cy="548640"/>
          </a:xfrm>
          <a:prstGeom prst="rect">
            <a:avLst/>
          </a:prstGeom>
          <a:noFill/>
          <a:ln/>
        </p:spPr>
        <p:txBody>
          <a:bodyPr wrap="square" lIns="0" tIns="0" rIns="0" bIns="0" rtlCol="0" anchor="t"/>
          <a:lstStyle/>
          <a:p>
            <a:pPr indent="0" marL="0">
              <a:buNone/>
            </a:pPr>
            <a:r>
              <a:rPr lang="en-US" sz="3600" dirty="0">
                <a:solidFill>
                  <a:srgbClr val="C8321A"/>
                </a:solidFill>
                <a:latin typeface="Bahnschrift SemiBold Condensed" pitchFamily="34" charset="0"/>
                <a:ea typeface="Bahnschrift SemiBold Condensed" pitchFamily="34" charset="-122"/>
                <a:cs typeface="Bahnschrift SemiBold Condensed" pitchFamily="34" charset="-120"/>
              </a:rPr>
              <a:t>3</a:t>
            </a:r>
            <a:endParaRPr lang="en-US" sz="3600" dirty="0"/>
          </a:p>
        </p:txBody>
      </p:sp>
      <p:sp>
        <p:nvSpPr>
          <p:cNvPr id="12" name="Text 10"/>
          <p:cNvSpPr txBox="1"/>
          <p:nvPr/>
        </p:nvSpPr>
        <p:spPr>
          <a:xfrm>
            <a:off x="1097280" y="5138928"/>
            <a:ext cx="5760720" cy="960120"/>
          </a:xfrm>
          <a:prstGeom prst="rect">
            <a:avLst/>
          </a:prstGeom>
          <a:noFill/>
          <a:ln/>
        </p:spPr>
        <p:txBody>
          <a:bodyPr wrap="square" lIns="0" tIns="0" rIns="0" bIns="0" rtlCol="0" anchor="t"/>
          <a:lstStyle/>
          <a:p>
            <a:pPr indent="0" marL="0">
              <a:buNone/>
            </a:pPr>
            <a:r>
              <a:rPr lang="en-US" sz="1900" b="1" dirty="0">
                <a:solidFill>
                  <a:srgbClr val="16161A"/>
                </a:solidFill>
                <a:latin typeface="Segoe UI" pitchFamily="34" charset="0"/>
                <a:ea typeface="Segoe UI" pitchFamily="34" charset="-122"/>
                <a:cs typeface="Segoe UI" pitchFamily="34" charset="-120"/>
              </a:rPr>
              <a:t>Primary or secondary  </a:t>
            </a:r>
            <a:pPr indent="0" marL="0">
              <a:buNone/>
            </a:pPr>
            <a:r>
              <a:rPr lang="en-US" sz="1900" dirty="0">
                <a:solidFill>
                  <a:srgbClr val="16161A"/>
                </a:solidFill>
                <a:latin typeface="Segoe UI" pitchFamily="34" charset="0"/>
                <a:ea typeface="Segoe UI" pitchFamily="34" charset="-122"/>
                <a:cs typeface="Segoe UI" pitchFamily="34" charset="-120"/>
              </a:rPr>
              <a:t>Who it's mainly for, and who else it reaches.</a:t>
            </a:r>
            <a:endParaRPr lang="en-US" sz="1900" dirty="0"/>
          </a:p>
        </p:txBody>
      </p:sp>
      <p:sp>
        <p:nvSpPr>
          <p:cNvPr id="13" name="Shape 11"/>
          <p:cNvSpPr/>
          <p:nvPr/>
        </p:nvSpPr>
        <p:spPr>
          <a:xfrm>
            <a:off x="7269480" y="1645920"/>
            <a:ext cx="4373575" cy="4526280"/>
          </a:xfrm>
          <a:prstGeom prst="rect">
            <a:avLst/>
          </a:prstGeom>
          <a:solidFill>
            <a:srgbClr val="E8E1D4"/>
          </a:solidFill>
          <a:ln w="15875">
            <a:solidFill>
              <a:srgbClr val="A8A296"/>
            </a:solidFill>
            <a:prstDash val="dash"/>
          </a:ln>
        </p:spPr>
      </p:sp>
      <p:sp>
        <p:nvSpPr>
          <p:cNvPr id="14" name="Text 12"/>
          <p:cNvSpPr txBox="1"/>
          <p:nvPr/>
        </p:nvSpPr>
        <p:spPr>
          <a:xfrm>
            <a:off x="7452360" y="1645920"/>
            <a:ext cx="4007815" cy="4526280"/>
          </a:xfrm>
          <a:prstGeom prst="rect">
            <a:avLst/>
          </a:prstGeom>
          <a:noFill/>
          <a:ln/>
        </p:spPr>
        <p:txBody>
          <a:bodyPr wrap="square" lIns="0" tIns="0" rIns="0" bIns="0" rtlCol="0" anchor="ctr"/>
          <a:lstStyle/>
          <a:p>
            <a:pPr algn="ctr" indent="0" marL="0">
              <a:buNone/>
            </a:pPr>
            <a:r>
              <a:rPr lang="en-US" sz="1200" b="1" spc="300" kern="0" dirty="0">
                <a:solidFill>
                  <a:srgbClr val="C8321A"/>
                </a:solidFill>
                <a:latin typeface="Segoe UI" pitchFamily="34" charset="0"/>
                <a:ea typeface="Segoe UI" pitchFamily="34" charset="-122"/>
                <a:cs typeface="Segoe UI" pitchFamily="34" charset="-120"/>
              </a:rPr>
              <a:t>IMAGE
</a:t>
            </a:r>
            <a:pPr algn="ctr" indent="0" marL="0">
              <a:buNone/>
            </a:pPr>
            <a:r>
              <a:rPr lang="en-US" sz="1600" dirty="0">
                <a:solidFill>
                  <a:srgbClr val="5F5A52"/>
                </a:solidFill>
                <a:latin typeface="Segoe UI" pitchFamily="34" charset="0"/>
                <a:ea typeface="Segoe UI" pitchFamily="34" charset="-122"/>
                <a:cs typeface="Segoe UI" pitchFamily="34" charset="-120"/>
              </a:rPr>
              <a:t>Optional image: a real product aimed at a clear audience</a:t>
            </a:r>
            <a:endParaRPr lang="en-US" sz="1200" dirty="0"/>
          </a:p>
        </p:txBody>
      </p:sp>
      <p:pic>
        <p:nvPicPr>
          <p:cNvPr id="15" name="Image 0" descr="New information">    </p:cNvPr>
          <p:cNvPicPr>
            <a:picLocks noChangeAspect="1"/>
          </p:cNvPicPr>
          <p:nvPr/>
        </p:nvPicPr>
        <p:blipFill>
          <a:blip r:embed="rId1"/>
          <a:stretch>
            <a:fillRect/>
          </a:stretch>
        </p:blipFill>
        <p:spPr>
          <a:xfrm>
            <a:off x="10972800" y="621792"/>
            <a:ext cx="685800" cy="685800"/>
          </a:xfrm>
          <a:prstGeom prst="rect">
            <a:avLst/>
          </a:prstGeom>
        </p:spPr>
      </p:pic>
      <p:sp>
        <p:nvSpPr>
          <p:cNvPr id="17" name="Text 1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b="1" i="1" dirty="0">
                <a:solidFill>
                  <a:srgbClr val="C8321A"/>
                </a:solidFill>
                <a:latin typeface="Segoe UI" pitchFamily="34" charset="0"/>
                <a:ea typeface="Segoe UI" pitchFamily="34" charset="-122"/>
                <a:cs typeface="Segoe UI" pitchFamily="34" charset="-120"/>
              </a:rPr>
              <a:t>TEMPLATE  ·  info</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F5A52"/>
                </a:solidFill>
                <a:latin typeface="Segoe UI"/>
                <a:ea typeface="Segoe UI"/>
                <a:cs typeface="Segoe UI"/>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640080"/>
            <a:ext cx="3657600" cy="274320"/>
          </a:xfrm>
          <a:prstGeom prst="rect">
            <a:avLst/>
          </a:prstGeom>
          <a:noFill/>
          <a:ln/>
        </p:spPr>
        <p:txBody>
          <a:bodyPr wrap="square" lIns="0" tIns="0" rIns="0" bIns="0" rtlCol="0" anchor="t"/>
          <a:lstStyle/>
          <a:p>
            <a:pPr indent="0" marL="0">
              <a:buNone/>
            </a:pPr>
            <a:r>
              <a:rPr lang="en-US" sz="1300" b="1" spc="300" kern="0" dirty="0">
                <a:solidFill>
                  <a:srgbClr val="C8321A"/>
                </a:solidFill>
                <a:latin typeface="Segoe UI" pitchFamily="34" charset="0"/>
                <a:ea typeface="Segoe UI" pitchFamily="34" charset="-122"/>
                <a:cs typeface="Segoe UI" pitchFamily="34" charset="-120"/>
              </a:rPr>
              <a:t>KEY TERM</a:t>
            </a:r>
            <a:endParaRPr lang="en-US" sz="1300" dirty="0"/>
          </a:p>
        </p:txBody>
      </p:sp>
      <p:sp>
        <p:nvSpPr>
          <p:cNvPr id="3" name="Text 1"/>
          <p:cNvSpPr txBox="1"/>
          <p:nvPr/>
        </p:nvSpPr>
        <p:spPr>
          <a:xfrm>
            <a:off x="548640" y="914400"/>
            <a:ext cx="6766560" cy="1371600"/>
          </a:xfrm>
          <a:prstGeom prst="rect">
            <a:avLst/>
          </a:prstGeom>
          <a:noFill/>
          <a:ln/>
        </p:spPr>
        <p:txBody>
          <a:bodyPr wrap="square" lIns="0" tIns="0" rIns="0" bIns="0" rtlCol="0" anchor="ctr">
            <a:normAutofit/>
          </a:bodyPr>
          <a:lstStyle/>
          <a:p>
            <a:pPr indent="0" marL="0">
              <a:buNone/>
            </a:pPr>
            <a:r>
              <a:rPr lang="en-US" sz="8000" dirty="0">
                <a:solidFill>
                  <a:srgbClr val="16161A"/>
                </a:solidFill>
                <a:latin typeface="Bahnschrift SemiBold Condensed" pitchFamily="34" charset="0"/>
                <a:ea typeface="Bahnschrift SemiBold Condensed" pitchFamily="34" charset="-122"/>
                <a:cs typeface="Bahnschrift SemiBold Condensed" pitchFamily="34" charset="-120"/>
              </a:rPr>
              <a:t>Psychographics</a:t>
            </a:r>
            <a:endParaRPr lang="en-US" sz="8000" dirty="0"/>
          </a:p>
        </p:txBody>
      </p:sp>
      <p:sp>
        <p:nvSpPr>
          <p:cNvPr id="4" name="Text 2"/>
          <p:cNvSpPr txBox="1"/>
          <p:nvPr/>
        </p:nvSpPr>
        <p:spPr>
          <a:xfrm>
            <a:off x="548640" y="2286000"/>
            <a:ext cx="6766560" cy="365760"/>
          </a:xfrm>
          <a:prstGeom prst="rect">
            <a:avLst/>
          </a:prstGeom>
          <a:noFill/>
          <a:ln/>
        </p:spPr>
        <p:txBody>
          <a:bodyPr wrap="square" lIns="0" tIns="0" rIns="0" bIns="0" rtlCol="0" anchor="t"/>
          <a:lstStyle/>
          <a:p>
            <a:pPr indent="0" marL="0">
              <a:buNone/>
            </a:pPr>
            <a:r>
              <a:rPr lang="en-US" sz="1600" i="1" dirty="0">
                <a:solidFill>
                  <a:srgbClr val="5F5A52"/>
                </a:solidFill>
                <a:latin typeface="Segoe UI" pitchFamily="34" charset="0"/>
                <a:ea typeface="Segoe UI" pitchFamily="34" charset="-122"/>
                <a:cs typeface="Segoe UI" pitchFamily="34" charset="-120"/>
              </a:rPr>
              <a:t>say: SY-ko-GRAF-iks</a:t>
            </a:r>
            <a:endParaRPr lang="en-US" sz="1600" dirty="0"/>
          </a:p>
        </p:txBody>
      </p:sp>
      <p:sp>
        <p:nvSpPr>
          <p:cNvPr id="5" name="Shape 3"/>
          <p:cNvSpPr/>
          <p:nvPr/>
        </p:nvSpPr>
        <p:spPr>
          <a:xfrm>
            <a:off x="548640" y="2788920"/>
            <a:ext cx="6583680" cy="0"/>
          </a:xfrm>
          <a:prstGeom prst="line">
            <a:avLst/>
          </a:prstGeom>
          <a:noFill/>
          <a:ln w="38100">
            <a:solidFill>
              <a:srgbClr val="16161A"/>
            </a:solidFill>
            <a:prstDash val="solid"/>
          </a:ln>
        </p:spPr>
      </p:sp>
      <p:sp>
        <p:nvSpPr>
          <p:cNvPr id="6" name="Text 4"/>
          <p:cNvSpPr txBox="1"/>
          <p:nvPr/>
        </p:nvSpPr>
        <p:spPr>
          <a:xfrm>
            <a:off x="548640" y="2971800"/>
            <a:ext cx="6583680" cy="1463040"/>
          </a:xfrm>
          <a:prstGeom prst="rect">
            <a:avLst/>
          </a:prstGeom>
          <a:noFill/>
          <a:ln/>
        </p:spPr>
        <p:txBody>
          <a:bodyPr wrap="square" lIns="0" tIns="0" rIns="0" bIns="0" rtlCol="0" anchor="t"/>
          <a:lstStyle/>
          <a:p>
            <a:pPr indent="0" marL="0">
              <a:buNone/>
            </a:pPr>
            <a:r>
              <a:rPr lang="en-US" sz="2400" dirty="0">
                <a:solidFill>
                  <a:srgbClr val="16161A"/>
                </a:solidFill>
                <a:latin typeface="Segoe UI" pitchFamily="34" charset="0"/>
                <a:ea typeface="Segoe UI" pitchFamily="34" charset="-122"/>
                <a:cs typeface="Segoe UI" pitchFamily="34" charset="-120"/>
              </a:rPr>
              <a:t>Describing an audience by how they live and think: interests, attitudes, values and behaviour.</a:t>
            </a:r>
            <a:endParaRPr lang="en-US" sz="2400" dirty="0"/>
          </a:p>
        </p:txBody>
      </p:sp>
      <p:sp>
        <p:nvSpPr>
          <p:cNvPr id="7" name="Shape 5"/>
          <p:cNvSpPr/>
          <p:nvPr/>
        </p:nvSpPr>
        <p:spPr>
          <a:xfrm>
            <a:off x="548640" y="4572000"/>
            <a:ext cx="6583680" cy="1600200"/>
          </a:xfrm>
          <a:prstGeom prst="rect">
            <a:avLst/>
          </a:prstGeom>
          <a:solidFill>
            <a:srgbClr val="16161A"/>
          </a:solidFill>
          <a:ln/>
        </p:spPr>
      </p:sp>
      <p:sp>
        <p:nvSpPr>
          <p:cNvPr id="8" name="Text 6"/>
          <p:cNvSpPr txBox="1"/>
          <p:nvPr/>
        </p:nvSpPr>
        <p:spPr>
          <a:xfrm>
            <a:off x="822960" y="4709160"/>
            <a:ext cx="6035040" cy="1371600"/>
          </a:xfrm>
          <a:prstGeom prst="rect">
            <a:avLst/>
          </a:prstGeom>
          <a:noFill/>
          <a:ln/>
        </p:spPr>
        <p:txBody>
          <a:bodyPr wrap="square" lIns="0" tIns="0" rIns="0" bIns="0" rtlCol="0" anchor="t"/>
          <a:lstStyle/>
          <a:p>
            <a:pPr indent="0" marL="0">
              <a:buNone/>
            </a:pPr>
            <a:r>
              <a:rPr lang="en-US" sz="1200" b="1" spc="300" kern="0" dirty="0">
                <a:solidFill>
                  <a:srgbClr val="FF6A4D"/>
                </a:solidFill>
                <a:latin typeface="Segoe UI" pitchFamily="34" charset="0"/>
                <a:ea typeface="Segoe UI" pitchFamily="34" charset="-122"/>
                <a:cs typeface="Segoe UI" pitchFamily="34" charset="-120"/>
              </a:rPr>
              <a:t>IN THE REAL WORLD
</a:t>
            </a:r>
            <a:pPr indent="0" marL="0">
              <a:buNone/>
            </a:pPr>
            <a:r>
              <a:rPr lang="en-US" sz="1900" dirty="0">
                <a:solidFill>
                  <a:srgbClr val="F4EFE6"/>
                </a:solidFill>
                <a:latin typeface="Segoe UI" pitchFamily="34" charset="0"/>
                <a:ea typeface="Segoe UI" pitchFamily="34" charset="-122"/>
                <a:cs typeface="Segoe UI" pitchFamily="34" charset="-120"/>
              </a:rPr>
              <a:t>This Girl Can shows real women sweating and red-faced, for women who feel judged when they exercise.</a:t>
            </a:r>
            <a:endParaRPr lang="en-US" sz="1200" dirty="0"/>
          </a:p>
        </p:txBody>
      </p:sp>
      <p:sp>
        <p:nvSpPr>
          <p:cNvPr id="9" name="Shape 7"/>
          <p:cNvSpPr/>
          <p:nvPr/>
        </p:nvSpPr>
        <p:spPr>
          <a:xfrm>
            <a:off x="7452360" y="1600200"/>
            <a:ext cx="4190695" cy="4572000"/>
          </a:xfrm>
          <a:prstGeom prst="rect">
            <a:avLst/>
          </a:prstGeom>
          <a:solidFill>
            <a:srgbClr val="E8E1D4"/>
          </a:solidFill>
          <a:ln w="15875">
            <a:solidFill>
              <a:srgbClr val="A8A296"/>
            </a:solidFill>
            <a:prstDash val="dash"/>
          </a:ln>
        </p:spPr>
      </p:sp>
      <p:sp>
        <p:nvSpPr>
          <p:cNvPr id="10" name="Text 8"/>
          <p:cNvSpPr txBox="1"/>
          <p:nvPr/>
        </p:nvSpPr>
        <p:spPr>
          <a:xfrm>
            <a:off x="7635240" y="1600200"/>
            <a:ext cx="3824935" cy="4572000"/>
          </a:xfrm>
          <a:prstGeom prst="rect">
            <a:avLst/>
          </a:prstGeom>
          <a:noFill/>
          <a:ln/>
        </p:spPr>
        <p:txBody>
          <a:bodyPr wrap="square" lIns="0" tIns="0" rIns="0" bIns="0" rtlCol="0" anchor="ctr"/>
          <a:lstStyle/>
          <a:p>
            <a:pPr algn="ctr" indent="0" marL="0">
              <a:buNone/>
            </a:pPr>
            <a:r>
              <a:rPr lang="en-US" sz="1200" b="1" spc="300" kern="0" dirty="0">
                <a:solidFill>
                  <a:srgbClr val="C8321A"/>
                </a:solidFill>
                <a:latin typeface="Segoe UI" pitchFamily="34" charset="0"/>
                <a:ea typeface="Segoe UI" pitchFamily="34" charset="-122"/>
                <a:cs typeface="Segoe UI" pitchFamily="34" charset="-120"/>
              </a:rPr>
              <a:t>IMAGE
</a:t>
            </a:r>
            <a:pPr algn="ctr" indent="0" marL="0">
              <a:buNone/>
            </a:pPr>
            <a:r>
              <a:rPr lang="en-US" sz="1600" dirty="0">
                <a:solidFill>
                  <a:srgbClr val="5F5A52"/>
                </a:solidFill>
                <a:latin typeface="Segoe UI" pitchFamily="34" charset="0"/>
                <a:ea typeface="Segoe UI" pitchFamily="34" charset="-122"/>
                <a:cs typeface="Segoe UI" pitchFamily="34" charset="-120"/>
              </a:rPr>
              <a:t>This Girl Can campaign still</a:t>
            </a:r>
            <a:endParaRPr lang="en-US" sz="1200" dirty="0"/>
          </a:p>
        </p:txBody>
      </p:sp>
      <p:pic>
        <p:nvPicPr>
          <p:cNvPr id="11" name="Image 0" descr="New information">    </p:cNvPr>
          <p:cNvPicPr>
            <a:picLocks noChangeAspect="1"/>
          </p:cNvPicPr>
          <p:nvPr/>
        </p:nvPicPr>
        <p:blipFill>
          <a:blip r:embed="rId1"/>
          <a:stretch>
            <a:fillRect/>
          </a:stretch>
        </p:blipFill>
        <p:spPr>
          <a:xfrm>
            <a:off x="10972800" y="621792"/>
            <a:ext cx="685800" cy="685800"/>
          </a:xfrm>
          <a:prstGeom prst="rect">
            <a:avLst/>
          </a:prstGeom>
        </p:spPr>
      </p:pic>
      <p:sp>
        <p:nvSpPr>
          <p:cNvPr id="13" name="Text 9"/>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b="1" i="1" dirty="0">
                <a:solidFill>
                  <a:srgbClr val="C8321A"/>
                </a:solidFill>
                <a:latin typeface="Segoe UI" pitchFamily="34" charset="0"/>
                <a:ea typeface="Segoe UI" pitchFamily="34" charset="-122"/>
                <a:cs typeface="Segoe UI" pitchFamily="34" charset="-120"/>
              </a:rPr>
              <a:t>TEMPLATE  ·  keyTerm</a:t>
            </a:r>
            <a:endParaRPr lang="en-US" sz="1200" dirty="0"/>
          </a:p>
        </p:txBody>
      </p:sp>
      <p:sp>
        <p:nvSpPr>
          <p:cNvPr id="14" name="Text 3"/>
          <p:cNvSpPr/>
          <p:nvPr>
            <p:ph idx="103" type="title" hasCustomPrompt="1"/>
          </p:nvPr>
        </p:nvSpPr>
        <p:spPr>
          <a:xfrm>
            <a:off x="548640" y="566928"/>
            <a:ext cx="9966960" cy="914400"/>
          </a:xfrm>
          <a:prstGeom prst="rect">
            <a:avLst/>
          </a:prstGeom>
          <a:noFill/>
          <a:ln/>
        </p:spPr>
        <p:txBody>
          <a:bodyPr wrap="square" lIns="0" tIns="0" rIns="0" bIns="0" rtlCol="0" anchor="ctr"/>
          <a:lstStyle/>
          <a:p>
            <a:pPr algn="l" indent="0" marL="0">
              <a:buNone/>
            </a:pPr>
            <a:endParaRPr lang="en-US" sz="4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F5A52"/>
                </a:solidFill>
                <a:latin typeface="Segoe UI"/>
                <a:ea typeface="Segoe UI"/>
                <a:cs typeface="Segoe UI"/>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9966960" cy="914400"/>
          </a:xfrm>
          <a:prstGeom prst="rect">
            <a:avLst/>
          </a:prstGeom>
          <a:noFill/>
          <a:ln/>
        </p:spPr>
        <p:txBody>
          <a:bodyPr wrap="square" lIns="0" tIns="0" rIns="0" bIns="0" rtlCol="0" anchor="ctr"/>
          <a:lstStyle/>
          <a:p>
            <a:pPr algn="l" indent="0" marL="0">
              <a:buNone/>
            </a:pPr>
            <a:r>
              <a:rPr lang="en-US" sz="4400" dirty="0">
                <a:solidFill>
                  <a:srgbClr val="16161A"/>
                </a:solidFill>
                <a:latin typeface="Bahnschrift SemiBold Condensed" pitchFamily="34" charset="0"/>
                <a:ea typeface="Bahnschrift SemiBold Condensed" pitchFamily="34" charset="-122"/>
                <a:cs typeface="Bahnschrift SemiBold Condensed" pitchFamily="34" charset="-120"/>
              </a:rPr>
              <a:t>Read the brief</a:t>
            </a:r>
            <a:endParaRPr lang="en-US" sz="4400" dirty="0"/>
          </a:p>
        </p:txBody>
      </p:sp>
      <p:sp>
        <p:nvSpPr>
          <p:cNvPr id="3" name="Shape 1"/>
          <p:cNvSpPr/>
          <p:nvPr/>
        </p:nvSpPr>
        <p:spPr>
          <a:xfrm>
            <a:off x="548640" y="1645920"/>
            <a:ext cx="6675120" cy="4526280"/>
          </a:xfrm>
          <a:prstGeom prst="rect">
            <a:avLst/>
          </a:prstGeom>
          <a:solidFill>
            <a:srgbClr val="FFFFFF"/>
          </a:solidFill>
          <a:ln w="19050">
            <a:solidFill>
              <a:srgbClr val="16161A"/>
            </a:solidFill>
            <a:prstDash val="solid"/>
          </a:ln>
        </p:spPr>
      </p:sp>
      <p:sp>
        <p:nvSpPr>
          <p:cNvPr id="4" name="Text 2"/>
          <p:cNvSpPr txBox="1"/>
          <p:nvPr/>
        </p:nvSpPr>
        <p:spPr>
          <a:xfrm>
            <a:off x="868680" y="1874520"/>
            <a:ext cx="6035040" cy="3657600"/>
          </a:xfrm>
          <a:prstGeom prst="rect">
            <a:avLst/>
          </a:prstGeom>
          <a:noFill/>
          <a:ln/>
        </p:spPr>
        <p:txBody>
          <a:bodyPr wrap="square" lIns="0" tIns="0" rIns="0" bIns="0" rtlCol="0" anchor="t"/>
          <a:lstStyle/>
          <a:p>
            <a:pPr indent="0" marL="0">
              <a:buNone/>
            </a:pPr>
            <a:r>
              <a:rPr lang="en-US" sz="2200" dirty="0">
                <a:solidFill>
                  <a:srgbClr val="16161A"/>
                </a:solidFill>
                <a:latin typeface="Georgia" pitchFamily="34" charset="0"/>
                <a:ea typeface="Georgia" pitchFamily="34" charset="-122"/>
                <a:cs typeface="Georgia" pitchFamily="34" charset="-120"/>
              </a:rPr>
              <a:t>The client wants a campaign that encourages teenagers who do not usually take part in sport to try a new activity. The products must feel welcoming and must not suggest that being "sporty" matters.</a:t>
            </a:r>
            <a:endParaRPr lang="en-US" sz="2200" dirty="0"/>
          </a:p>
        </p:txBody>
      </p:sp>
      <p:sp>
        <p:nvSpPr>
          <p:cNvPr id="5" name="Text 3"/>
          <p:cNvSpPr txBox="1"/>
          <p:nvPr/>
        </p:nvSpPr>
        <p:spPr>
          <a:xfrm>
            <a:off x="868680" y="5669280"/>
            <a:ext cx="6035040" cy="320040"/>
          </a:xfrm>
          <a:prstGeom prst="rect">
            <a:avLst/>
          </a:prstGeom>
          <a:noFill/>
          <a:ln/>
        </p:spPr>
        <p:txBody>
          <a:bodyPr wrap="square" lIns="0" tIns="0" rIns="0" bIns="0" rtlCol="0" anchor="t"/>
          <a:lstStyle/>
          <a:p>
            <a:pPr indent="0" marL="0">
              <a:buNone/>
            </a:pPr>
            <a:r>
              <a:rPr lang="en-US" sz="1300" i="1" dirty="0">
                <a:solidFill>
                  <a:srgbClr val="5F5A52"/>
                </a:solidFill>
                <a:latin typeface="Segoe UI" pitchFamily="34" charset="0"/>
                <a:ea typeface="Segoe UI" pitchFamily="34" charset="-122"/>
                <a:cs typeface="Segoe UI" pitchFamily="34" charset="-120"/>
              </a:rPr>
              <a:t>From the assignment brief (sample text)</a:t>
            </a:r>
            <a:endParaRPr lang="en-US" sz="1300" dirty="0"/>
          </a:p>
        </p:txBody>
      </p:sp>
      <p:sp>
        <p:nvSpPr>
          <p:cNvPr id="6" name="Shape 4"/>
          <p:cNvSpPr/>
          <p:nvPr/>
        </p:nvSpPr>
        <p:spPr>
          <a:xfrm>
            <a:off x="7589520" y="1645920"/>
            <a:ext cx="4053535" cy="1005840"/>
          </a:xfrm>
          <a:prstGeom prst="rect">
            <a:avLst/>
          </a:prstGeom>
          <a:solidFill>
            <a:srgbClr val="E8E1D4"/>
          </a:solidFill>
          <a:ln/>
        </p:spPr>
      </p:sp>
      <p:sp>
        <p:nvSpPr>
          <p:cNvPr id="7" name="Text 5"/>
          <p:cNvSpPr txBox="1"/>
          <p:nvPr/>
        </p:nvSpPr>
        <p:spPr>
          <a:xfrm>
            <a:off x="7772400" y="1645920"/>
            <a:ext cx="457200" cy="1005840"/>
          </a:xfrm>
          <a:prstGeom prst="rect">
            <a:avLst/>
          </a:prstGeom>
          <a:noFill/>
          <a:ln/>
        </p:spPr>
        <p:txBody>
          <a:bodyPr wrap="square" lIns="0" tIns="0" rIns="0" bIns="0" rtlCol="0" anchor="ctr"/>
          <a:lstStyle/>
          <a:p>
            <a:pPr indent="0" marL="0">
              <a:buNone/>
            </a:pPr>
            <a:r>
              <a:rPr lang="en-US" sz="3600" dirty="0">
                <a:solidFill>
                  <a:srgbClr val="A8A296"/>
                </a:solidFill>
                <a:latin typeface="Bahnschrift SemiBold Condensed" pitchFamily="34" charset="0"/>
                <a:ea typeface="Bahnschrift SemiBold Condensed" pitchFamily="34" charset="-122"/>
                <a:cs typeface="Bahnschrift SemiBold Condensed" pitchFamily="34" charset="-120"/>
              </a:rPr>
              <a:t>1</a:t>
            </a:r>
            <a:endParaRPr lang="en-US" sz="3600" dirty="0"/>
          </a:p>
        </p:txBody>
      </p:sp>
      <p:sp>
        <p:nvSpPr>
          <p:cNvPr id="8" name="Text 6"/>
          <p:cNvSpPr txBox="1"/>
          <p:nvPr/>
        </p:nvSpPr>
        <p:spPr>
          <a:xfrm>
            <a:off x="8321040" y="1737360"/>
            <a:ext cx="3139135" cy="822960"/>
          </a:xfrm>
          <a:prstGeom prst="rect">
            <a:avLst/>
          </a:prstGeom>
          <a:noFill/>
          <a:ln/>
        </p:spPr>
        <p:txBody>
          <a:bodyPr wrap="square" lIns="0" tIns="0" rIns="0" bIns="0" rtlCol="0" anchor="ctr"/>
          <a:lstStyle/>
          <a:p>
            <a:pPr indent="0" marL="0">
              <a:buNone/>
            </a:pPr>
            <a:r>
              <a:rPr lang="en-US" sz="1500" b="1" spc="200" kern="0" dirty="0">
                <a:solidFill>
                  <a:srgbClr val="5F5A52"/>
                </a:solidFill>
                <a:latin typeface="Segoe UI" pitchFamily="34" charset="0"/>
                <a:ea typeface="Segoe UI" pitchFamily="34" charset="-122"/>
                <a:cs typeface="Segoe UI" pitchFamily="34" charset="-120"/>
              </a:rPr>
              <a:t>READ
</a:t>
            </a:r>
            <a:pPr indent="0" marL="0">
              <a:buNone/>
            </a:pPr>
            <a:r>
              <a:rPr lang="en-US" sz="1800" dirty="0">
                <a:solidFill>
                  <a:srgbClr val="5F5A52"/>
                </a:solidFill>
                <a:latin typeface="Segoe UI" pitchFamily="34" charset="0"/>
                <a:ea typeface="Segoe UI" pitchFamily="34" charset="-122"/>
                <a:cs typeface="Segoe UI" pitchFamily="34" charset="-120"/>
              </a:rPr>
              <a:t>This chunk only</a:t>
            </a:r>
            <a:endParaRPr lang="en-US" sz="1500" dirty="0"/>
          </a:p>
        </p:txBody>
      </p:sp>
      <p:sp>
        <p:nvSpPr>
          <p:cNvPr id="9" name="Shape 7"/>
          <p:cNvSpPr/>
          <p:nvPr/>
        </p:nvSpPr>
        <p:spPr>
          <a:xfrm>
            <a:off x="7589520" y="2788920"/>
            <a:ext cx="4053535" cy="1005840"/>
          </a:xfrm>
          <a:prstGeom prst="rect">
            <a:avLst/>
          </a:prstGeom>
          <a:solidFill>
            <a:srgbClr val="C8321A"/>
          </a:solidFill>
          <a:ln/>
        </p:spPr>
      </p:sp>
      <p:sp>
        <p:nvSpPr>
          <p:cNvPr id="10" name="Text 8"/>
          <p:cNvSpPr txBox="1"/>
          <p:nvPr/>
        </p:nvSpPr>
        <p:spPr>
          <a:xfrm>
            <a:off x="7772400" y="2788920"/>
            <a:ext cx="457200" cy="1005840"/>
          </a:xfrm>
          <a:prstGeom prst="rect">
            <a:avLst/>
          </a:prstGeom>
          <a:noFill/>
          <a:ln/>
        </p:spPr>
        <p:txBody>
          <a:bodyPr wrap="square" lIns="0" tIns="0" rIns="0" bIns="0" rtlCol="0" anchor="ctr"/>
          <a:lstStyle/>
          <a:p>
            <a:pPr indent="0" marL="0">
              <a:buNone/>
            </a:pPr>
            <a:r>
              <a:rPr lang="en-US" sz="3600" dirty="0">
                <a:solidFill>
                  <a:srgbClr val="FFFFFF"/>
                </a:solidFill>
                <a:latin typeface="Bahnschrift SemiBold Condensed" pitchFamily="34" charset="0"/>
                <a:ea typeface="Bahnschrift SemiBold Condensed" pitchFamily="34" charset="-122"/>
                <a:cs typeface="Bahnschrift SemiBold Condensed" pitchFamily="34" charset="-120"/>
              </a:rPr>
              <a:t>2</a:t>
            </a:r>
            <a:endParaRPr lang="en-US" sz="3600" dirty="0"/>
          </a:p>
        </p:txBody>
      </p:sp>
      <p:sp>
        <p:nvSpPr>
          <p:cNvPr id="11" name="Text 9"/>
          <p:cNvSpPr txBox="1"/>
          <p:nvPr/>
        </p:nvSpPr>
        <p:spPr>
          <a:xfrm>
            <a:off x="8321040" y="2880360"/>
            <a:ext cx="3139135" cy="822960"/>
          </a:xfrm>
          <a:prstGeom prst="rect">
            <a:avLst/>
          </a:prstGeom>
          <a:noFill/>
          <a:ln/>
        </p:spPr>
        <p:txBody>
          <a:bodyPr wrap="square" lIns="0" tIns="0" rIns="0" bIns="0" rtlCol="0" anchor="ctr"/>
          <a:lstStyle/>
          <a:p>
            <a:pPr indent="0" marL="0">
              <a:buNone/>
            </a:pPr>
            <a:r>
              <a:rPr lang="en-US" sz="1500" b="1" spc="200" kern="0" dirty="0">
                <a:solidFill>
                  <a:srgbClr val="FFFFFF"/>
                </a:solidFill>
                <a:latin typeface="Segoe UI" pitchFamily="34" charset="0"/>
                <a:ea typeface="Segoe UI" pitchFamily="34" charset="-122"/>
                <a:cs typeface="Segoe UI" pitchFamily="34" charset="-120"/>
              </a:rPr>
              <a:t>JOT
</a:t>
            </a:r>
            <a:pPr indent="0" marL="0">
              <a:buNone/>
            </a:pPr>
            <a:r>
              <a:rPr lang="en-US" sz="1800" dirty="0">
                <a:solidFill>
                  <a:srgbClr val="FFFFFF"/>
                </a:solidFill>
                <a:latin typeface="Segoe UI" pitchFamily="34" charset="0"/>
                <a:ea typeface="Segoe UI" pitchFamily="34" charset="-122"/>
                <a:cs typeface="Segoe UI" pitchFamily="34" charset="-120"/>
              </a:rPr>
              <a:t>Silent, 1 min: who is the audience?</a:t>
            </a:r>
            <a:endParaRPr lang="en-US" sz="1500" dirty="0"/>
          </a:p>
        </p:txBody>
      </p:sp>
      <p:sp>
        <p:nvSpPr>
          <p:cNvPr id="12" name="Shape 10"/>
          <p:cNvSpPr/>
          <p:nvPr/>
        </p:nvSpPr>
        <p:spPr>
          <a:xfrm>
            <a:off x="7589520" y="3931920"/>
            <a:ext cx="4053535" cy="1005840"/>
          </a:xfrm>
          <a:prstGeom prst="rect">
            <a:avLst/>
          </a:prstGeom>
          <a:solidFill>
            <a:srgbClr val="E8E1D4"/>
          </a:solidFill>
          <a:ln/>
        </p:spPr>
      </p:sp>
      <p:sp>
        <p:nvSpPr>
          <p:cNvPr id="13" name="Text 11"/>
          <p:cNvSpPr txBox="1"/>
          <p:nvPr/>
        </p:nvSpPr>
        <p:spPr>
          <a:xfrm>
            <a:off x="7772400" y="3931920"/>
            <a:ext cx="457200" cy="1005840"/>
          </a:xfrm>
          <a:prstGeom prst="rect">
            <a:avLst/>
          </a:prstGeom>
          <a:noFill/>
          <a:ln/>
        </p:spPr>
        <p:txBody>
          <a:bodyPr wrap="square" lIns="0" tIns="0" rIns="0" bIns="0" rtlCol="0" anchor="ctr"/>
          <a:lstStyle/>
          <a:p>
            <a:pPr indent="0" marL="0">
              <a:buNone/>
            </a:pPr>
            <a:r>
              <a:rPr lang="en-US" sz="3600" dirty="0">
                <a:solidFill>
                  <a:srgbClr val="A8A296"/>
                </a:solidFill>
                <a:latin typeface="Bahnschrift SemiBold Condensed" pitchFamily="34" charset="0"/>
                <a:ea typeface="Bahnschrift SemiBold Condensed" pitchFamily="34" charset="-122"/>
                <a:cs typeface="Bahnschrift SemiBold Condensed" pitchFamily="34" charset="-120"/>
              </a:rPr>
              <a:t>3</a:t>
            </a:r>
            <a:endParaRPr lang="en-US" sz="3600" dirty="0"/>
          </a:p>
        </p:txBody>
      </p:sp>
      <p:sp>
        <p:nvSpPr>
          <p:cNvPr id="14" name="Text 12"/>
          <p:cNvSpPr txBox="1"/>
          <p:nvPr/>
        </p:nvSpPr>
        <p:spPr>
          <a:xfrm>
            <a:off x="8321040" y="4023360"/>
            <a:ext cx="3139135" cy="822960"/>
          </a:xfrm>
          <a:prstGeom prst="rect">
            <a:avLst/>
          </a:prstGeom>
          <a:noFill/>
          <a:ln/>
        </p:spPr>
        <p:txBody>
          <a:bodyPr wrap="square" lIns="0" tIns="0" rIns="0" bIns="0" rtlCol="0" anchor="ctr"/>
          <a:lstStyle/>
          <a:p>
            <a:pPr indent="0" marL="0">
              <a:buNone/>
            </a:pPr>
            <a:r>
              <a:rPr lang="en-US" sz="1500" b="1" spc="200" kern="0" dirty="0">
                <a:solidFill>
                  <a:srgbClr val="5F5A52"/>
                </a:solidFill>
                <a:latin typeface="Segoe UI" pitchFamily="34" charset="0"/>
                <a:ea typeface="Segoe UI" pitchFamily="34" charset="-122"/>
                <a:cs typeface="Segoe UI" pitchFamily="34" charset="-120"/>
              </a:rPr>
              <a:t>TURN &amp; TALK
</a:t>
            </a:r>
            <a:pPr indent="0" marL="0">
              <a:buNone/>
            </a:pPr>
            <a:r>
              <a:rPr lang="en-US" sz="1800" dirty="0">
                <a:solidFill>
                  <a:srgbClr val="5F5A52"/>
                </a:solidFill>
                <a:latin typeface="Segoe UI" pitchFamily="34" charset="0"/>
                <a:ea typeface="Segoe UI" pitchFamily="34" charset="-122"/>
                <a:cs typeface="Segoe UI" pitchFamily="34" charset="-120"/>
              </a:rPr>
              <a:t>What must the products avoid?</a:t>
            </a:r>
            <a:endParaRPr lang="en-US" sz="1500" dirty="0"/>
          </a:p>
        </p:txBody>
      </p:sp>
      <p:sp>
        <p:nvSpPr>
          <p:cNvPr id="15" name="Shape 13"/>
          <p:cNvSpPr/>
          <p:nvPr/>
        </p:nvSpPr>
        <p:spPr>
          <a:xfrm>
            <a:off x="7589520" y="5074920"/>
            <a:ext cx="4053535" cy="1005840"/>
          </a:xfrm>
          <a:prstGeom prst="rect">
            <a:avLst/>
          </a:prstGeom>
          <a:solidFill>
            <a:srgbClr val="E8E1D4"/>
          </a:solidFill>
          <a:ln/>
        </p:spPr>
      </p:sp>
      <p:sp>
        <p:nvSpPr>
          <p:cNvPr id="16" name="Text 14"/>
          <p:cNvSpPr txBox="1"/>
          <p:nvPr/>
        </p:nvSpPr>
        <p:spPr>
          <a:xfrm>
            <a:off x="7772400" y="5074920"/>
            <a:ext cx="457200" cy="1005840"/>
          </a:xfrm>
          <a:prstGeom prst="rect">
            <a:avLst/>
          </a:prstGeom>
          <a:noFill/>
          <a:ln/>
        </p:spPr>
        <p:txBody>
          <a:bodyPr wrap="square" lIns="0" tIns="0" rIns="0" bIns="0" rtlCol="0" anchor="ctr"/>
          <a:lstStyle/>
          <a:p>
            <a:pPr indent="0" marL="0">
              <a:buNone/>
            </a:pPr>
            <a:r>
              <a:rPr lang="en-US" sz="3600" dirty="0">
                <a:solidFill>
                  <a:srgbClr val="A8A296"/>
                </a:solidFill>
                <a:latin typeface="Bahnschrift SemiBold Condensed" pitchFamily="34" charset="0"/>
                <a:ea typeface="Bahnschrift SemiBold Condensed" pitchFamily="34" charset="-122"/>
                <a:cs typeface="Bahnschrift SemiBold Condensed" pitchFamily="34" charset="-120"/>
              </a:rPr>
              <a:t>4</a:t>
            </a:r>
            <a:endParaRPr lang="en-US" sz="3600" dirty="0"/>
          </a:p>
        </p:txBody>
      </p:sp>
      <p:sp>
        <p:nvSpPr>
          <p:cNvPr id="17" name="Text 15"/>
          <p:cNvSpPr txBox="1"/>
          <p:nvPr/>
        </p:nvSpPr>
        <p:spPr>
          <a:xfrm>
            <a:off x="8321040" y="5166360"/>
            <a:ext cx="3139135" cy="822960"/>
          </a:xfrm>
          <a:prstGeom prst="rect">
            <a:avLst/>
          </a:prstGeom>
          <a:noFill/>
          <a:ln/>
        </p:spPr>
        <p:txBody>
          <a:bodyPr wrap="square" lIns="0" tIns="0" rIns="0" bIns="0" rtlCol="0" anchor="ctr"/>
          <a:lstStyle/>
          <a:p>
            <a:pPr indent="0" marL="0">
              <a:buNone/>
            </a:pPr>
            <a:r>
              <a:rPr lang="en-US" sz="1500" b="1" spc="200" kern="0" dirty="0">
                <a:solidFill>
                  <a:srgbClr val="5F5A52"/>
                </a:solidFill>
                <a:latin typeface="Segoe UI" pitchFamily="34" charset="0"/>
                <a:ea typeface="Segoe UI" pitchFamily="34" charset="-122"/>
                <a:cs typeface="Segoe UI" pitchFamily="34" charset="-120"/>
              </a:rPr>
              <a:t>SHARE
</a:t>
            </a:r>
            <a:pPr indent="0" marL="0">
              <a:buNone/>
            </a:pPr>
            <a:r>
              <a:rPr lang="en-US" sz="1800" dirty="0">
                <a:solidFill>
                  <a:srgbClr val="5F5A52"/>
                </a:solidFill>
                <a:latin typeface="Segoe UI" pitchFamily="34" charset="0"/>
                <a:ea typeface="Segoe UI" pitchFamily="34" charset="-122"/>
                <a:cs typeface="Segoe UI" pitchFamily="34" charset="-120"/>
              </a:rPr>
              <a:t>Open Q&amp;A</a:t>
            </a:r>
            <a:endParaRPr lang="en-US" sz="1500" dirty="0"/>
          </a:p>
        </p:txBody>
      </p:sp>
      <p:pic>
        <p:nvPicPr>
          <p:cNvPr id="18" name="Image 0" descr="Deliberate practice">    </p:cNvPr>
          <p:cNvPicPr>
            <a:picLocks noChangeAspect="1"/>
          </p:cNvPicPr>
          <p:nvPr/>
        </p:nvPicPr>
        <p:blipFill>
          <a:blip r:embed="rId1"/>
          <a:stretch>
            <a:fillRect/>
          </a:stretch>
        </p:blipFill>
        <p:spPr>
          <a:xfrm>
            <a:off x="10972800" y="621792"/>
            <a:ext cx="685800" cy="685800"/>
          </a:xfrm>
          <a:prstGeom prst="rect">
            <a:avLst/>
          </a:prstGeom>
        </p:spPr>
      </p:pic>
      <p:sp>
        <p:nvSpPr>
          <p:cNvPr id="20" name="Text 16"/>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b="1" i="1" dirty="0">
                <a:solidFill>
                  <a:srgbClr val="C8321A"/>
                </a:solidFill>
                <a:latin typeface="Segoe UI" pitchFamily="34" charset="0"/>
                <a:ea typeface="Segoe UI" pitchFamily="34" charset="-122"/>
                <a:cs typeface="Segoe UI" pitchFamily="34" charset="-120"/>
              </a:rPr>
              <a:t>TEMPLATE  ·  readingScaffold</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F5A52"/>
                </a:solidFill>
                <a:latin typeface="Segoe UI"/>
                <a:ea typeface="Segoe UI"/>
                <a:cs typeface="Segoe UI"/>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9966960" cy="914400"/>
          </a:xfrm>
          <a:prstGeom prst="rect">
            <a:avLst/>
          </a:prstGeom>
          <a:noFill/>
          <a:ln/>
        </p:spPr>
        <p:txBody>
          <a:bodyPr wrap="square" lIns="0" tIns="0" rIns="0" bIns="0" rtlCol="0" anchor="ctr"/>
          <a:lstStyle/>
          <a:p>
            <a:pPr algn="l" indent="0" marL="0">
              <a:buNone/>
            </a:pPr>
            <a:r>
              <a:rPr lang="en-US" sz="4400" dirty="0">
                <a:solidFill>
                  <a:srgbClr val="F4EFE6"/>
                </a:solidFill>
                <a:latin typeface="Bahnschrift SemiBold Condensed" pitchFamily="34" charset="0"/>
                <a:ea typeface="Bahnschrift SemiBold Condensed" pitchFamily="34" charset="-122"/>
                <a:cs typeface="Bahnschrift SemiBold Condensed" pitchFamily="34" charset="-120"/>
              </a:rPr>
              <a:t>Watch: who is this for?</a:t>
            </a:r>
            <a:endParaRPr lang="en-US" sz="4400" dirty="0"/>
          </a:p>
        </p:txBody>
      </p:sp>
      <p:sp>
        <p:nvSpPr>
          <p:cNvPr id="3" name="Shape 1"/>
          <p:cNvSpPr/>
          <p:nvPr/>
        </p:nvSpPr>
        <p:spPr>
          <a:xfrm>
            <a:off x="548640" y="1645920"/>
            <a:ext cx="6583680" cy="4114800"/>
          </a:xfrm>
          <a:prstGeom prst="rect">
            <a:avLst/>
          </a:prstGeom>
          <a:solidFill>
            <a:srgbClr val="000000"/>
          </a:solidFill>
          <a:ln/>
        </p:spPr>
      </p:sp>
      <p:sp>
        <p:nvSpPr>
          <p:cNvPr id="4" name="Shape 2"/>
          <p:cNvSpPr/>
          <p:nvPr/>
        </p:nvSpPr>
        <p:spPr>
          <a:xfrm>
            <a:off x="731520" y="1737360"/>
            <a:ext cx="219456" cy="182880"/>
          </a:xfrm>
          <a:prstGeom prst="rect">
            <a:avLst/>
          </a:prstGeom>
          <a:solidFill>
            <a:srgbClr val="26262C"/>
          </a:solidFill>
          <a:ln/>
        </p:spPr>
      </p:sp>
      <p:sp>
        <p:nvSpPr>
          <p:cNvPr id="5" name="Shape 3"/>
          <p:cNvSpPr/>
          <p:nvPr/>
        </p:nvSpPr>
        <p:spPr>
          <a:xfrm>
            <a:off x="731520" y="5486400"/>
            <a:ext cx="219456" cy="182880"/>
          </a:xfrm>
          <a:prstGeom prst="rect">
            <a:avLst/>
          </a:prstGeom>
          <a:solidFill>
            <a:srgbClr val="26262C"/>
          </a:solidFill>
          <a:ln/>
        </p:spPr>
      </p:sp>
      <p:sp>
        <p:nvSpPr>
          <p:cNvPr id="6" name="Shape 4"/>
          <p:cNvSpPr/>
          <p:nvPr/>
        </p:nvSpPr>
        <p:spPr>
          <a:xfrm>
            <a:off x="1124712" y="1737360"/>
            <a:ext cx="219456" cy="182880"/>
          </a:xfrm>
          <a:prstGeom prst="rect">
            <a:avLst/>
          </a:prstGeom>
          <a:solidFill>
            <a:srgbClr val="26262C"/>
          </a:solidFill>
          <a:ln/>
        </p:spPr>
      </p:sp>
      <p:sp>
        <p:nvSpPr>
          <p:cNvPr id="7" name="Shape 5"/>
          <p:cNvSpPr/>
          <p:nvPr/>
        </p:nvSpPr>
        <p:spPr>
          <a:xfrm>
            <a:off x="1124712" y="5486400"/>
            <a:ext cx="219456" cy="182880"/>
          </a:xfrm>
          <a:prstGeom prst="rect">
            <a:avLst/>
          </a:prstGeom>
          <a:solidFill>
            <a:srgbClr val="26262C"/>
          </a:solidFill>
          <a:ln/>
        </p:spPr>
      </p:sp>
      <p:sp>
        <p:nvSpPr>
          <p:cNvPr id="8" name="Shape 6"/>
          <p:cNvSpPr/>
          <p:nvPr/>
        </p:nvSpPr>
        <p:spPr>
          <a:xfrm>
            <a:off x="1517904" y="1737360"/>
            <a:ext cx="219456" cy="182880"/>
          </a:xfrm>
          <a:prstGeom prst="rect">
            <a:avLst/>
          </a:prstGeom>
          <a:solidFill>
            <a:srgbClr val="26262C"/>
          </a:solidFill>
          <a:ln/>
        </p:spPr>
      </p:sp>
      <p:sp>
        <p:nvSpPr>
          <p:cNvPr id="9" name="Shape 7"/>
          <p:cNvSpPr/>
          <p:nvPr/>
        </p:nvSpPr>
        <p:spPr>
          <a:xfrm>
            <a:off x="1517904" y="5486400"/>
            <a:ext cx="219456" cy="182880"/>
          </a:xfrm>
          <a:prstGeom prst="rect">
            <a:avLst/>
          </a:prstGeom>
          <a:solidFill>
            <a:srgbClr val="26262C"/>
          </a:solidFill>
          <a:ln/>
        </p:spPr>
      </p:sp>
      <p:sp>
        <p:nvSpPr>
          <p:cNvPr id="10" name="Shape 8"/>
          <p:cNvSpPr/>
          <p:nvPr/>
        </p:nvSpPr>
        <p:spPr>
          <a:xfrm>
            <a:off x="1911096" y="1737360"/>
            <a:ext cx="219456" cy="182880"/>
          </a:xfrm>
          <a:prstGeom prst="rect">
            <a:avLst/>
          </a:prstGeom>
          <a:solidFill>
            <a:srgbClr val="26262C"/>
          </a:solidFill>
          <a:ln/>
        </p:spPr>
      </p:sp>
      <p:sp>
        <p:nvSpPr>
          <p:cNvPr id="11" name="Shape 9"/>
          <p:cNvSpPr/>
          <p:nvPr/>
        </p:nvSpPr>
        <p:spPr>
          <a:xfrm>
            <a:off x="1911096" y="5486400"/>
            <a:ext cx="219456" cy="182880"/>
          </a:xfrm>
          <a:prstGeom prst="rect">
            <a:avLst/>
          </a:prstGeom>
          <a:solidFill>
            <a:srgbClr val="26262C"/>
          </a:solidFill>
          <a:ln/>
        </p:spPr>
      </p:sp>
      <p:sp>
        <p:nvSpPr>
          <p:cNvPr id="12" name="Shape 10"/>
          <p:cNvSpPr/>
          <p:nvPr/>
        </p:nvSpPr>
        <p:spPr>
          <a:xfrm>
            <a:off x="2304288" y="1737360"/>
            <a:ext cx="219456" cy="182880"/>
          </a:xfrm>
          <a:prstGeom prst="rect">
            <a:avLst/>
          </a:prstGeom>
          <a:solidFill>
            <a:srgbClr val="26262C"/>
          </a:solidFill>
          <a:ln/>
        </p:spPr>
      </p:sp>
      <p:sp>
        <p:nvSpPr>
          <p:cNvPr id="13" name="Shape 11"/>
          <p:cNvSpPr/>
          <p:nvPr/>
        </p:nvSpPr>
        <p:spPr>
          <a:xfrm>
            <a:off x="2304288" y="5486400"/>
            <a:ext cx="219456" cy="182880"/>
          </a:xfrm>
          <a:prstGeom prst="rect">
            <a:avLst/>
          </a:prstGeom>
          <a:solidFill>
            <a:srgbClr val="26262C"/>
          </a:solidFill>
          <a:ln/>
        </p:spPr>
      </p:sp>
      <p:sp>
        <p:nvSpPr>
          <p:cNvPr id="14" name="Shape 12"/>
          <p:cNvSpPr/>
          <p:nvPr/>
        </p:nvSpPr>
        <p:spPr>
          <a:xfrm>
            <a:off x="2697480" y="1737360"/>
            <a:ext cx="219456" cy="182880"/>
          </a:xfrm>
          <a:prstGeom prst="rect">
            <a:avLst/>
          </a:prstGeom>
          <a:solidFill>
            <a:srgbClr val="26262C"/>
          </a:solidFill>
          <a:ln/>
        </p:spPr>
      </p:sp>
      <p:sp>
        <p:nvSpPr>
          <p:cNvPr id="15" name="Shape 13"/>
          <p:cNvSpPr/>
          <p:nvPr/>
        </p:nvSpPr>
        <p:spPr>
          <a:xfrm>
            <a:off x="2697480" y="5486400"/>
            <a:ext cx="219456" cy="182880"/>
          </a:xfrm>
          <a:prstGeom prst="rect">
            <a:avLst/>
          </a:prstGeom>
          <a:solidFill>
            <a:srgbClr val="26262C"/>
          </a:solidFill>
          <a:ln/>
        </p:spPr>
      </p:sp>
      <p:sp>
        <p:nvSpPr>
          <p:cNvPr id="16" name="Shape 14"/>
          <p:cNvSpPr/>
          <p:nvPr/>
        </p:nvSpPr>
        <p:spPr>
          <a:xfrm>
            <a:off x="3090672" y="1737360"/>
            <a:ext cx="219456" cy="182880"/>
          </a:xfrm>
          <a:prstGeom prst="rect">
            <a:avLst/>
          </a:prstGeom>
          <a:solidFill>
            <a:srgbClr val="26262C"/>
          </a:solidFill>
          <a:ln/>
        </p:spPr>
      </p:sp>
      <p:sp>
        <p:nvSpPr>
          <p:cNvPr id="17" name="Shape 15"/>
          <p:cNvSpPr/>
          <p:nvPr/>
        </p:nvSpPr>
        <p:spPr>
          <a:xfrm>
            <a:off x="3090672" y="5486400"/>
            <a:ext cx="219456" cy="182880"/>
          </a:xfrm>
          <a:prstGeom prst="rect">
            <a:avLst/>
          </a:prstGeom>
          <a:solidFill>
            <a:srgbClr val="26262C"/>
          </a:solidFill>
          <a:ln/>
        </p:spPr>
      </p:sp>
      <p:sp>
        <p:nvSpPr>
          <p:cNvPr id="18" name="Shape 16"/>
          <p:cNvSpPr/>
          <p:nvPr/>
        </p:nvSpPr>
        <p:spPr>
          <a:xfrm>
            <a:off x="3483864" y="1737360"/>
            <a:ext cx="219456" cy="182880"/>
          </a:xfrm>
          <a:prstGeom prst="rect">
            <a:avLst/>
          </a:prstGeom>
          <a:solidFill>
            <a:srgbClr val="26262C"/>
          </a:solidFill>
          <a:ln/>
        </p:spPr>
      </p:sp>
      <p:sp>
        <p:nvSpPr>
          <p:cNvPr id="19" name="Shape 17"/>
          <p:cNvSpPr/>
          <p:nvPr/>
        </p:nvSpPr>
        <p:spPr>
          <a:xfrm>
            <a:off x="3483864" y="5486400"/>
            <a:ext cx="219456" cy="182880"/>
          </a:xfrm>
          <a:prstGeom prst="rect">
            <a:avLst/>
          </a:prstGeom>
          <a:solidFill>
            <a:srgbClr val="26262C"/>
          </a:solidFill>
          <a:ln/>
        </p:spPr>
      </p:sp>
      <p:sp>
        <p:nvSpPr>
          <p:cNvPr id="20" name="Shape 18"/>
          <p:cNvSpPr/>
          <p:nvPr/>
        </p:nvSpPr>
        <p:spPr>
          <a:xfrm>
            <a:off x="3877056" y="1737360"/>
            <a:ext cx="219456" cy="182880"/>
          </a:xfrm>
          <a:prstGeom prst="rect">
            <a:avLst/>
          </a:prstGeom>
          <a:solidFill>
            <a:srgbClr val="26262C"/>
          </a:solidFill>
          <a:ln/>
        </p:spPr>
      </p:sp>
      <p:sp>
        <p:nvSpPr>
          <p:cNvPr id="21" name="Shape 19"/>
          <p:cNvSpPr/>
          <p:nvPr/>
        </p:nvSpPr>
        <p:spPr>
          <a:xfrm>
            <a:off x="3877056" y="5486400"/>
            <a:ext cx="219456" cy="182880"/>
          </a:xfrm>
          <a:prstGeom prst="rect">
            <a:avLst/>
          </a:prstGeom>
          <a:solidFill>
            <a:srgbClr val="26262C"/>
          </a:solidFill>
          <a:ln/>
        </p:spPr>
      </p:sp>
      <p:sp>
        <p:nvSpPr>
          <p:cNvPr id="22" name="Shape 20"/>
          <p:cNvSpPr/>
          <p:nvPr/>
        </p:nvSpPr>
        <p:spPr>
          <a:xfrm>
            <a:off x="4270248" y="1737360"/>
            <a:ext cx="219456" cy="182880"/>
          </a:xfrm>
          <a:prstGeom prst="rect">
            <a:avLst/>
          </a:prstGeom>
          <a:solidFill>
            <a:srgbClr val="26262C"/>
          </a:solidFill>
          <a:ln/>
        </p:spPr>
      </p:sp>
      <p:sp>
        <p:nvSpPr>
          <p:cNvPr id="23" name="Shape 21"/>
          <p:cNvSpPr/>
          <p:nvPr/>
        </p:nvSpPr>
        <p:spPr>
          <a:xfrm>
            <a:off x="4270248" y="5486400"/>
            <a:ext cx="219456" cy="182880"/>
          </a:xfrm>
          <a:prstGeom prst="rect">
            <a:avLst/>
          </a:prstGeom>
          <a:solidFill>
            <a:srgbClr val="26262C"/>
          </a:solidFill>
          <a:ln/>
        </p:spPr>
      </p:sp>
      <p:sp>
        <p:nvSpPr>
          <p:cNvPr id="24" name="Shape 22"/>
          <p:cNvSpPr/>
          <p:nvPr/>
        </p:nvSpPr>
        <p:spPr>
          <a:xfrm>
            <a:off x="4663440" y="1737360"/>
            <a:ext cx="219456" cy="182880"/>
          </a:xfrm>
          <a:prstGeom prst="rect">
            <a:avLst/>
          </a:prstGeom>
          <a:solidFill>
            <a:srgbClr val="26262C"/>
          </a:solidFill>
          <a:ln/>
        </p:spPr>
      </p:sp>
      <p:sp>
        <p:nvSpPr>
          <p:cNvPr id="25" name="Shape 23"/>
          <p:cNvSpPr/>
          <p:nvPr/>
        </p:nvSpPr>
        <p:spPr>
          <a:xfrm>
            <a:off x="4663440" y="5486400"/>
            <a:ext cx="219456" cy="182880"/>
          </a:xfrm>
          <a:prstGeom prst="rect">
            <a:avLst/>
          </a:prstGeom>
          <a:solidFill>
            <a:srgbClr val="26262C"/>
          </a:solidFill>
          <a:ln/>
        </p:spPr>
      </p:sp>
      <p:sp>
        <p:nvSpPr>
          <p:cNvPr id="26" name="Shape 24"/>
          <p:cNvSpPr/>
          <p:nvPr/>
        </p:nvSpPr>
        <p:spPr>
          <a:xfrm>
            <a:off x="5056632" y="1737360"/>
            <a:ext cx="219456" cy="182880"/>
          </a:xfrm>
          <a:prstGeom prst="rect">
            <a:avLst/>
          </a:prstGeom>
          <a:solidFill>
            <a:srgbClr val="26262C"/>
          </a:solidFill>
          <a:ln/>
        </p:spPr>
      </p:sp>
      <p:sp>
        <p:nvSpPr>
          <p:cNvPr id="27" name="Shape 25"/>
          <p:cNvSpPr/>
          <p:nvPr/>
        </p:nvSpPr>
        <p:spPr>
          <a:xfrm>
            <a:off x="5056632" y="5486400"/>
            <a:ext cx="219456" cy="182880"/>
          </a:xfrm>
          <a:prstGeom prst="rect">
            <a:avLst/>
          </a:prstGeom>
          <a:solidFill>
            <a:srgbClr val="26262C"/>
          </a:solidFill>
          <a:ln/>
        </p:spPr>
      </p:sp>
      <p:sp>
        <p:nvSpPr>
          <p:cNvPr id="28" name="Shape 26"/>
          <p:cNvSpPr/>
          <p:nvPr/>
        </p:nvSpPr>
        <p:spPr>
          <a:xfrm>
            <a:off x="5449824" y="1737360"/>
            <a:ext cx="219456" cy="182880"/>
          </a:xfrm>
          <a:prstGeom prst="rect">
            <a:avLst/>
          </a:prstGeom>
          <a:solidFill>
            <a:srgbClr val="26262C"/>
          </a:solidFill>
          <a:ln/>
        </p:spPr>
      </p:sp>
      <p:sp>
        <p:nvSpPr>
          <p:cNvPr id="29" name="Shape 27"/>
          <p:cNvSpPr/>
          <p:nvPr/>
        </p:nvSpPr>
        <p:spPr>
          <a:xfrm>
            <a:off x="5449824" y="5486400"/>
            <a:ext cx="219456" cy="182880"/>
          </a:xfrm>
          <a:prstGeom prst="rect">
            <a:avLst/>
          </a:prstGeom>
          <a:solidFill>
            <a:srgbClr val="26262C"/>
          </a:solidFill>
          <a:ln/>
        </p:spPr>
      </p:sp>
      <p:sp>
        <p:nvSpPr>
          <p:cNvPr id="30" name="Shape 28"/>
          <p:cNvSpPr/>
          <p:nvPr/>
        </p:nvSpPr>
        <p:spPr>
          <a:xfrm>
            <a:off x="5843016" y="1737360"/>
            <a:ext cx="219456" cy="182880"/>
          </a:xfrm>
          <a:prstGeom prst="rect">
            <a:avLst/>
          </a:prstGeom>
          <a:solidFill>
            <a:srgbClr val="26262C"/>
          </a:solidFill>
          <a:ln/>
        </p:spPr>
      </p:sp>
      <p:sp>
        <p:nvSpPr>
          <p:cNvPr id="31" name="Shape 29"/>
          <p:cNvSpPr/>
          <p:nvPr/>
        </p:nvSpPr>
        <p:spPr>
          <a:xfrm>
            <a:off x="5843016" y="5486400"/>
            <a:ext cx="219456" cy="182880"/>
          </a:xfrm>
          <a:prstGeom prst="rect">
            <a:avLst/>
          </a:prstGeom>
          <a:solidFill>
            <a:srgbClr val="26262C"/>
          </a:solidFill>
          <a:ln/>
        </p:spPr>
      </p:sp>
      <p:sp>
        <p:nvSpPr>
          <p:cNvPr id="32" name="Shape 30"/>
          <p:cNvSpPr/>
          <p:nvPr/>
        </p:nvSpPr>
        <p:spPr>
          <a:xfrm>
            <a:off x="6236208" y="1737360"/>
            <a:ext cx="219456" cy="182880"/>
          </a:xfrm>
          <a:prstGeom prst="rect">
            <a:avLst/>
          </a:prstGeom>
          <a:solidFill>
            <a:srgbClr val="26262C"/>
          </a:solidFill>
          <a:ln/>
        </p:spPr>
      </p:sp>
      <p:sp>
        <p:nvSpPr>
          <p:cNvPr id="33" name="Shape 31"/>
          <p:cNvSpPr/>
          <p:nvPr/>
        </p:nvSpPr>
        <p:spPr>
          <a:xfrm>
            <a:off x="6236208" y="5486400"/>
            <a:ext cx="219456" cy="182880"/>
          </a:xfrm>
          <a:prstGeom prst="rect">
            <a:avLst/>
          </a:prstGeom>
          <a:solidFill>
            <a:srgbClr val="26262C"/>
          </a:solidFill>
          <a:ln/>
        </p:spPr>
      </p:sp>
      <p:sp>
        <p:nvSpPr>
          <p:cNvPr id="34" name="Shape 32"/>
          <p:cNvSpPr/>
          <p:nvPr/>
        </p:nvSpPr>
        <p:spPr>
          <a:xfrm>
            <a:off x="6629400" y="1737360"/>
            <a:ext cx="219456" cy="182880"/>
          </a:xfrm>
          <a:prstGeom prst="rect">
            <a:avLst/>
          </a:prstGeom>
          <a:solidFill>
            <a:srgbClr val="26262C"/>
          </a:solidFill>
          <a:ln/>
        </p:spPr>
      </p:sp>
      <p:sp>
        <p:nvSpPr>
          <p:cNvPr id="35" name="Shape 33"/>
          <p:cNvSpPr/>
          <p:nvPr/>
        </p:nvSpPr>
        <p:spPr>
          <a:xfrm>
            <a:off x="6629400" y="5486400"/>
            <a:ext cx="219456" cy="182880"/>
          </a:xfrm>
          <a:prstGeom prst="rect">
            <a:avLst/>
          </a:prstGeom>
          <a:solidFill>
            <a:srgbClr val="26262C"/>
          </a:solidFill>
          <a:ln/>
        </p:spPr>
      </p:sp>
      <p:sp>
        <p:nvSpPr>
          <p:cNvPr id="36" name="Shape 34"/>
          <p:cNvSpPr/>
          <p:nvPr/>
        </p:nvSpPr>
        <p:spPr>
          <a:xfrm>
            <a:off x="731520" y="2057400"/>
            <a:ext cx="6217920" cy="3291840"/>
          </a:xfrm>
          <a:prstGeom prst="rect">
            <a:avLst/>
          </a:prstGeom>
          <a:solidFill>
            <a:srgbClr val="26262C"/>
          </a:solidFill>
          <a:ln w="15875">
            <a:solidFill>
              <a:srgbClr val="3A3A42"/>
            </a:solidFill>
            <a:prstDash val="dash"/>
          </a:ln>
        </p:spPr>
      </p:sp>
      <p:sp>
        <p:nvSpPr>
          <p:cNvPr id="37" name="Text 35"/>
          <p:cNvSpPr txBox="1"/>
          <p:nvPr/>
        </p:nvSpPr>
        <p:spPr>
          <a:xfrm>
            <a:off x="914400" y="2057400"/>
            <a:ext cx="5852160" cy="3291840"/>
          </a:xfrm>
          <a:prstGeom prst="rect">
            <a:avLst/>
          </a:prstGeom>
          <a:noFill/>
          <a:ln/>
        </p:spPr>
        <p:txBody>
          <a:bodyPr wrap="square" lIns="0" tIns="0" rIns="0" bIns="0" rtlCol="0" anchor="ctr"/>
          <a:lstStyle/>
          <a:p>
            <a:pPr algn="ctr" indent="0" marL="0">
              <a:buNone/>
            </a:pPr>
            <a:r>
              <a:rPr lang="en-US" sz="1200" b="1" spc="300" kern="0" dirty="0">
                <a:solidFill>
                  <a:srgbClr val="C8321A"/>
                </a:solidFill>
                <a:latin typeface="Segoe UI" pitchFamily="34" charset="0"/>
                <a:ea typeface="Segoe UI" pitchFamily="34" charset="-122"/>
                <a:cs typeface="Segoe UI" pitchFamily="34" charset="-120"/>
              </a:rPr>
              <a:t>IMAGE
</a:t>
            </a:r>
            <a:pPr algn="ctr" indent="0" marL="0">
              <a:buNone/>
            </a:pPr>
            <a:r>
              <a:rPr lang="en-US" sz="1600" dirty="0">
                <a:solidFill>
                  <a:srgbClr val="A8A296"/>
                </a:solidFill>
                <a:latin typeface="Segoe UI" pitchFamily="34" charset="0"/>
                <a:ea typeface="Segoe UI" pitchFamily="34" charset="-122"/>
                <a:cs typeface="Segoe UI" pitchFamily="34" charset="-120"/>
              </a:rPr>
              <a:t>Still from the clip (Drive)</a:t>
            </a:r>
            <a:endParaRPr lang="en-US" sz="1200" dirty="0"/>
          </a:p>
        </p:txBody>
      </p:sp>
      <p:sp>
        <p:nvSpPr>
          <p:cNvPr id="38" name="Shape 36"/>
          <p:cNvSpPr/>
          <p:nvPr/>
        </p:nvSpPr>
        <p:spPr>
          <a:xfrm>
            <a:off x="548640" y="5943600"/>
            <a:ext cx="2651760" cy="292608"/>
          </a:xfrm>
          <a:prstGeom prst="rect">
            <a:avLst/>
          </a:prstGeom>
          <a:solidFill>
            <a:srgbClr val="C8321A"/>
          </a:solidFill>
          <a:ln/>
        </p:spPr>
      </p:sp>
      <p:sp>
        <p:nvSpPr>
          <p:cNvPr id="39" name="Text 37"/>
          <p:cNvSpPr txBox="1"/>
          <p:nvPr/>
        </p:nvSpPr>
        <p:spPr>
          <a:xfrm>
            <a:off x="548640" y="5943600"/>
            <a:ext cx="2651760" cy="29260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Segoe UI" pitchFamily="34" charset="0"/>
                <a:ea typeface="Segoe UI" pitchFamily="34" charset="-122"/>
                <a:cs typeface="Segoe UI" pitchFamily="34" charset="-120"/>
              </a:rPr>
              <a:t>WATCH  0:00 – 0:45</a:t>
            </a:r>
            <a:endParaRPr lang="en-US" sz="1200" dirty="0"/>
          </a:p>
        </p:txBody>
      </p:sp>
      <p:sp>
        <p:nvSpPr>
          <p:cNvPr id="40" name="Text 38"/>
          <p:cNvSpPr txBox="1"/>
          <p:nvPr/>
        </p:nvSpPr>
        <p:spPr>
          <a:xfrm>
            <a:off x="3383280" y="5943600"/>
            <a:ext cx="3749040" cy="292608"/>
          </a:xfrm>
          <a:prstGeom prst="rect">
            <a:avLst/>
          </a:prstGeom>
          <a:noFill/>
          <a:ln/>
        </p:spPr>
        <p:txBody>
          <a:bodyPr wrap="square" lIns="0" tIns="0" rIns="0" bIns="0" rtlCol="0" anchor="ctr"/>
          <a:lstStyle/>
          <a:p>
            <a:pPr indent="0" marL="0">
              <a:buNone/>
            </a:pPr>
            <a:r>
              <a:rPr lang="en-US" sz="1400" dirty="0">
                <a:solidFill>
                  <a:srgbClr val="A8A296"/>
                </a:solidFill>
                <a:latin typeface="Segoe UI" pitchFamily="34" charset="0"/>
                <a:ea typeface="Segoe UI" pitchFamily="34" charset="-122"/>
                <a:cs typeface="Segoe UI" pitchFamily="34" charset="-120"/>
              </a:rPr>
              <a:t>Classroom › Lesson 3 › Clip</a:t>
            </a:r>
            <a:endParaRPr lang="en-US" sz="1400" dirty="0"/>
          </a:p>
        </p:txBody>
      </p:sp>
      <p:sp>
        <p:nvSpPr>
          <p:cNvPr id="41" name="Text 39"/>
          <p:cNvSpPr txBox="1"/>
          <p:nvPr/>
        </p:nvSpPr>
        <p:spPr>
          <a:xfrm>
            <a:off x="7543800" y="1645920"/>
            <a:ext cx="4099255" cy="274320"/>
          </a:xfrm>
          <a:prstGeom prst="rect">
            <a:avLst/>
          </a:prstGeom>
          <a:noFill/>
          <a:ln/>
        </p:spPr>
        <p:txBody>
          <a:bodyPr wrap="square" lIns="0" tIns="0" rIns="0" bIns="0" rtlCol="0" anchor="t"/>
          <a:lstStyle/>
          <a:p>
            <a:pPr indent="0" marL="0">
              <a:buNone/>
            </a:pPr>
            <a:r>
              <a:rPr lang="en-US" sz="1300" b="1" spc="300" kern="0" dirty="0">
                <a:solidFill>
                  <a:srgbClr val="FF6A4D"/>
                </a:solidFill>
                <a:latin typeface="Segoe UI" pitchFamily="34" charset="0"/>
                <a:ea typeface="Segoe UI" pitchFamily="34" charset="-122"/>
                <a:cs typeface="Segoe UI" pitchFamily="34" charset="-120"/>
              </a:rPr>
              <a:t>THEN ANSWER</a:t>
            </a:r>
            <a:endParaRPr lang="en-US" sz="1300" dirty="0"/>
          </a:p>
        </p:txBody>
      </p:sp>
      <p:sp>
        <p:nvSpPr>
          <p:cNvPr id="42" name="Shape 40"/>
          <p:cNvSpPr/>
          <p:nvPr/>
        </p:nvSpPr>
        <p:spPr>
          <a:xfrm>
            <a:off x="7543800" y="2057400"/>
            <a:ext cx="4099255" cy="0"/>
          </a:xfrm>
          <a:prstGeom prst="line">
            <a:avLst/>
          </a:prstGeom>
          <a:noFill/>
          <a:ln w="15875">
            <a:solidFill>
              <a:srgbClr val="F4EFE6"/>
            </a:solidFill>
            <a:prstDash val="solid"/>
          </a:ln>
        </p:spPr>
      </p:sp>
      <p:sp>
        <p:nvSpPr>
          <p:cNvPr id="43" name="Text 41"/>
          <p:cNvSpPr txBox="1"/>
          <p:nvPr/>
        </p:nvSpPr>
        <p:spPr>
          <a:xfrm>
            <a:off x="7543800" y="2130552"/>
            <a:ext cx="411480" cy="457200"/>
          </a:xfrm>
          <a:prstGeom prst="rect">
            <a:avLst/>
          </a:prstGeom>
          <a:noFill/>
          <a:ln/>
        </p:spPr>
        <p:txBody>
          <a:bodyPr wrap="square" lIns="0" tIns="0" rIns="0" bIns="0" rtlCol="0" anchor="t"/>
          <a:lstStyle/>
          <a:p>
            <a:pPr indent="0" marL="0">
              <a:buNone/>
            </a:pPr>
            <a:r>
              <a:rPr lang="en-US" sz="2800" dirty="0">
                <a:solidFill>
                  <a:srgbClr val="FF6A4D"/>
                </a:solidFill>
                <a:latin typeface="Bahnschrift SemiBold Condensed" pitchFamily="34" charset="0"/>
                <a:ea typeface="Bahnschrift SemiBold Condensed" pitchFamily="34" charset="-122"/>
                <a:cs typeface="Bahnschrift SemiBold Condensed" pitchFamily="34" charset="-120"/>
              </a:rPr>
              <a:t>1</a:t>
            </a:r>
            <a:endParaRPr lang="en-US" sz="2800" dirty="0"/>
          </a:p>
        </p:txBody>
      </p:sp>
      <p:sp>
        <p:nvSpPr>
          <p:cNvPr id="44" name="Text 42"/>
          <p:cNvSpPr txBox="1"/>
          <p:nvPr/>
        </p:nvSpPr>
        <p:spPr>
          <a:xfrm>
            <a:off x="8001000" y="2167128"/>
            <a:ext cx="3642055" cy="1005840"/>
          </a:xfrm>
          <a:prstGeom prst="rect">
            <a:avLst/>
          </a:prstGeom>
          <a:noFill/>
          <a:ln/>
        </p:spPr>
        <p:txBody>
          <a:bodyPr wrap="square" lIns="0" tIns="0" rIns="0" bIns="0" rtlCol="0" anchor="t"/>
          <a:lstStyle/>
          <a:p>
            <a:pPr indent="0" marL="0">
              <a:buNone/>
            </a:pPr>
            <a:r>
              <a:rPr lang="en-US" sz="1900" dirty="0">
                <a:solidFill>
                  <a:srgbClr val="F4EFE6"/>
                </a:solidFill>
                <a:latin typeface="Segoe UI" pitchFamily="34" charset="0"/>
                <a:ea typeface="Segoe UI" pitchFamily="34" charset="-122"/>
                <a:cs typeface="Segoe UI" pitchFamily="34" charset="-120"/>
              </a:rPr>
              <a:t>Who is the primary audience? Give two clues.</a:t>
            </a:r>
            <a:endParaRPr lang="en-US" sz="1900" dirty="0"/>
          </a:p>
        </p:txBody>
      </p:sp>
      <p:sp>
        <p:nvSpPr>
          <p:cNvPr id="45" name="Shape 43"/>
          <p:cNvSpPr/>
          <p:nvPr/>
        </p:nvSpPr>
        <p:spPr>
          <a:xfrm>
            <a:off x="7543800" y="3246120"/>
            <a:ext cx="4099255" cy="0"/>
          </a:xfrm>
          <a:prstGeom prst="line">
            <a:avLst/>
          </a:prstGeom>
          <a:noFill/>
          <a:ln w="15875">
            <a:solidFill>
              <a:srgbClr val="F4EFE6"/>
            </a:solidFill>
            <a:prstDash val="solid"/>
          </a:ln>
        </p:spPr>
      </p:sp>
      <p:sp>
        <p:nvSpPr>
          <p:cNvPr id="46" name="Text 44"/>
          <p:cNvSpPr txBox="1"/>
          <p:nvPr/>
        </p:nvSpPr>
        <p:spPr>
          <a:xfrm>
            <a:off x="7543800" y="3319272"/>
            <a:ext cx="411480" cy="457200"/>
          </a:xfrm>
          <a:prstGeom prst="rect">
            <a:avLst/>
          </a:prstGeom>
          <a:noFill/>
          <a:ln/>
        </p:spPr>
        <p:txBody>
          <a:bodyPr wrap="square" lIns="0" tIns="0" rIns="0" bIns="0" rtlCol="0" anchor="t"/>
          <a:lstStyle/>
          <a:p>
            <a:pPr indent="0" marL="0">
              <a:buNone/>
            </a:pPr>
            <a:r>
              <a:rPr lang="en-US" sz="2800" dirty="0">
                <a:solidFill>
                  <a:srgbClr val="FF6A4D"/>
                </a:solidFill>
                <a:latin typeface="Bahnschrift SemiBold Condensed" pitchFamily="34" charset="0"/>
                <a:ea typeface="Bahnschrift SemiBold Condensed" pitchFamily="34" charset="-122"/>
                <a:cs typeface="Bahnschrift SemiBold Condensed" pitchFamily="34" charset="-120"/>
              </a:rPr>
              <a:t>2</a:t>
            </a:r>
            <a:endParaRPr lang="en-US" sz="2800" dirty="0"/>
          </a:p>
        </p:txBody>
      </p:sp>
      <p:sp>
        <p:nvSpPr>
          <p:cNvPr id="47" name="Text 45"/>
          <p:cNvSpPr txBox="1"/>
          <p:nvPr/>
        </p:nvSpPr>
        <p:spPr>
          <a:xfrm>
            <a:off x="8001000" y="3355848"/>
            <a:ext cx="3642055" cy="1005840"/>
          </a:xfrm>
          <a:prstGeom prst="rect">
            <a:avLst/>
          </a:prstGeom>
          <a:noFill/>
          <a:ln/>
        </p:spPr>
        <p:txBody>
          <a:bodyPr wrap="square" lIns="0" tIns="0" rIns="0" bIns="0" rtlCol="0" anchor="t"/>
          <a:lstStyle/>
          <a:p>
            <a:pPr indent="0" marL="0">
              <a:buNone/>
            </a:pPr>
            <a:r>
              <a:rPr lang="en-US" sz="1900" dirty="0">
                <a:solidFill>
                  <a:srgbClr val="F4EFE6"/>
                </a:solidFill>
                <a:latin typeface="Segoe UI" pitchFamily="34" charset="0"/>
                <a:ea typeface="Segoe UI" pitchFamily="34" charset="-122"/>
                <a:cs typeface="Segoe UI" pitchFamily="34" charset="-120"/>
              </a:rPr>
              <a:t>Which shot shows their lifestyle best?</a:t>
            </a:r>
            <a:endParaRPr lang="en-US" sz="1900" dirty="0"/>
          </a:p>
        </p:txBody>
      </p:sp>
      <p:sp>
        <p:nvSpPr>
          <p:cNvPr id="48" name="Shape 46"/>
          <p:cNvSpPr/>
          <p:nvPr/>
        </p:nvSpPr>
        <p:spPr>
          <a:xfrm>
            <a:off x="7543800" y="4434840"/>
            <a:ext cx="4099255" cy="0"/>
          </a:xfrm>
          <a:prstGeom prst="line">
            <a:avLst/>
          </a:prstGeom>
          <a:noFill/>
          <a:ln w="15875">
            <a:solidFill>
              <a:srgbClr val="F4EFE6"/>
            </a:solidFill>
            <a:prstDash val="solid"/>
          </a:ln>
        </p:spPr>
      </p:sp>
      <p:sp>
        <p:nvSpPr>
          <p:cNvPr id="49" name="Text 47"/>
          <p:cNvSpPr txBox="1"/>
          <p:nvPr/>
        </p:nvSpPr>
        <p:spPr>
          <a:xfrm>
            <a:off x="7543800" y="4507992"/>
            <a:ext cx="411480" cy="457200"/>
          </a:xfrm>
          <a:prstGeom prst="rect">
            <a:avLst/>
          </a:prstGeom>
          <a:noFill/>
          <a:ln/>
        </p:spPr>
        <p:txBody>
          <a:bodyPr wrap="square" lIns="0" tIns="0" rIns="0" bIns="0" rtlCol="0" anchor="t"/>
          <a:lstStyle/>
          <a:p>
            <a:pPr indent="0" marL="0">
              <a:buNone/>
            </a:pPr>
            <a:r>
              <a:rPr lang="en-US" sz="2800" dirty="0">
                <a:solidFill>
                  <a:srgbClr val="FF6A4D"/>
                </a:solidFill>
                <a:latin typeface="Bahnschrift SemiBold Condensed" pitchFamily="34" charset="0"/>
                <a:ea typeface="Bahnschrift SemiBold Condensed" pitchFamily="34" charset="-122"/>
                <a:cs typeface="Bahnschrift SemiBold Condensed" pitchFamily="34" charset="-120"/>
              </a:rPr>
              <a:t>3</a:t>
            </a:r>
            <a:endParaRPr lang="en-US" sz="2800" dirty="0"/>
          </a:p>
        </p:txBody>
      </p:sp>
      <p:sp>
        <p:nvSpPr>
          <p:cNvPr id="50" name="Text 48"/>
          <p:cNvSpPr txBox="1"/>
          <p:nvPr/>
        </p:nvSpPr>
        <p:spPr>
          <a:xfrm>
            <a:off x="8001000" y="4544568"/>
            <a:ext cx="3642055" cy="1005840"/>
          </a:xfrm>
          <a:prstGeom prst="rect">
            <a:avLst/>
          </a:prstGeom>
          <a:noFill/>
          <a:ln/>
        </p:spPr>
        <p:txBody>
          <a:bodyPr wrap="square" lIns="0" tIns="0" rIns="0" bIns="0" rtlCol="0" anchor="t"/>
          <a:lstStyle/>
          <a:p>
            <a:pPr indent="0" marL="0">
              <a:buNone/>
            </a:pPr>
            <a:r>
              <a:rPr lang="en-US" sz="1900" dirty="0">
                <a:solidFill>
                  <a:srgbClr val="F4EFE6"/>
                </a:solidFill>
                <a:latin typeface="Segoe UI" pitchFamily="34" charset="0"/>
                <a:ea typeface="Segoe UI" pitchFamily="34" charset="-122"/>
                <a:cs typeface="Segoe UI" pitchFamily="34" charset="-120"/>
              </a:rPr>
              <a:t>What does the music suggest about them?</a:t>
            </a:r>
            <a:endParaRPr lang="en-US" sz="1900" dirty="0"/>
          </a:p>
        </p:txBody>
      </p:sp>
      <p:pic>
        <p:nvPicPr>
          <p:cNvPr id="51" name="Image 0" descr="Deliberate practice">    </p:cNvPr>
          <p:cNvPicPr>
            <a:picLocks noChangeAspect="1"/>
          </p:cNvPicPr>
          <p:nvPr/>
        </p:nvPicPr>
        <p:blipFill>
          <a:blip r:embed="rId1"/>
          <a:stretch>
            <a:fillRect/>
          </a:stretch>
        </p:blipFill>
        <p:spPr>
          <a:xfrm>
            <a:off x="10972800" y="621792"/>
            <a:ext cx="685800" cy="685800"/>
          </a:xfrm>
          <a:prstGeom prst="rect">
            <a:avLst/>
          </a:prstGeom>
        </p:spPr>
      </p:pic>
      <p:sp>
        <p:nvSpPr>
          <p:cNvPr id="53" name="Text 49"/>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b="1" i="1" dirty="0">
                <a:solidFill>
                  <a:srgbClr val="FF6A4D"/>
                </a:solidFill>
                <a:latin typeface="Segoe UI" pitchFamily="34" charset="0"/>
                <a:ea typeface="Segoe UI" pitchFamily="34" charset="-122"/>
                <a:cs typeface="Segoe UI" pitchFamily="34" charset="-120"/>
              </a:rPr>
              <a:t>TEMPLATE  ·  clip</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A296"/>
                </a:solidFill>
                <a:latin typeface="Segoe UI"/>
                <a:ea typeface="Segoe UI"/>
                <a:cs typeface="Segoe UI"/>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9966960" cy="914400"/>
          </a:xfrm>
          <a:prstGeom prst="rect">
            <a:avLst/>
          </a:prstGeom>
          <a:noFill/>
          <a:ln/>
        </p:spPr>
        <p:txBody>
          <a:bodyPr wrap="square" lIns="0" tIns="0" rIns="0" bIns="0" rtlCol="0" anchor="ctr"/>
          <a:lstStyle/>
          <a:p>
            <a:pPr algn="l" indent="0" marL="0">
              <a:buNone/>
            </a:pPr>
            <a:r>
              <a:rPr lang="en-US" sz="4400" dirty="0">
                <a:solidFill>
                  <a:srgbClr val="16161A"/>
                </a:solidFill>
                <a:latin typeface="Bahnschrift SemiBold Condensed" pitchFamily="34" charset="0"/>
                <a:ea typeface="Bahnschrift SemiBold Condensed" pitchFamily="34" charset="-122"/>
                <a:cs typeface="Bahnschrift SemiBold Condensed" pitchFamily="34" charset="-120"/>
              </a:rPr>
              <a:t>Annotate: how does it target its audience?</a:t>
            </a:r>
            <a:endParaRPr lang="en-US" sz="4400" dirty="0"/>
          </a:p>
        </p:txBody>
      </p:sp>
      <p:sp>
        <p:nvSpPr>
          <p:cNvPr id="3" name="Shape 1"/>
          <p:cNvSpPr/>
          <p:nvPr/>
        </p:nvSpPr>
        <p:spPr>
          <a:xfrm>
            <a:off x="548640" y="1645920"/>
            <a:ext cx="6400800" cy="4069080"/>
          </a:xfrm>
          <a:prstGeom prst="rect">
            <a:avLst/>
          </a:prstGeom>
          <a:solidFill>
            <a:srgbClr val="E8E1D4"/>
          </a:solidFill>
          <a:ln w="15875">
            <a:solidFill>
              <a:srgbClr val="A8A296"/>
            </a:solidFill>
            <a:prstDash val="dash"/>
          </a:ln>
        </p:spPr>
      </p:sp>
      <p:sp>
        <p:nvSpPr>
          <p:cNvPr id="4" name="Text 2"/>
          <p:cNvSpPr txBox="1"/>
          <p:nvPr/>
        </p:nvSpPr>
        <p:spPr>
          <a:xfrm>
            <a:off x="731520" y="1645920"/>
            <a:ext cx="6035040" cy="4069080"/>
          </a:xfrm>
          <a:prstGeom prst="rect">
            <a:avLst/>
          </a:prstGeom>
          <a:noFill/>
          <a:ln/>
        </p:spPr>
        <p:txBody>
          <a:bodyPr wrap="square" lIns="0" tIns="0" rIns="0" bIns="0" rtlCol="0" anchor="ctr"/>
          <a:lstStyle/>
          <a:p>
            <a:pPr algn="ctr" indent="0" marL="0">
              <a:buNone/>
            </a:pPr>
            <a:r>
              <a:rPr lang="en-US" sz="1200" b="1" spc="300" kern="0" dirty="0">
                <a:solidFill>
                  <a:srgbClr val="C8321A"/>
                </a:solidFill>
                <a:latin typeface="Segoe UI" pitchFamily="34" charset="0"/>
                <a:ea typeface="Segoe UI" pitchFamily="34" charset="-122"/>
                <a:cs typeface="Segoe UI" pitchFamily="34" charset="-120"/>
              </a:rPr>
              <a:t>IMAGE
</a:t>
            </a:r>
            <a:pPr algn="ctr" indent="0" marL="0">
              <a:buNone/>
            </a:pPr>
            <a:r>
              <a:rPr lang="en-US" sz="1600" dirty="0">
                <a:solidFill>
                  <a:srgbClr val="5F5A52"/>
                </a:solidFill>
                <a:latin typeface="Segoe UI" pitchFamily="34" charset="0"/>
                <a:ea typeface="Segoe UI" pitchFamily="34" charset="-122"/>
                <a:cs typeface="Segoe UI" pitchFamily="34" charset="-120"/>
              </a:rPr>
              <a:t>Magazine cover or poster to annotate</a:t>
            </a:r>
            <a:endParaRPr lang="en-US" sz="1200" dirty="0"/>
          </a:p>
        </p:txBody>
      </p:sp>
      <p:sp>
        <p:nvSpPr>
          <p:cNvPr id="5" name="Shape 3"/>
          <p:cNvSpPr/>
          <p:nvPr/>
        </p:nvSpPr>
        <p:spPr>
          <a:xfrm>
            <a:off x="3520440" y="1905610"/>
            <a:ext cx="457200" cy="457200"/>
          </a:xfrm>
          <a:prstGeom prst="ellipse">
            <a:avLst/>
          </a:prstGeom>
          <a:solidFill>
            <a:srgbClr val="C8321A"/>
          </a:solidFill>
          <a:ln w="25400">
            <a:solidFill>
              <a:srgbClr val="FFFFFF"/>
            </a:solidFill>
            <a:prstDash val="solid"/>
          </a:ln>
        </p:spPr>
      </p:sp>
      <p:sp>
        <p:nvSpPr>
          <p:cNvPr id="6" name="Text 4"/>
          <p:cNvSpPr txBox="1"/>
          <p:nvPr/>
        </p:nvSpPr>
        <p:spPr>
          <a:xfrm>
            <a:off x="3520440" y="1905610"/>
            <a:ext cx="457200" cy="457200"/>
          </a:xfrm>
          <a:prstGeom prst="rect">
            <a:avLst/>
          </a:prstGeom>
          <a:noFill/>
          <a:ln/>
        </p:spPr>
        <p:txBody>
          <a:bodyPr wrap="square" lIns="0" tIns="0" rIns="0" bIns="0" rtlCol="0" anchor="ctr"/>
          <a:lstStyle/>
          <a:p>
            <a:pPr algn="ctr" indent="0" marL="0">
              <a:buNone/>
            </a:pPr>
            <a:r>
              <a:rPr lang="en-US" sz="2000" dirty="0">
                <a:solidFill>
                  <a:srgbClr val="FFFFFF"/>
                </a:solidFill>
                <a:latin typeface="Bahnschrift SemiBold Condensed" pitchFamily="34" charset="0"/>
                <a:ea typeface="Bahnschrift SemiBold Condensed" pitchFamily="34" charset="-122"/>
                <a:cs typeface="Bahnschrift SemiBold Condensed" pitchFamily="34" charset="-120"/>
              </a:rPr>
              <a:t>1</a:t>
            </a:r>
            <a:endParaRPr lang="en-US" sz="2000" dirty="0"/>
          </a:p>
        </p:txBody>
      </p:sp>
      <p:sp>
        <p:nvSpPr>
          <p:cNvPr id="7" name="Shape 5"/>
          <p:cNvSpPr/>
          <p:nvPr/>
        </p:nvSpPr>
        <p:spPr>
          <a:xfrm>
            <a:off x="2560320" y="3451860"/>
            <a:ext cx="457200" cy="457200"/>
          </a:xfrm>
          <a:prstGeom prst="ellipse">
            <a:avLst/>
          </a:prstGeom>
          <a:solidFill>
            <a:srgbClr val="C8321A"/>
          </a:solidFill>
          <a:ln w="25400">
            <a:solidFill>
              <a:srgbClr val="FFFFFF"/>
            </a:solidFill>
            <a:prstDash val="solid"/>
          </a:ln>
        </p:spPr>
      </p:sp>
      <p:sp>
        <p:nvSpPr>
          <p:cNvPr id="8" name="Text 6"/>
          <p:cNvSpPr txBox="1"/>
          <p:nvPr/>
        </p:nvSpPr>
        <p:spPr>
          <a:xfrm>
            <a:off x="2560320" y="3451860"/>
            <a:ext cx="457200" cy="457200"/>
          </a:xfrm>
          <a:prstGeom prst="rect">
            <a:avLst/>
          </a:prstGeom>
          <a:noFill/>
          <a:ln/>
        </p:spPr>
        <p:txBody>
          <a:bodyPr wrap="square" lIns="0" tIns="0" rIns="0" bIns="0" rtlCol="0" anchor="ctr"/>
          <a:lstStyle/>
          <a:p>
            <a:pPr algn="ctr" indent="0" marL="0">
              <a:buNone/>
            </a:pPr>
            <a:r>
              <a:rPr lang="en-US" sz="2000" dirty="0">
                <a:solidFill>
                  <a:srgbClr val="FFFFFF"/>
                </a:solidFill>
                <a:latin typeface="Bahnschrift SemiBold Condensed" pitchFamily="34" charset="0"/>
                <a:ea typeface="Bahnschrift SemiBold Condensed" pitchFamily="34" charset="-122"/>
                <a:cs typeface="Bahnschrift SemiBold Condensed" pitchFamily="34" charset="-120"/>
              </a:rPr>
              <a:t>2</a:t>
            </a:r>
            <a:endParaRPr lang="en-US" sz="2000" dirty="0"/>
          </a:p>
        </p:txBody>
      </p:sp>
      <p:sp>
        <p:nvSpPr>
          <p:cNvPr id="9" name="Shape 7"/>
          <p:cNvSpPr/>
          <p:nvPr/>
        </p:nvSpPr>
        <p:spPr>
          <a:xfrm>
            <a:off x="4928616" y="4347058"/>
            <a:ext cx="457200" cy="457200"/>
          </a:xfrm>
          <a:prstGeom prst="ellipse">
            <a:avLst/>
          </a:prstGeom>
          <a:solidFill>
            <a:srgbClr val="C8321A"/>
          </a:solidFill>
          <a:ln w="25400">
            <a:solidFill>
              <a:srgbClr val="FFFFFF"/>
            </a:solidFill>
            <a:prstDash val="solid"/>
          </a:ln>
        </p:spPr>
      </p:sp>
      <p:sp>
        <p:nvSpPr>
          <p:cNvPr id="10" name="Text 8"/>
          <p:cNvSpPr txBox="1"/>
          <p:nvPr/>
        </p:nvSpPr>
        <p:spPr>
          <a:xfrm>
            <a:off x="4928616" y="4347058"/>
            <a:ext cx="457200" cy="457200"/>
          </a:xfrm>
          <a:prstGeom prst="rect">
            <a:avLst/>
          </a:prstGeom>
          <a:noFill/>
          <a:ln/>
        </p:spPr>
        <p:txBody>
          <a:bodyPr wrap="square" lIns="0" tIns="0" rIns="0" bIns="0" rtlCol="0" anchor="ctr"/>
          <a:lstStyle/>
          <a:p>
            <a:pPr algn="ctr" indent="0" marL="0">
              <a:buNone/>
            </a:pPr>
            <a:r>
              <a:rPr lang="en-US" sz="2000" dirty="0">
                <a:solidFill>
                  <a:srgbClr val="FFFFFF"/>
                </a:solidFill>
                <a:latin typeface="Bahnschrift SemiBold Condensed" pitchFamily="34" charset="0"/>
                <a:ea typeface="Bahnschrift SemiBold Condensed" pitchFamily="34" charset="-122"/>
                <a:cs typeface="Bahnschrift SemiBold Condensed" pitchFamily="34" charset="-120"/>
              </a:rPr>
              <a:t>3</a:t>
            </a:r>
            <a:endParaRPr lang="en-US" sz="2000" dirty="0"/>
          </a:p>
        </p:txBody>
      </p:sp>
      <p:sp>
        <p:nvSpPr>
          <p:cNvPr id="11" name="Shape 9"/>
          <p:cNvSpPr/>
          <p:nvPr/>
        </p:nvSpPr>
        <p:spPr>
          <a:xfrm>
            <a:off x="1600200" y="4998110"/>
            <a:ext cx="457200" cy="457200"/>
          </a:xfrm>
          <a:prstGeom prst="ellipse">
            <a:avLst/>
          </a:prstGeom>
          <a:solidFill>
            <a:srgbClr val="C8321A"/>
          </a:solidFill>
          <a:ln w="25400">
            <a:solidFill>
              <a:srgbClr val="FFFFFF"/>
            </a:solidFill>
            <a:prstDash val="solid"/>
          </a:ln>
        </p:spPr>
      </p:sp>
      <p:sp>
        <p:nvSpPr>
          <p:cNvPr id="12" name="Text 10"/>
          <p:cNvSpPr txBox="1"/>
          <p:nvPr/>
        </p:nvSpPr>
        <p:spPr>
          <a:xfrm>
            <a:off x="1600200" y="4998110"/>
            <a:ext cx="457200" cy="457200"/>
          </a:xfrm>
          <a:prstGeom prst="rect">
            <a:avLst/>
          </a:prstGeom>
          <a:noFill/>
          <a:ln/>
        </p:spPr>
        <p:txBody>
          <a:bodyPr wrap="square" lIns="0" tIns="0" rIns="0" bIns="0" rtlCol="0" anchor="ctr"/>
          <a:lstStyle/>
          <a:p>
            <a:pPr algn="ctr" indent="0" marL="0">
              <a:buNone/>
            </a:pPr>
            <a:r>
              <a:rPr lang="en-US" sz="2000" dirty="0">
                <a:solidFill>
                  <a:srgbClr val="FFFFFF"/>
                </a:solidFill>
                <a:latin typeface="Bahnschrift SemiBold Condensed" pitchFamily="34" charset="0"/>
                <a:ea typeface="Bahnschrift SemiBold Condensed" pitchFamily="34" charset="-122"/>
                <a:cs typeface="Bahnschrift SemiBold Condensed" pitchFamily="34" charset="-120"/>
              </a:rPr>
              <a:t>4</a:t>
            </a:r>
            <a:endParaRPr lang="en-US" sz="2000" dirty="0"/>
          </a:p>
        </p:txBody>
      </p:sp>
      <p:sp>
        <p:nvSpPr>
          <p:cNvPr id="13" name="Shape 11"/>
          <p:cNvSpPr/>
          <p:nvPr/>
        </p:nvSpPr>
        <p:spPr>
          <a:xfrm>
            <a:off x="7315200" y="1645920"/>
            <a:ext cx="4327855" cy="0"/>
          </a:xfrm>
          <a:prstGeom prst="line">
            <a:avLst/>
          </a:prstGeom>
          <a:noFill/>
          <a:ln w="15875">
            <a:solidFill>
              <a:srgbClr val="16161A"/>
            </a:solidFill>
            <a:prstDash val="solid"/>
          </a:ln>
        </p:spPr>
      </p:sp>
      <p:sp>
        <p:nvSpPr>
          <p:cNvPr id="14" name="Text 12"/>
          <p:cNvSpPr txBox="1"/>
          <p:nvPr/>
        </p:nvSpPr>
        <p:spPr>
          <a:xfrm>
            <a:off x="7315200" y="1719072"/>
            <a:ext cx="411480" cy="457200"/>
          </a:xfrm>
          <a:prstGeom prst="rect">
            <a:avLst/>
          </a:prstGeom>
          <a:noFill/>
          <a:ln/>
        </p:spPr>
        <p:txBody>
          <a:bodyPr wrap="square" lIns="0" tIns="0" rIns="0" bIns="0" rtlCol="0" anchor="t"/>
          <a:lstStyle/>
          <a:p>
            <a:pPr indent="0" marL="0">
              <a:buNone/>
            </a:pPr>
            <a:r>
              <a:rPr lang="en-US" sz="2800" dirty="0">
                <a:solidFill>
                  <a:srgbClr val="C8321A"/>
                </a:solidFill>
                <a:latin typeface="Bahnschrift SemiBold Condensed" pitchFamily="34" charset="0"/>
                <a:ea typeface="Bahnschrift SemiBold Condensed" pitchFamily="34" charset="-122"/>
                <a:cs typeface="Bahnschrift SemiBold Condensed" pitchFamily="34" charset="-120"/>
              </a:rPr>
              <a:t>1</a:t>
            </a:r>
            <a:endParaRPr lang="en-US" sz="2800" dirty="0"/>
          </a:p>
        </p:txBody>
      </p:sp>
      <p:sp>
        <p:nvSpPr>
          <p:cNvPr id="15" name="Text 13"/>
          <p:cNvSpPr txBox="1"/>
          <p:nvPr/>
        </p:nvSpPr>
        <p:spPr>
          <a:xfrm>
            <a:off x="7772400" y="1737360"/>
            <a:ext cx="3870655" cy="994410"/>
          </a:xfrm>
          <a:prstGeom prst="rect">
            <a:avLst/>
          </a:prstGeom>
          <a:noFill/>
          <a:ln/>
        </p:spPr>
        <p:txBody>
          <a:bodyPr wrap="square" lIns="0" tIns="0" rIns="0" bIns="0" rtlCol="0" anchor="t"/>
          <a:lstStyle/>
          <a:p>
            <a:pPr indent="0" marL="0">
              <a:buNone/>
            </a:pPr>
            <a:r>
              <a:rPr lang="en-US" sz="1900" b="1" dirty="0">
                <a:solidFill>
                  <a:srgbClr val="16161A"/>
                </a:solidFill>
                <a:latin typeface="Segoe UI" pitchFamily="34" charset="0"/>
                <a:ea typeface="Segoe UI" pitchFamily="34" charset="-122"/>
                <a:cs typeface="Segoe UI" pitchFamily="34" charset="-120"/>
              </a:rPr>
              <a:t>Masthead
</a:t>
            </a:r>
            <a:pPr indent="0" marL="0">
              <a:buNone/>
            </a:pPr>
            <a:r>
              <a:rPr lang="en-US" sz="1800" dirty="0">
                <a:solidFill>
                  <a:srgbClr val="5F5A52"/>
                </a:solidFill>
                <a:latin typeface="Segoe UI" pitchFamily="34" charset="0"/>
                <a:ea typeface="Segoe UI" pitchFamily="34" charset="-122"/>
                <a:cs typeface="Segoe UI" pitchFamily="34" charset="-120"/>
              </a:rPr>
              <a:t>Font and colour suggest…</a:t>
            </a:r>
            <a:endParaRPr lang="en-US" sz="1900" dirty="0"/>
          </a:p>
        </p:txBody>
      </p:sp>
      <p:sp>
        <p:nvSpPr>
          <p:cNvPr id="16" name="Shape 14"/>
          <p:cNvSpPr/>
          <p:nvPr/>
        </p:nvSpPr>
        <p:spPr>
          <a:xfrm>
            <a:off x="7315200" y="2777490"/>
            <a:ext cx="4327855" cy="0"/>
          </a:xfrm>
          <a:prstGeom prst="line">
            <a:avLst/>
          </a:prstGeom>
          <a:noFill/>
          <a:ln w="15875">
            <a:solidFill>
              <a:srgbClr val="16161A"/>
            </a:solidFill>
            <a:prstDash val="solid"/>
          </a:ln>
        </p:spPr>
      </p:sp>
      <p:sp>
        <p:nvSpPr>
          <p:cNvPr id="17" name="Text 15"/>
          <p:cNvSpPr txBox="1"/>
          <p:nvPr/>
        </p:nvSpPr>
        <p:spPr>
          <a:xfrm>
            <a:off x="7315200" y="2850642"/>
            <a:ext cx="411480" cy="457200"/>
          </a:xfrm>
          <a:prstGeom prst="rect">
            <a:avLst/>
          </a:prstGeom>
          <a:noFill/>
          <a:ln/>
        </p:spPr>
        <p:txBody>
          <a:bodyPr wrap="square" lIns="0" tIns="0" rIns="0" bIns="0" rtlCol="0" anchor="t"/>
          <a:lstStyle/>
          <a:p>
            <a:pPr indent="0" marL="0">
              <a:buNone/>
            </a:pPr>
            <a:r>
              <a:rPr lang="en-US" sz="2800" dirty="0">
                <a:solidFill>
                  <a:srgbClr val="C8321A"/>
                </a:solidFill>
                <a:latin typeface="Bahnschrift SemiBold Condensed" pitchFamily="34" charset="0"/>
                <a:ea typeface="Bahnschrift SemiBold Condensed" pitchFamily="34" charset="-122"/>
                <a:cs typeface="Bahnschrift SemiBold Condensed" pitchFamily="34" charset="-120"/>
              </a:rPr>
              <a:t>2</a:t>
            </a:r>
            <a:endParaRPr lang="en-US" sz="2800" dirty="0"/>
          </a:p>
        </p:txBody>
      </p:sp>
      <p:sp>
        <p:nvSpPr>
          <p:cNvPr id="18" name="Text 16"/>
          <p:cNvSpPr txBox="1"/>
          <p:nvPr/>
        </p:nvSpPr>
        <p:spPr>
          <a:xfrm>
            <a:off x="7772400" y="2868930"/>
            <a:ext cx="3870655" cy="994410"/>
          </a:xfrm>
          <a:prstGeom prst="rect">
            <a:avLst/>
          </a:prstGeom>
          <a:noFill/>
          <a:ln/>
        </p:spPr>
        <p:txBody>
          <a:bodyPr wrap="square" lIns="0" tIns="0" rIns="0" bIns="0" rtlCol="0" anchor="t"/>
          <a:lstStyle/>
          <a:p>
            <a:pPr indent="0" marL="0">
              <a:buNone/>
            </a:pPr>
            <a:r>
              <a:rPr lang="en-US" sz="1900" b="1" dirty="0">
                <a:solidFill>
                  <a:srgbClr val="16161A"/>
                </a:solidFill>
                <a:latin typeface="Segoe UI" pitchFamily="34" charset="0"/>
                <a:ea typeface="Segoe UI" pitchFamily="34" charset="-122"/>
                <a:cs typeface="Segoe UI" pitchFamily="34" charset="-120"/>
              </a:rPr>
              <a:t>Main image
</a:t>
            </a:r>
            <a:pPr indent="0" marL="0">
              <a:buNone/>
            </a:pPr>
            <a:r>
              <a:rPr lang="en-US" sz="1800" dirty="0">
                <a:solidFill>
                  <a:srgbClr val="5F5A52"/>
                </a:solidFill>
                <a:latin typeface="Segoe UI" pitchFamily="34" charset="0"/>
                <a:ea typeface="Segoe UI" pitchFamily="34" charset="-122"/>
                <a:cs typeface="Segoe UI" pitchFamily="34" charset="-120"/>
              </a:rPr>
              <a:t>Who is shown, and how?</a:t>
            </a:r>
            <a:endParaRPr lang="en-US" sz="1900" dirty="0"/>
          </a:p>
        </p:txBody>
      </p:sp>
      <p:sp>
        <p:nvSpPr>
          <p:cNvPr id="19" name="Shape 17"/>
          <p:cNvSpPr/>
          <p:nvPr/>
        </p:nvSpPr>
        <p:spPr>
          <a:xfrm>
            <a:off x="7315200" y="3909060"/>
            <a:ext cx="4327855" cy="0"/>
          </a:xfrm>
          <a:prstGeom prst="line">
            <a:avLst/>
          </a:prstGeom>
          <a:noFill/>
          <a:ln w="15875">
            <a:solidFill>
              <a:srgbClr val="16161A"/>
            </a:solidFill>
            <a:prstDash val="solid"/>
          </a:ln>
        </p:spPr>
      </p:sp>
      <p:sp>
        <p:nvSpPr>
          <p:cNvPr id="20" name="Text 18"/>
          <p:cNvSpPr txBox="1"/>
          <p:nvPr/>
        </p:nvSpPr>
        <p:spPr>
          <a:xfrm>
            <a:off x="7315200" y="3982212"/>
            <a:ext cx="411480" cy="457200"/>
          </a:xfrm>
          <a:prstGeom prst="rect">
            <a:avLst/>
          </a:prstGeom>
          <a:noFill/>
          <a:ln/>
        </p:spPr>
        <p:txBody>
          <a:bodyPr wrap="square" lIns="0" tIns="0" rIns="0" bIns="0" rtlCol="0" anchor="t"/>
          <a:lstStyle/>
          <a:p>
            <a:pPr indent="0" marL="0">
              <a:buNone/>
            </a:pPr>
            <a:r>
              <a:rPr lang="en-US" sz="2800" dirty="0">
                <a:solidFill>
                  <a:srgbClr val="C8321A"/>
                </a:solidFill>
                <a:latin typeface="Bahnschrift SemiBold Condensed" pitchFamily="34" charset="0"/>
                <a:ea typeface="Bahnschrift SemiBold Condensed" pitchFamily="34" charset="-122"/>
                <a:cs typeface="Bahnschrift SemiBold Condensed" pitchFamily="34" charset="-120"/>
              </a:rPr>
              <a:t>3</a:t>
            </a:r>
            <a:endParaRPr lang="en-US" sz="2800" dirty="0"/>
          </a:p>
        </p:txBody>
      </p:sp>
      <p:sp>
        <p:nvSpPr>
          <p:cNvPr id="21" name="Text 19"/>
          <p:cNvSpPr txBox="1"/>
          <p:nvPr/>
        </p:nvSpPr>
        <p:spPr>
          <a:xfrm>
            <a:off x="7772400" y="4000500"/>
            <a:ext cx="3870655" cy="994410"/>
          </a:xfrm>
          <a:prstGeom prst="rect">
            <a:avLst/>
          </a:prstGeom>
          <a:noFill/>
          <a:ln/>
        </p:spPr>
        <p:txBody>
          <a:bodyPr wrap="square" lIns="0" tIns="0" rIns="0" bIns="0" rtlCol="0" anchor="t"/>
          <a:lstStyle/>
          <a:p>
            <a:pPr indent="0" marL="0">
              <a:buNone/>
            </a:pPr>
            <a:r>
              <a:rPr lang="en-US" sz="1900" b="1" dirty="0">
                <a:solidFill>
                  <a:srgbClr val="16161A"/>
                </a:solidFill>
                <a:latin typeface="Segoe UI" pitchFamily="34" charset="0"/>
                <a:ea typeface="Segoe UI" pitchFamily="34" charset="-122"/>
                <a:cs typeface="Segoe UI" pitchFamily="34" charset="-120"/>
              </a:rPr>
              <a:t>Cover line
</a:t>
            </a:r>
            <a:pPr indent="0" marL="0">
              <a:buNone/>
            </a:pPr>
            <a:r>
              <a:rPr lang="en-US" sz="1800" dirty="0">
                <a:solidFill>
                  <a:srgbClr val="5F5A52"/>
                </a:solidFill>
                <a:latin typeface="Segoe UI" pitchFamily="34" charset="0"/>
                <a:ea typeface="Segoe UI" pitchFamily="34" charset="-122"/>
                <a:cs typeface="Segoe UI" pitchFamily="34" charset="-120"/>
              </a:rPr>
              <a:t>Mode of address: "you"</a:t>
            </a:r>
            <a:endParaRPr lang="en-US" sz="1900" dirty="0"/>
          </a:p>
        </p:txBody>
      </p:sp>
      <p:sp>
        <p:nvSpPr>
          <p:cNvPr id="22" name="Shape 20"/>
          <p:cNvSpPr/>
          <p:nvPr/>
        </p:nvSpPr>
        <p:spPr>
          <a:xfrm>
            <a:off x="7315200" y="5040630"/>
            <a:ext cx="4327855" cy="0"/>
          </a:xfrm>
          <a:prstGeom prst="line">
            <a:avLst/>
          </a:prstGeom>
          <a:noFill/>
          <a:ln w="15875">
            <a:solidFill>
              <a:srgbClr val="16161A"/>
            </a:solidFill>
            <a:prstDash val="solid"/>
          </a:ln>
        </p:spPr>
      </p:sp>
      <p:sp>
        <p:nvSpPr>
          <p:cNvPr id="23" name="Text 21"/>
          <p:cNvSpPr txBox="1"/>
          <p:nvPr/>
        </p:nvSpPr>
        <p:spPr>
          <a:xfrm>
            <a:off x="7315200" y="5113782"/>
            <a:ext cx="411480" cy="457200"/>
          </a:xfrm>
          <a:prstGeom prst="rect">
            <a:avLst/>
          </a:prstGeom>
          <a:noFill/>
          <a:ln/>
        </p:spPr>
        <p:txBody>
          <a:bodyPr wrap="square" lIns="0" tIns="0" rIns="0" bIns="0" rtlCol="0" anchor="t"/>
          <a:lstStyle/>
          <a:p>
            <a:pPr indent="0" marL="0">
              <a:buNone/>
            </a:pPr>
            <a:r>
              <a:rPr lang="en-US" sz="2800" dirty="0">
                <a:solidFill>
                  <a:srgbClr val="C8321A"/>
                </a:solidFill>
                <a:latin typeface="Bahnschrift SemiBold Condensed" pitchFamily="34" charset="0"/>
                <a:ea typeface="Bahnschrift SemiBold Condensed" pitchFamily="34" charset="-122"/>
                <a:cs typeface="Bahnschrift SemiBold Condensed" pitchFamily="34" charset="-120"/>
              </a:rPr>
              <a:t>4</a:t>
            </a:r>
            <a:endParaRPr lang="en-US" sz="2800" dirty="0"/>
          </a:p>
        </p:txBody>
      </p:sp>
      <p:sp>
        <p:nvSpPr>
          <p:cNvPr id="24" name="Text 22"/>
          <p:cNvSpPr txBox="1"/>
          <p:nvPr/>
        </p:nvSpPr>
        <p:spPr>
          <a:xfrm>
            <a:off x="7772400" y="5132070"/>
            <a:ext cx="3870655" cy="994410"/>
          </a:xfrm>
          <a:prstGeom prst="rect">
            <a:avLst/>
          </a:prstGeom>
          <a:noFill/>
          <a:ln/>
        </p:spPr>
        <p:txBody>
          <a:bodyPr wrap="square" lIns="0" tIns="0" rIns="0" bIns="0" rtlCol="0" anchor="t"/>
          <a:lstStyle/>
          <a:p>
            <a:pPr indent="0" marL="0">
              <a:buNone/>
            </a:pPr>
            <a:r>
              <a:rPr lang="en-US" sz="1900" b="1" dirty="0">
                <a:solidFill>
                  <a:srgbClr val="16161A"/>
                </a:solidFill>
                <a:latin typeface="Segoe UI" pitchFamily="34" charset="0"/>
                <a:ea typeface="Segoe UI" pitchFamily="34" charset="-122"/>
                <a:cs typeface="Segoe UI" pitchFamily="34" charset="-120"/>
              </a:rPr>
              <a:t>Price / free gift
</a:t>
            </a:r>
            <a:pPr indent="0" marL="0">
              <a:buNone/>
            </a:pPr>
            <a:r>
              <a:rPr lang="en-US" sz="1800" dirty="0">
                <a:solidFill>
                  <a:srgbClr val="5F5A52"/>
                </a:solidFill>
                <a:latin typeface="Segoe UI" pitchFamily="34" charset="0"/>
                <a:ea typeface="Segoe UI" pitchFamily="34" charset="-122"/>
                <a:cs typeface="Segoe UI" pitchFamily="34" charset="-120"/>
              </a:rPr>
              <a:t>Who can afford it?</a:t>
            </a:r>
            <a:endParaRPr lang="en-US" sz="1900" dirty="0"/>
          </a:p>
        </p:txBody>
      </p:sp>
      <p:sp>
        <p:nvSpPr>
          <p:cNvPr id="25" name="Text 23"/>
          <p:cNvSpPr txBox="1"/>
          <p:nvPr/>
        </p:nvSpPr>
        <p:spPr>
          <a:xfrm>
            <a:off x="548640" y="5824728"/>
            <a:ext cx="6400800" cy="365760"/>
          </a:xfrm>
          <a:prstGeom prst="rect">
            <a:avLst/>
          </a:prstGeom>
          <a:noFill/>
          <a:ln/>
        </p:spPr>
        <p:txBody>
          <a:bodyPr wrap="square" lIns="0" tIns="0" rIns="0" bIns="0" rtlCol="0" anchor="t"/>
          <a:lstStyle/>
          <a:p>
            <a:pPr indent="0" marL="0">
              <a:buNone/>
            </a:pPr>
            <a:r>
              <a:rPr lang="en-US" sz="1800" b="1" dirty="0">
                <a:solidFill>
                  <a:srgbClr val="C8321A"/>
                </a:solidFill>
                <a:latin typeface="Segoe UI" pitchFamily="34" charset="0"/>
                <a:ea typeface="Segoe UI" pitchFamily="34" charset="-122"/>
                <a:cs typeface="Segoe UI" pitchFamily="34" charset="-120"/>
              </a:rPr>
              <a:t>Copy the numbers onto your printout and finish each note.</a:t>
            </a:r>
            <a:endParaRPr lang="en-US" sz="1800" dirty="0"/>
          </a:p>
        </p:txBody>
      </p:sp>
      <p:pic>
        <p:nvPicPr>
          <p:cNvPr id="26" name="Image 0" descr="Deliberate practice">    </p:cNvPr>
          <p:cNvPicPr>
            <a:picLocks noChangeAspect="1"/>
          </p:cNvPicPr>
          <p:nvPr/>
        </p:nvPicPr>
        <p:blipFill>
          <a:blip r:embed="rId1"/>
          <a:stretch>
            <a:fillRect/>
          </a:stretch>
        </p:blipFill>
        <p:spPr>
          <a:xfrm>
            <a:off x="10972800" y="621792"/>
            <a:ext cx="685800" cy="685800"/>
          </a:xfrm>
          <a:prstGeom prst="rect">
            <a:avLst/>
          </a:prstGeom>
        </p:spPr>
      </p:pic>
      <p:sp>
        <p:nvSpPr>
          <p:cNvPr id="28" name="Text 24"/>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b="1" i="1" dirty="0">
                <a:solidFill>
                  <a:srgbClr val="C8321A"/>
                </a:solidFill>
                <a:latin typeface="Segoe UI" pitchFamily="34" charset="0"/>
                <a:ea typeface="Segoe UI" pitchFamily="34" charset="-122"/>
                <a:cs typeface="Segoe UI" pitchFamily="34" charset="-120"/>
              </a:rPr>
              <a:t>TEMPLATE  ·  annotate</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F5A52"/>
                </a:solidFill>
                <a:latin typeface="Segoe UI"/>
                <a:ea typeface="Segoe UI"/>
                <a:cs typeface="Segoe UI"/>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9966960" cy="914400"/>
          </a:xfrm>
          <a:prstGeom prst="rect">
            <a:avLst/>
          </a:prstGeom>
          <a:noFill/>
          <a:ln/>
        </p:spPr>
        <p:txBody>
          <a:bodyPr wrap="square" lIns="0" tIns="0" rIns="0" bIns="0" rtlCol="0" anchor="ctr"/>
          <a:lstStyle/>
          <a:p>
            <a:pPr algn="l" indent="0" marL="0">
              <a:buNone/>
            </a:pPr>
            <a:r>
              <a:rPr lang="en-US" sz="4400" dirty="0">
                <a:solidFill>
                  <a:srgbClr val="16161A"/>
                </a:solidFill>
                <a:latin typeface="Bahnschrift SemiBold Condensed" pitchFamily="34" charset="0"/>
                <a:ea typeface="Bahnschrift SemiBold Condensed" pitchFamily="34" charset="-122"/>
                <a:cs typeface="Bahnschrift SemiBold Condensed" pitchFamily="34" charset="-120"/>
              </a:rPr>
              <a:t>Same purpose, different audience</a:t>
            </a:r>
            <a:endParaRPr lang="en-US" sz="4400" dirty="0"/>
          </a:p>
        </p:txBody>
      </p:sp>
      <p:sp>
        <p:nvSpPr>
          <p:cNvPr id="3" name="Shape 1"/>
          <p:cNvSpPr/>
          <p:nvPr/>
        </p:nvSpPr>
        <p:spPr>
          <a:xfrm>
            <a:off x="3017520" y="1600200"/>
            <a:ext cx="4175608" cy="1874520"/>
          </a:xfrm>
          <a:prstGeom prst="rect">
            <a:avLst/>
          </a:prstGeom>
          <a:solidFill>
            <a:srgbClr val="E8E1D4"/>
          </a:solidFill>
          <a:ln w="15875">
            <a:solidFill>
              <a:srgbClr val="A8A296"/>
            </a:solidFill>
            <a:prstDash val="dash"/>
          </a:ln>
        </p:spPr>
      </p:sp>
      <p:sp>
        <p:nvSpPr>
          <p:cNvPr id="4" name="Text 2"/>
          <p:cNvSpPr txBox="1"/>
          <p:nvPr/>
        </p:nvSpPr>
        <p:spPr>
          <a:xfrm>
            <a:off x="3200400" y="1600200"/>
            <a:ext cx="3809848" cy="1874520"/>
          </a:xfrm>
          <a:prstGeom prst="rect">
            <a:avLst/>
          </a:prstGeom>
          <a:noFill/>
          <a:ln/>
        </p:spPr>
        <p:txBody>
          <a:bodyPr wrap="square" lIns="0" tIns="0" rIns="0" bIns="0" rtlCol="0" anchor="ctr"/>
          <a:lstStyle/>
          <a:p>
            <a:pPr algn="ctr" indent="0" marL="0">
              <a:buNone/>
            </a:pPr>
            <a:r>
              <a:rPr lang="en-US" sz="1200" b="1" spc="300" kern="0" dirty="0">
                <a:solidFill>
                  <a:srgbClr val="C8321A"/>
                </a:solidFill>
                <a:latin typeface="Segoe UI" pitchFamily="34" charset="0"/>
                <a:ea typeface="Segoe UI" pitchFamily="34" charset="-122"/>
                <a:cs typeface="Segoe UI" pitchFamily="34" charset="-120"/>
              </a:rPr>
              <a:t>IMAGE
</a:t>
            </a:r>
            <a:pPr algn="ctr" indent="0" marL="0">
              <a:buNone/>
            </a:pPr>
            <a:r>
              <a:rPr lang="en-US" sz="1600" dirty="0">
                <a:solidFill>
                  <a:srgbClr val="5F5A52"/>
                </a:solidFill>
                <a:latin typeface="Segoe UI" pitchFamily="34" charset="0"/>
                <a:ea typeface="Segoe UI" pitchFamily="34" charset="-122"/>
                <a:cs typeface="Segoe UI" pitchFamily="34" charset="-120"/>
              </a:rPr>
              <a:t>Product A (real)</a:t>
            </a:r>
            <a:endParaRPr lang="en-US" sz="1200" dirty="0"/>
          </a:p>
        </p:txBody>
      </p:sp>
      <p:sp>
        <p:nvSpPr>
          <p:cNvPr id="5" name="Text 3"/>
          <p:cNvSpPr txBox="1"/>
          <p:nvPr/>
        </p:nvSpPr>
        <p:spPr>
          <a:xfrm>
            <a:off x="3017520" y="3520440"/>
            <a:ext cx="4175608" cy="411480"/>
          </a:xfrm>
          <a:prstGeom prst="rect">
            <a:avLst/>
          </a:prstGeom>
          <a:noFill/>
          <a:ln/>
        </p:spPr>
        <p:txBody>
          <a:bodyPr wrap="square" lIns="0" tIns="0" rIns="0" bIns="0" rtlCol="0" anchor="t"/>
          <a:lstStyle/>
          <a:p>
            <a:pPr algn="ctr" indent="0" marL="0">
              <a:buNone/>
            </a:pPr>
            <a:r>
              <a:rPr lang="en-US" sz="2400" dirty="0">
                <a:solidFill>
                  <a:srgbClr val="16161A"/>
                </a:solidFill>
                <a:latin typeface="Bahnschrift SemiBold Condensed" pitchFamily="34" charset="0"/>
                <a:ea typeface="Bahnschrift SemiBold Condensed" pitchFamily="34" charset="-122"/>
                <a:cs typeface="Bahnschrift SemiBold Condensed" pitchFamily="34" charset="-120"/>
              </a:rPr>
              <a:t>Product A</a:t>
            </a:r>
            <a:endParaRPr lang="en-US" sz="2400" dirty="0"/>
          </a:p>
        </p:txBody>
      </p:sp>
      <p:sp>
        <p:nvSpPr>
          <p:cNvPr id="6" name="Shape 4"/>
          <p:cNvSpPr/>
          <p:nvPr/>
        </p:nvSpPr>
        <p:spPr>
          <a:xfrm>
            <a:off x="7376008" y="1600200"/>
            <a:ext cx="4175608" cy="1874520"/>
          </a:xfrm>
          <a:prstGeom prst="rect">
            <a:avLst/>
          </a:prstGeom>
          <a:solidFill>
            <a:srgbClr val="E8E1D4"/>
          </a:solidFill>
          <a:ln w="15875">
            <a:solidFill>
              <a:srgbClr val="A8A296"/>
            </a:solidFill>
            <a:prstDash val="dash"/>
          </a:ln>
        </p:spPr>
      </p:sp>
      <p:sp>
        <p:nvSpPr>
          <p:cNvPr id="7" name="Text 5"/>
          <p:cNvSpPr txBox="1"/>
          <p:nvPr/>
        </p:nvSpPr>
        <p:spPr>
          <a:xfrm>
            <a:off x="7558888" y="1600200"/>
            <a:ext cx="3809848" cy="1874520"/>
          </a:xfrm>
          <a:prstGeom prst="rect">
            <a:avLst/>
          </a:prstGeom>
          <a:noFill/>
          <a:ln/>
        </p:spPr>
        <p:txBody>
          <a:bodyPr wrap="square" lIns="0" tIns="0" rIns="0" bIns="0" rtlCol="0" anchor="ctr"/>
          <a:lstStyle/>
          <a:p>
            <a:pPr algn="ctr" indent="0" marL="0">
              <a:buNone/>
            </a:pPr>
            <a:r>
              <a:rPr lang="en-US" sz="1200" b="1" spc="300" kern="0" dirty="0">
                <a:solidFill>
                  <a:srgbClr val="C8321A"/>
                </a:solidFill>
                <a:latin typeface="Segoe UI" pitchFamily="34" charset="0"/>
                <a:ea typeface="Segoe UI" pitchFamily="34" charset="-122"/>
                <a:cs typeface="Segoe UI" pitchFamily="34" charset="-120"/>
              </a:rPr>
              <a:t>IMAGE
</a:t>
            </a:r>
            <a:pPr algn="ctr" indent="0" marL="0">
              <a:buNone/>
            </a:pPr>
            <a:r>
              <a:rPr lang="en-US" sz="1600" dirty="0">
                <a:solidFill>
                  <a:srgbClr val="5F5A52"/>
                </a:solidFill>
                <a:latin typeface="Segoe UI" pitchFamily="34" charset="0"/>
                <a:ea typeface="Segoe UI" pitchFamily="34" charset="-122"/>
                <a:cs typeface="Segoe UI" pitchFamily="34" charset="-120"/>
              </a:rPr>
              <a:t>Product B (real)</a:t>
            </a:r>
            <a:endParaRPr lang="en-US" sz="1200" dirty="0"/>
          </a:p>
        </p:txBody>
      </p:sp>
      <p:sp>
        <p:nvSpPr>
          <p:cNvPr id="8" name="Text 6"/>
          <p:cNvSpPr txBox="1"/>
          <p:nvPr/>
        </p:nvSpPr>
        <p:spPr>
          <a:xfrm>
            <a:off x="7376008" y="3520440"/>
            <a:ext cx="4175608" cy="411480"/>
          </a:xfrm>
          <a:prstGeom prst="rect">
            <a:avLst/>
          </a:prstGeom>
          <a:noFill/>
          <a:ln/>
        </p:spPr>
        <p:txBody>
          <a:bodyPr wrap="square" lIns="0" tIns="0" rIns="0" bIns="0" rtlCol="0" anchor="t"/>
          <a:lstStyle/>
          <a:p>
            <a:pPr algn="ctr" indent="0" marL="0">
              <a:buNone/>
            </a:pPr>
            <a:r>
              <a:rPr lang="en-US" sz="2400" dirty="0">
                <a:solidFill>
                  <a:srgbClr val="16161A"/>
                </a:solidFill>
                <a:latin typeface="Bahnschrift SemiBold Condensed" pitchFamily="34" charset="0"/>
                <a:ea typeface="Bahnschrift SemiBold Condensed" pitchFamily="34" charset="-122"/>
                <a:cs typeface="Bahnschrift SemiBold Condensed" pitchFamily="34" charset="-120"/>
              </a:rPr>
              <a:t>Product B</a:t>
            </a:r>
            <a:endParaRPr lang="en-US" sz="2400" dirty="0"/>
          </a:p>
        </p:txBody>
      </p:sp>
      <p:sp>
        <p:nvSpPr>
          <p:cNvPr id="9" name="Shape 7"/>
          <p:cNvSpPr/>
          <p:nvPr/>
        </p:nvSpPr>
        <p:spPr>
          <a:xfrm>
            <a:off x="548640" y="3977640"/>
            <a:ext cx="11094415" cy="0"/>
          </a:xfrm>
          <a:prstGeom prst="line">
            <a:avLst/>
          </a:prstGeom>
          <a:noFill/>
          <a:ln w="31750">
            <a:solidFill>
              <a:srgbClr val="16161A"/>
            </a:solidFill>
            <a:prstDash val="solid"/>
          </a:ln>
        </p:spPr>
      </p:sp>
      <p:sp>
        <p:nvSpPr>
          <p:cNvPr id="10" name="Text 8"/>
          <p:cNvSpPr txBox="1"/>
          <p:nvPr/>
        </p:nvSpPr>
        <p:spPr>
          <a:xfrm>
            <a:off x="548640" y="3977640"/>
            <a:ext cx="2286000" cy="566928"/>
          </a:xfrm>
          <a:prstGeom prst="rect">
            <a:avLst/>
          </a:prstGeom>
          <a:noFill/>
          <a:ln/>
        </p:spPr>
        <p:txBody>
          <a:bodyPr wrap="square" lIns="0" tIns="0" rIns="0" bIns="0" rtlCol="0" anchor="ctr"/>
          <a:lstStyle/>
          <a:p>
            <a:pPr indent="0" marL="0">
              <a:buNone/>
            </a:pPr>
            <a:r>
              <a:rPr lang="en-US" sz="1300" b="1" spc="200" kern="0" dirty="0">
                <a:solidFill>
                  <a:srgbClr val="C8321A"/>
                </a:solidFill>
                <a:latin typeface="Segoe UI" pitchFamily="34" charset="0"/>
                <a:ea typeface="Segoe UI" pitchFamily="34" charset="-122"/>
                <a:cs typeface="Segoe UI" pitchFamily="34" charset="-120"/>
              </a:rPr>
              <a:t>AUDIENCE</a:t>
            </a:r>
            <a:endParaRPr lang="en-US" sz="1300" dirty="0"/>
          </a:p>
        </p:txBody>
      </p:sp>
      <p:sp>
        <p:nvSpPr>
          <p:cNvPr id="11" name="Text 9"/>
          <p:cNvSpPr txBox="1"/>
          <p:nvPr/>
        </p:nvSpPr>
        <p:spPr>
          <a:xfrm>
            <a:off x="3063240" y="3977640"/>
            <a:ext cx="4084168" cy="566928"/>
          </a:xfrm>
          <a:prstGeom prst="rect">
            <a:avLst/>
          </a:prstGeom>
          <a:noFill/>
          <a:ln/>
        </p:spPr>
        <p:txBody>
          <a:bodyPr wrap="square" lIns="0" tIns="0" rIns="0" bIns="0" rtlCol="0" anchor="ctr"/>
          <a:lstStyle/>
          <a:p>
            <a:pPr indent="0" marL="0">
              <a:buNone/>
            </a:pPr>
            <a:endParaRPr lang="en-US" sz="1800" dirty="0"/>
          </a:p>
        </p:txBody>
      </p:sp>
      <p:sp>
        <p:nvSpPr>
          <p:cNvPr id="12" name="Text 10"/>
          <p:cNvSpPr txBox="1"/>
          <p:nvPr/>
        </p:nvSpPr>
        <p:spPr>
          <a:xfrm>
            <a:off x="7421728" y="3977640"/>
            <a:ext cx="4084168" cy="566928"/>
          </a:xfrm>
          <a:prstGeom prst="rect">
            <a:avLst/>
          </a:prstGeom>
          <a:noFill/>
          <a:ln/>
        </p:spPr>
        <p:txBody>
          <a:bodyPr wrap="square" lIns="0" tIns="0" rIns="0" bIns="0" rtlCol="0" anchor="ctr"/>
          <a:lstStyle/>
          <a:p>
            <a:pPr indent="0" marL="0">
              <a:buNone/>
            </a:pPr>
            <a:endParaRPr lang="en-US" sz="1800" dirty="0"/>
          </a:p>
        </p:txBody>
      </p:sp>
      <p:sp>
        <p:nvSpPr>
          <p:cNvPr id="13" name="Shape 11"/>
          <p:cNvSpPr/>
          <p:nvPr/>
        </p:nvSpPr>
        <p:spPr>
          <a:xfrm>
            <a:off x="548640" y="4544568"/>
            <a:ext cx="11094415" cy="0"/>
          </a:xfrm>
          <a:prstGeom prst="line">
            <a:avLst/>
          </a:prstGeom>
          <a:noFill/>
          <a:ln w="12700">
            <a:solidFill>
              <a:srgbClr val="16161A"/>
            </a:solidFill>
            <a:prstDash val="solid"/>
          </a:ln>
        </p:spPr>
      </p:sp>
      <p:sp>
        <p:nvSpPr>
          <p:cNvPr id="14" name="Text 12"/>
          <p:cNvSpPr txBox="1"/>
          <p:nvPr/>
        </p:nvSpPr>
        <p:spPr>
          <a:xfrm>
            <a:off x="548640" y="4544568"/>
            <a:ext cx="2286000" cy="566928"/>
          </a:xfrm>
          <a:prstGeom prst="rect">
            <a:avLst/>
          </a:prstGeom>
          <a:noFill/>
          <a:ln/>
        </p:spPr>
        <p:txBody>
          <a:bodyPr wrap="square" lIns="0" tIns="0" rIns="0" bIns="0" rtlCol="0" anchor="ctr"/>
          <a:lstStyle/>
          <a:p>
            <a:pPr indent="0" marL="0">
              <a:buNone/>
            </a:pPr>
            <a:r>
              <a:rPr lang="en-US" sz="1300" b="1" spc="200" kern="0" dirty="0">
                <a:solidFill>
                  <a:srgbClr val="C8321A"/>
                </a:solidFill>
                <a:latin typeface="Segoe UI" pitchFamily="34" charset="0"/>
                <a:ea typeface="Segoe UI" pitchFamily="34" charset="-122"/>
                <a:cs typeface="Segoe UI" pitchFamily="34" charset="-120"/>
              </a:rPr>
              <a:t>COLOURS</a:t>
            </a:r>
            <a:endParaRPr lang="en-US" sz="1300" dirty="0"/>
          </a:p>
        </p:txBody>
      </p:sp>
      <p:sp>
        <p:nvSpPr>
          <p:cNvPr id="15" name="Text 13"/>
          <p:cNvSpPr txBox="1"/>
          <p:nvPr/>
        </p:nvSpPr>
        <p:spPr>
          <a:xfrm>
            <a:off x="3063240" y="4544568"/>
            <a:ext cx="4084168" cy="566928"/>
          </a:xfrm>
          <a:prstGeom prst="rect">
            <a:avLst/>
          </a:prstGeom>
          <a:noFill/>
          <a:ln/>
        </p:spPr>
        <p:txBody>
          <a:bodyPr wrap="square" lIns="0" tIns="0" rIns="0" bIns="0" rtlCol="0" anchor="ctr"/>
          <a:lstStyle/>
          <a:p>
            <a:pPr indent="0" marL="0">
              <a:buNone/>
            </a:pPr>
            <a:endParaRPr lang="en-US" sz="1800" dirty="0"/>
          </a:p>
        </p:txBody>
      </p:sp>
      <p:sp>
        <p:nvSpPr>
          <p:cNvPr id="16" name="Text 14"/>
          <p:cNvSpPr txBox="1"/>
          <p:nvPr/>
        </p:nvSpPr>
        <p:spPr>
          <a:xfrm>
            <a:off x="7421728" y="4544568"/>
            <a:ext cx="4084168" cy="566928"/>
          </a:xfrm>
          <a:prstGeom prst="rect">
            <a:avLst/>
          </a:prstGeom>
          <a:noFill/>
          <a:ln/>
        </p:spPr>
        <p:txBody>
          <a:bodyPr wrap="square" lIns="0" tIns="0" rIns="0" bIns="0" rtlCol="0" anchor="ctr"/>
          <a:lstStyle/>
          <a:p>
            <a:pPr indent="0" marL="0">
              <a:buNone/>
            </a:pPr>
            <a:endParaRPr lang="en-US" sz="1800" dirty="0"/>
          </a:p>
        </p:txBody>
      </p:sp>
      <p:sp>
        <p:nvSpPr>
          <p:cNvPr id="17" name="Shape 15"/>
          <p:cNvSpPr/>
          <p:nvPr/>
        </p:nvSpPr>
        <p:spPr>
          <a:xfrm>
            <a:off x="548640" y="5111496"/>
            <a:ext cx="11094415" cy="0"/>
          </a:xfrm>
          <a:prstGeom prst="line">
            <a:avLst/>
          </a:prstGeom>
          <a:noFill/>
          <a:ln w="12700">
            <a:solidFill>
              <a:srgbClr val="16161A"/>
            </a:solidFill>
            <a:prstDash val="solid"/>
          </a:ln>
        </p:spPr>
      </p:sp>
      <p:sp>
        <p:nvSpPr>
          <p:cNvPr id="18" name="Text 16"/>
          <p:cNvSpPr txBox="1"/>
          <p:nvPr/>
        </p:nvSpPr>
        <p:spPr>
          <a:xfrm>
            <a:off x="548640" y="5111496"/>
            <a:ext cx="2286000" cy="566928"/>
          </a:xfrm>
          <a:prstGeom prst="rect">
            <a:avLst/>
          </a:prstGeom>
          <a:noFill/>
          <a:ln/>
        </p:spPr>
        <p:txBody>
          <a:bodyPr wrap="square" lIns="0" tIns="0" rIns="0" bIns="0" rtlCol="0" anchor="ctr"/>
          <a:lstStyle/>
          <a:p>
            <a:pPr indent="0" marL="0">
              <a:buNone/>
            </a:pPr>
            <a:r>
              <a:rPr lang="en-US" sz="1300" b="1" spc="200" kern="0" dirty="0">
                <a:solidFill>
                  <a:srgbClr val="C8321A"/>
                </a:solidFill>
                <a:latin typeface="Segoe UI" pitchFamily="34" charset="0"/>
                <a:ea typeface="Segoe UI" pitchFamily="34" charset="-122"/>
                <a:cs typeface="Segoe UI" pitchFamily="34" charset="-120"/>
              </a:rPr>
              <a:t>LANGUAGE</a:t>
            </a:r>
            <a:endParaRPr lang="en-US" sz="1300" dirty="0"/>
          </a:p>
        </p:txBody>
      </p:sp>
      <p:sp>
        <p:nvSpPr>
          <p:cNvPr id="19" name="Text 17"/>
          <p:cNvSpPr txBox="1"/>
          <p:nvPr/>
        </p:nvSpPr>
        <p:spPr>
          <a:xfrm>
            <a:off x="3063240" y="5111496"/>
            <a:ext cx="4084168" cy="566928"/>
          </a:xfrm>
          <a:prstGeom prst="rect">
            <a:avLst/>
          </a:prstGeom>
          <a:noFill/>
          <a:ln/>
        </p:spPr>
        <p:txBody>
          <a:bodyPr wrap="square" lIns="0" tIns="0" rIns="0" bIns="0" rtlCol="0" anchor="ctr"/>
          <a:lstStyle/>
          <a:p>
            <a:pPr indent="0" marL="0">
              <a:buNone/>
            </a:pPr>
            <a:endParaRPr lang="en-US" sz="1800" dirty="0"/>
          </a:p>
        </p:txBody>
      </p:sp>
      <p:sp>
        <p:nvSpPr>
          <p:cNvPr id="20" name="Text 18"/>
          <p:cNvSpPr txBox="1"/>
          <p:nvPr/>
        </p:nvSpPr>
        <p:spPr>
          <a:xfrm>
            <a:off x="7421728" y="5111496"/>
            <a:ext cx="4084168" cy="566928"/>
          </a:xfrm>
          <a:prstGeom prst="rect">
            <a:avLst/>
          </a:prstGeom>
          <a:noFill/>
          <a:ln/>
        </p:spPr>
        <p:txBody>
          <a:bodyPr wrap="square" lIns="0" tIns="0" rIns="0" bIns="0" rtlCol="0" anchor="ctr"/>
          <a:lstStyle/>
          <a:p>
            <a:pPr indent="0" marL="0">
              <a:buNone/>
            </a:pPr>
            <a:endParaRPr lang="en-US" sz="1800" dirty="0"/>
          </a:p>
        </p:txBody>
      </p:sp>
      <p:sp>
        <p:nvSpPr>
          <p:cNvPr id="21" name="Shape 19"/>
          <p:cNvSpPr/>
          <p:nvPr/>
        </p:nvSpPr>
        <p:spPr>
          <a:xfrm>
            <a:off x="548640" y="5678424"/>
            <a:ext cx="11094415" cy="0"/>
          </a:xfrm>
          <a:prstGeom prst="line">
            <a:avLst/>
          </a:prstGeom>
          <a:noFill/>
          <a:ln w="12700">
            <a:solidFill>
              <a:srgbClr val="16161A"/>
            </a:solidFill>
            <a:prstDash val="solid"/>
          </a:ln>
        </p:spPr>
      </p:sp>
      <p:sp>
        <p:nvSpPr>
          <p:cNvPr id="22" name="Text 20"/>
          <p:cNvSpPr txBox="1"/>
          <p:nvPr/>
        </p:nvSpPr>
        <p:spPr>
          <a:xfrm>
            <a:off x="548640" y="5678424"/>
            <a:ext cx="2286000" cy="566928"/>
          </a:xfrm>
          <a:prstGeom prst="rect">
            <a:avLst/>
          </a:prstGeom>
          <a:noFill/>
          <a:ln/>
        </p:spPr>
        <p:txBody>
          <a:bodyPr wrap="square" lIns="0" tIns="0" rIns="0" bIns="0" rtlCol="0" anchor="ctr"/>
          <a:lstStyle/>
          <a:p>
            <a:pPr indent="0" marL="0">
              <a:buNone/>
            </a:pPr>
            <a:r>
              <a:rPr lang="en-US" sz="1300" b="1" spc="200" kern="0" dirty="0">
                <a:solidFill>
                  <a:srgbClr val="C8321A"/>
                </a:solidFill>
                <a:latin typeface="Segoe UI" pitchFamily="34" charset="0"/>
                <a:ea typeface="Segoe UI" pitchFamily="34" charset="-122"/>
                <a:cs typeface="Segoe UI" pitchFamily="34" charset="-120"/>
              </a:rPr>
              <a:t>IMAGES</a:t>
            </a:r>
            <a:endParaRPr lang="en-US" sz="1300" dirty="0"/>
          </a:p>
        </p:txBody>
      </p:sp>
      <p:sp>
        <p:nvSpPr>
          <p:cNvPr id="23" name="Text 21"/>
          <p:cNvSpPr txBox="1"/>
          <p:nvPr/>
        </p:nvSpPr>
        <p:spPr>
          <a:xfrm>
            <a:off x="3063240" y="5678424"/>
            <a:ext cx="4084168" cy="566928"/>
          </a:xfrm>
          <a:prstGeom prst="rect">
            <a:avLst/>
          </a:prstGeom>
          <a:noFill/>
          <a:ln/>
        </p:spPr>
        <p:txBody>
          <a:bodyPr wrap="square" lIns="0" tIns="0" rIns="0" bIns="0" rtlCol="0" anchor="ctr"/>
          <a:lstStyle/>
          <a:p>
            <a:pPr indent="0" marL="0">
              <a:buNone/>
            </a:pPr>
            <a:endParaRPr lang="en-US" sz="1800" dirty="0"/>
          </a:p>
        </p:txBody>
      </p:sp>
      <p:sp>
        <p:nvSpPr>
          <p:cNvPr id="24" name="Text 22"/>
          <p:cNvSpPr txBox="1"/>
          <p:nvPr/>
        </p:nvSpPr>
        <p:spPr>
          <a:xfrm>
            <a:off x="7421728" y="5678424"/>
            <a:ext cx="4084168" cy="566928"/>
          </a:xfrm>
          <a:prstGeom prst="rect">
            <a:avLst/>
          </a:prstGeom>
          <a:noFill/>
          <a:ln/>
        </p:spPr>
        <p:txBody>
          <a:bodyPr wrap="square" lIns="0" tIns="0" rIns="0" bIns="0" rtlCol="0" anchor="ctr"/>
          <a:lstStyle/>
          <a:p>
            <a:pPr indent="0" marL="0">
              <a:buNone/>
            </a:pPr>
            <a:endParaRPr lang="en-US" sz="1800" dirty="0"/>
          </a:p>
        </p:txBody>
      </p:sp>
      <p:pic>
        <p:nvPicPr>
          <p:cNvPr id="25" name="Image 0" descr="Deliberate practice">    </p:cNvPr>
          <p:cNvPicPr>
            <a:picLocks noChangeAspect="1"/>
          </p:cNvPicPr>
          <p:nvPr/>
        </p:nvPicPr>
        <p:blipFill>
          <a:blip r:embed="rId1"/>
          <a:stretch>
            <a:fillRect/>
          </a:stretch>
        </p:blipFill>
        <p:spPr>
          <a:xfrm>
            <a:off x="10972800" y="621792"/>
            <a:ext cx="685800" cy="685800"/>
          </a:xfrm>
          <a:prstGeom prst="rect">
            <a:avLst/>
          </a:prstGeom>
        </p:spPr>
      </p:pic>
      <p:sp>
        <p:nvSpPr>
          <p:cNvPr id="27" name="Text 2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b="1" i="1" dirty="0">
                <a:solidFill>
                  <a:srgbClr val="C8321A"/>
                </a:solidFill>
                <a:latin typeface="Segoe UI" pitchFamily="34" charset="0"/>
                <a:ea typeface="Segoe UI" pitchFamily="34" charset="-122"/>
                <a:cs typeface="Segoe UI" pitchFamily="34" charset="-120"/>
              </a:rPr>
              <a:t>TEMPLATE  ·  compare</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F5A52"/>
                </a:solidFill>
                <a:latin typeface="Segoe UI"/>
                <a:ea typeface="Segoe UI"/>
                <a:cs typeface="Segoe UI"/>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9966960" cy="914400"/>
          </a:xfrm>
          <a:prstGeom prst="rect">
            <a:avLst/>
          </a:prstGeom>
          <a:noFill/>
          <a:ln/>
        </p:spPr>
        <p:txBody>
          <a:bodyPr wrap="square" lIns="0" tIns="0" rIns="0" bIns="0" rtlCol="0" anchor="ctr"/>
          <a:lstStyle/>
          <a:p>
            <a:pPr algn="l" indent="0" marL="0">
              <a:buNone/>
            </a:pPr>
            <a:r>
              <a:rPr lang="en-US" sz="4400" dirty="0">
                <a:solidFill>
                  <a:srgbClr val="16161A"/>
                </a:solidFill>
                <a:latin typeface="Bahnschrift SemiBold Condensed" pitchFamily="34" charset="0"/>
                <a:ea typeface="Bahnschrift SemiBold Condensed" pitchFamily="34" charset="-122"/>
                <a:cs typeface="Bahnschrift SemiBold Condensed" pitchFamily="34" charset="-120"/>
              </a:rPr>
              <a:t>Profile your audience</a:t>
            </a:r>
            <a:endParaRPr lang="en-US" sz="4400" dirty="0"/>
          </a:p>
        </p:txBody>
      </p:sp>
      <p:sp>
        <p:nvSpPr>
          <p:cNvPr id="3" name="Shape 1"/>
          <p:cNvSpPr/>
          <p:nvPr/>
        </p:nvSpPr>
        <p:spPr>
          <a:xfrm>
            <a:off x="548640" y="1691640"/>
            <a:ext cx="6675120" cy="0"/>
          </a:xfrm>
          <a:prstGeom prst="line">
            <a:avLst/>
          </a:prstGeom>
          <a:noFill/>
          <a:ln w="15875">
            <a:solidFill>
              <a:srgbClr val="16161A"/>
            </a:solidFill>
            <a:prstDash val="solid"/>
          </a:ln>
        </p:spPr>
      </p:sp>
      <p:sp>
        <p:nvSpPr>
          <p:cNvPr id="4" name="Text 2"/>
          <p:cNvSpPr txBox="1"/>
          <p:nvPr/>
        </p:nvSpPr>
        <p:spPr>
          <a:xfrm>
            <a:off x="548640" y="1764792"/>
            <a:ext cx="457200" cy="548640"/>
          </a:xfrm>
          <a:prstGeom prst="rect">
            <a:avLst/>
          </a:prstGeom>
          <a:noFill/>
          <a:ln/>
        </p:spPr>
        <p:txBody>
          <a:bodyPr wrap="square" lIns="0" tIns="0" rIns="0" bIns="0" rtlCol="0" anchor="t"/>
          <a:lstStyle/>
          <a:p>
            <a:pPr indent="0" marL="0">
              <a:buNone/>
            </a:pPr>
            <a:r>
              <a:rPr lang="en-US" sz="3600" dirty="0">
                <a:solidFill>
                  <a:srgbClr val="C8321A"/>
                </a:solidFill>
                <a:latin typeface="Bahnschrift SemiBold Condensed" pitchFamily="34" charset="0"/>
                <a:ea typeface="Bahnschrift SemiBold Condensed" pitchFamily="34" charset="-122"/>
                <a:cs typeface="Bahnschrift SemiBold Condensed" pitchFamily="34" charset="-120"/>
              </a:rPr>
              <a:t>1</a:t>
            </a:r>
            <a:endParaRPr lang="en-US" sz="3600" dirty="0"/>
          </a:p>
        </p:txBody>
      </p:sp>
      <p:sp>
        <p:nvSpPr>
          <p:cNvPr id="5" name="Text 3"/>
          <p:cNvSpPr txBox="1"/>
          <p:nvPr/>
        </p:nvSpPr>
        <p:spPr>
          <a:xfrm>
            <a:off x="1097280" y="1819656"/>
            <a:ext cx="6126480" cy="1127760"/>
          </a:xfrm>
          <a:prstGeom prst="rect">
            <a:avLst/>
          </a:prstGeom>
          <a:noFill/>
          <a:ln/>
        </p:spPr>
        <p:txBody>
          <a:bodyPr wrap="square" lIns="0" tIns="0" rIns="0" bIns="0" rtlCol="0" anchor="t"/>
          <a:lstStyle/>
          <a:p>
            <a:pPr indent="0" marL="0">
              <a:buNone/>
            </a:pPr>
            <a:r>
              <a:rPr lang="en-US" sz="2000" dirty="0">
                <a:solidFill>
                  <a:srgbClr val="16161A"/>
                </a:solidFill>
                <a:latin typeface="Segoe UI" pitchFamily="34" charset="0"/>
                <a:ea typeface="Segoe UI" pitchFamily="34" charset="-122"/>
                <a:cs typeface="Segoe UI" pitchFamily="34" charset="-120"/>
              </a:rPr>
              <a:t>Pick one product from today.</a:t>
            </a:r>
            <a:endParaRPr lang="en-US" sz="2000" dirty="0"/>
          </a:p>
        </p:txBody>
      </p:sp>
      <p:sp>
        <p:nvSpPr>
          <p:cNvPr id="6" name="Shape 4"/>
          <p:cNvSpPr/>
          <p:nvPr/>
        </p:nvSpPr>
        <p:spPr>
          <a:xfrm>
            <a:off x="548640" y="3002280"/>
            <a:ext cx="6675120" cy="0"/>
          </a:xfrm>
          <a:prstGeom prst="line">
            <a:avLst/>
          </a:prstGeom>
          <a:noFill/>
          <a:ln w="15875">
            <a:solidFill>
              <a:srgbClr val="16161A"/>
            </a:solidFill>
            <a:prstDash val="solid"/>
          </a:ln>
        </p:spPr>
      </p:sp>
      <p:sp>
        <p:nvSpPr>
          <p:cNvPr id="7" name="Text 5"/>
          <p:cNvSpPr txBox="1"/>
          <p:nvPr/>
        </p:nvSpPr>
        <p:spPr>
          <a:xfrm>
            <a:off x="548640" y="3075432"/>
            <a:ext cx="457200" cy="548640"/>
          </a:xfrm>
          <a:prstGeom prst="rect">
            <a:avLst/>
          </a:prstGeom>
          <a:noFill/>
          <a:ln/>
        </p:spPr>
        <p:txBody>
          <a:bodyPr wrap="square" lIns="0" tIns="0" rIns="0" bIns="0" rtlCol="0" anchor="t"/>
          <a:lstStyle/>
          <a:p>
            <a:pPr indent="0" marL="0">
              <a:buNone/>
            </a:pPr>
            <a:r>
              <a:rPr lang="en-US" sz="3600" dirty="0">
                <a:solidFill>
                  <a:srgbClr val="C8321A"/>
                </a:solidFill>
                <a:latin typeface="Bahnschrift SemiBold Condensed" pitchFamily="34" charset="0"/>
                <a:ea typeface="Bahnschrift SemiBold Condensed" pitchFamily="34" charset="-122"/>
                <a:cs typeface="Bahnschrift SemiBold Condensed" pitchFamily="34" charset="-120"/>
              </a:rPr>
              <a:t>2</a:t>
            </a:r>
            <a:endParaRPr lang="en-US" sz="3600" dirty="0"/>
          </a:p>
        </p:txBody>
      </p:sp>
      <p:sp>
        <p:nvSpPr>
          <p:cNvPr id="8" name="Text 6"/>
          <p:cNvSpPr txBox="1"/>
          <p:nvPr/>
        </p:nvSpPr>
        <p:spPr>
          <a:xfrm>
            <a:off x="1097280" y="3130296"/>
            <a:ext cx="6126480" cy="1127760"/>
          </a:xfrm>
          <a:prstGeom prst="rect">
            <a:avLst/>
          </a:prstGeom>
          <a:noFill/>
          <a:ln/>
        </p:spPr>
        <p:txBody>
          <a:bodyPr wrap="square" lIns="0" tIns="0" rIns="0" bIns="0" rtlCol="0" anchor="t"/>
          <a:lstStyle/>
          <a:p>
            <a:pPr indent="0" marL="0">
              <a:buNone/>
            </a:pPr>
            <a:r>
              <a:rPr lang="en-US" sz="2000" dirty="0">
                <a:solidFill>
                  <a:srgbClr val="16161A"/>
                </a:solidFill>
                <a:latin typeface="Segoe UI" pitchFamily="34" charset="0"/>
                <a:ea typeface="Segoe UI" pitchFamily="34" charset="-122"/>
                <a:cs typeface="Segoe UI" pitchFamily="34" charset="-120"/>
              </a:rPr>
              <a:t>Fill in its demographics.</a:t>
            </a:r>
            <a:endParaRPr lang="en-US" sz="2000" dirty="0"/>
          </a:p>
        </p:txBody>
      </p:sp>
      <p:sp>
        <p:nvSpPr>
          <p:cNvPr id="9" name="Shape 7"/>
          <p:cNvSpPr/>
          <p:nvPr/>
        </p:nvSpPr>
        <p:spPr>
          <a:xfrm>
            <a:off x="548640" y="4312920"/>
            <a:ext cx="6675120" cy="0"/>
          </a:xfrm>
          <a:prstGeom prst="line">
            <a:avLst/>
          </a:prstGeom>
          <a:noFill/>
          <a:ln w="15875">
            <a:solidFill>
              <a:srgbClr val="16161A"/>
            </a:solidFill>
            <a:prstDash val="solid"/>
          </a:ln>
        </p:spPr>
      </p:sp>
      <p:sp>
        <p:nvSpPr>
          <p:cNvPr id="10" name="Text 8"/>
          <p:cNvSpPr txBox="1"/>
          <p:nvPr/>
        </p:nvSpPr>
        <p:spPr>
          <a:xfrm>
            <a:off x="548640" y="4386072"/>
            <a:ext cx="457200" cy="548640"/>
          </a:xfrm>
          <a:prstGeom prst="rect">
            <a:avLst/>
          </a:prstGeom>
          <a:noFill/>
          <a:ln/>
        </p:spPr>
        <p:txBody>
          <a:bodyPr wrap="square" lIns="0" tIns="0" rIns="0" bIns="0" rtlCol="0" anchor="t"/>
          <a:lstStyle/>
          <a:p>
            <a:pPr indent="0" marL="0">
              <a:buNone/>
            </a:pPr>
            <a:r>
              <a:rPr lang="en-US" sz="3600" dirty="0">
                <a:solidFill>
                  <a:srgbClr val="C8321A"/>
                </a:solidFill>
                <a:latin typeface="Bahnschrift SemiBold Condensed" pitchFamily="34" charset="0"/>
                <a:ea typeface="Bahnschrift SemiBold Condensed" pitchFamily="34" charset="-122"/>
                <a:cs typeface="Bahnschrift SemiBold Condensed" pitchFamily="34" charset="-120"/>
              </a:rPr>
              <a:t>3</a:t>
            </a:r>
            <a:endParaRPr lang="en-US" sz="3600" dirty="0"/>
          </a:p>
        </p:txBody>
      </p:sp>
      <p:sp>
        <p:nvSpPr>
          <p:cNvPr id="11" name="Text 9"/>
          <p:cNvSpPr txBox="1"/>
          <p:nvPr/>
        </p:nvSpPr>
        <p:spPr>
          <a:xfrm>
            <a:off x="1097280" y="4440936"/>
            <a:ext cx="6126480" cy="1127760"/>
          </a:xfrm>
          <a:prstGeom prst="rect">
            <a:avLst/>
          </a:prstGeom>
          <a:noFill/>
          <a:ln/>
        </p:spPr>
        <p:txBody>
          <a:bodyPr wrap="square" lIns="0" tIns="0" rIns="0" bIns="0" rtlCol="0" anchor="t"/>
          <a:lstStyle/>
          <a:p>
            <a:pPr indent="0" marL="0">
              <a:buNone/>
            </a:pPr>
            <a:r>
              <a:rPr lang="en-US" sz="2000" dirty="0">
                <a:solidFill>
                  <a:srgbClr val="16161A"/>
                </a:solidFill>
                <a:latin typeface="Segoe UI" pitchFamily="34" charset="0"/>
                <a:ea typeface="Segoe UI" pitchFamily="34" charset="-122"/>
                <a:cs typeface="Segoe UI" pitchFamily="34" charset="-120"/>
              </a:rPr>
              <a:t>Fill in two psychographics, each with a clue from the product.</a:t>
            </a:r>
            <a:endParaRPr lang="en-US" sz="2000" dirty="0"/>
          </a:p>
        </p:txBody>
      </p:sp>
      <p:sp>
        <p:nvSpPr>
          <p:cNvPr id="12" name="Text 10"/>
          <p:cNvSpPr txBox="1"/>
          <p:nvPr/>
        </p:nvSpPr>
        <p:spPr>
          <a:xfrm>
            <a:off x="548640" y="5760720"/>
            <a:ext cx="6675120" cy="411480"/>
          </a:xfrm>
          <a:prstGeom prst="rect">
            <a:avLst/>
          </a:prstGeom>
          <a:noFill/>
          <a:ln/>
        </p:spPr>
        <p:txBody>
          <a:bodyPr wrap="square" lIns="0" tIns="0" rIns="0" bIns="0" rtlCol="0" anchor="ctr"/>
          <a:lstStyle/>
          <a:p>
            <a:pPr indent="0" marL="0">
              <a:buNone/>
            </a:pPr>
            <a:r>
              <a:rPr lang="en-US" sz="1300" b="1" spc="200" kern="0" dirty="0">
                <a:solidFill>
                  <a:srgbClr val="C8321A"/>
                </a:solidFill>
                <a:latin typeface="Segoe UI" pitchFamily="34" charset="0"/>
                <a:ea typeface="Segoe UI" pitchFamily="34" charset="-122"/>
                <a:cs typeface="Segoe UI" pitchFamily="34" charset="-120"/>
              </a:rPr>
              <a:t>FIND IT  </a:t>
            </a:r>
            <a:pPr indent="0" marL="0">
              <a:buNone/>
            </a:pPr>
            <a:r>
              <a:rPr lang="en-US" sz="1800" dirty="0">
                <a:solidFill>
                  <a:srgbClr val="16161A"/>
                </a:solidFill>
                <a:latin typeface="Segoe UI" pitchFamily="34" charset="0"/>
                <a:ea typeface="Segoe UI" pitchFamily="34" charset="-122"/>
                <a:cs typeface="Segoe UI" pitchFamily="34" charset="-120"/>
              </a:rPr>
              <a:t>Classroom › Lesson 3 › Audience profile</a:t>
            </a:r>
            <a:endParaRPr lang="en-US" sz="1300" dirty="0"/>
          </a:p>
        </p:txBody>
      </p:sp>
      <p:sp>
        <p:nvSpPr>
          <p:cNvPr id="13" name="Shape 11"/>
          <p:cNvSpPr/>
          <p:nvPr/>
        </p:nvSpPr>
        <p:spPr>
          <a:xfrm>
            <a:off x="7589520" y="1691640"/>
            <a:ext cx="4053535" cy="4480560"/>
          </a:xfrm>
          <a:prstGeom prst="rect">
            <a:avLst/>
          </a:prstGeom>
          <a:solidFill>
            <a:srgbClr val="16161A"/>
          </a:solidFill>
          <a:ln/>
        </p:spPr>
      </p:sp>
      <p:sp>
        <p:nvSpPr>
          <p:cNvPr id="14" name="Text 12"/>
          <p:cNvSpPr txBox="1"/>
          <p:nvPr/>
        </p:nvSpPr>
        <p:spPr>
          <a:xfrm>
            <a:off x="7863840" y="1874520"/>
            <a:ext cx="3504895" cy="274320"/>
          </a:xfrm>
          <a:prstGeom prst="rect">
            <a:avLst/>
          </a:prstGeom>
          <a:noFill/>
          <a:ln/>
        </p:spPr>
        <p:txBody>
          <a:bodyPr wrap="square" lIns="0" tIns="0" rIns="0" bIns="0" rtlCol="0" anchor="t"/>
          <a:lstStyle/>
          <a:p>
            <a:pPr indent="0" marL="0">
              <a:buNone/>
            </a:pPr>
            <a:r>
              <a:rPr lang="en-US" sz="1300" b="1" spc="300" kern="0" dirty="0">
                <a:solidFill>
                  <a:srgbClr val="FF6A4D"/>
                </a:solidFill>
                <a:latin typeface="Segoe UI" pitchFamily="34" charset="0"/>
                <a:ea typeface="Segoe UI" pitchFamily="34" charset="-122"/>
                <a:cs typeface="Segoe UI" pitchFamily="34" charset="-120"/>
              </a:rPr>
              <a:t>SUCCESS LOOKS LIKE</a:t>
            </a:r>
            <a:endParaRPr lang="en-US" sz="1300" dirty="0"/>
          </a:p>
        </p:txBody>
      </p:sp>
      <p:sp>
        <p:nvSpPr>
          <p:cNvPr id="15" name="Text 13"/>
          <p:cNvSpPr txBox="1"/>
          <p:nvPr/>
        </p:nvSpPr>
        <p:spPr>
          <a:xfrm>
            <a:off x="7863840" y="2286000"/>
            <a:ext cx="3504895" cy="3749040"/>
          </a:xfrm>
          <a:prstGeom prst="rect">
            <a:avLst/>
          </a:prstGeom>
          <a:noFill/>
          <a:ln/>
        </p:spPr>
        <p:txBody>
          <a:bodyPr wrap="square" lIns="0" tIns="0" rIns="0" bIns="0" rtlCol="0" anchor="t"/>
          <a:lstStyle/>
          <a:p>
            <a:pPr marL="342900" indent="-342900">
              <a:spcAft>
                <a:spcPts val="1000"/>
              </a:spcAft>
              <a:buSzPct val="100000"/>
              <a:buChar char="■"/>
            </a:pPr>
            <a:r>
              <a:rPr lang="en-US" sz="1900" dirty="0">
                <a:solidFill>
                  <a:srgbClr val="F4EFE6"/>
                </a:solidFill>
                <a:latin typeface="Segoe UI" pitchFamily="34" charset="0"/>
                <a:ea typeface="Segoe UI" pitchFamily="34" charset="-122"/>
                <a:cs typeface="Segoe UI" pitchFamily="34" charset="-120"/>
              </a:rPr>
              <a:t>Every point has a clue from the product</a:t>
            </a:r>
            <a:endParaRPr lang="en-US" sz="1900" dirty="0"/>
          </a:p>
          <a:p>
            <a:pPr marL="342900" indent="-342900">
              <a:spcAft>
                <a:spcPts val="1000"/>
              </a:spcAft>
              <a:buSzPct val="100000"/>
              <a:buChar char="■"/>
            </a:pPr>
            <a:r>
              <a:rPr lang="en-US" sz="1900" dirty="0">
                <a:solidFill>
                  <a:srgbClr val="F4EFE6"/>
                </a:solidFill>
                <a:latin typeface="Segoe UI" pitchFamily="34" charset="0"/>
                <a:ea typeface="Segoe UI" pitchFamily="34" charset="-122"/>
                <a:cs typeface="Segoe UI" pitchFamily="34" charset="-120"/>
              </a:rPr>
              <a:t>Uses demographics and psychographics</a:t>
            </a:r>
            <a:endParaRPr lang="en-US" sz="1900" dirty="0"/>
          </a:p>
          <a:p>
            <a:pPr marL="342900" indent="-342900">
              <a:spcAft>
                <a:spcPts val="1000"/>
              </a:spcAft>
              <a:buSzPct val="100000"/>
              <a:buChar char="■"/>
            </a:pPr>
            <a:r>
              <a:rPr lang="en-US" sz="1900" dirty="0">
                <a:solidFill>
                  <a:srgbClr val="F4EFE6"/>
                </a:solidFill>
                <a:latin typeface="Segoe UI" pitchFamily="34" charset="0"/>
                <a:ea typeface="Segoe UI" pitchFamily="34" charset="-122"/>
                <a:cs typeface="Segoe UI" pitchFamily="34" charset="-120"/>
              </a:rPr>
              <a:t>Names a primary audience</a:t>
            </a:r>
            <a:endParaRPr lang="en-US" sz="1900" dirty="0"/>
          </a:p>
        </p:txBody>
      </p:sp>
      <p:sp>
        <p:nvSpPr>
          <p:cNvPr id="16" name="Shape 14"/>
          <p:cNvSpPr/>
          <p:nvPr/>
        </p:nvSpPr>
        <p:spPr>
          <a:xfrm>
            <a:off x="9006840" y="749808"/>
            <a:ext cx="1600200" cy="292608"/>
          </a:xfrm>
          <a:prstGeom prst="rect">
            <a:avLst/>
          </a:prstGeom>
          <a:solidFill>
            <a:srgbClr val="C8321A"/>
          </a:solidFill>
          <a:ln/>
        </p:spPr>
      </p:sp>
      <p:sp>
        <p:nvSpPr>
          <p:cNvPr id="17" name="Text 15"/>
          <p:cNvSpPr txBox="1"/>
          <p:nvPr/>
        </p:nvSpPr>
        <p:spPr>
          <a:xfrm>
            <a:off x="9006840" y="749808"/>
            <a:ext cx="1600200" cy="29260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Segoe UI" pitchFamily="34" charset="0"/>
                <a:ea typeface="Segoe UI" pitchFamily="34" charset="-122"/>
                <a:cs typeface="Segoe UI" pitchFamily="34" charset="-120"/>
              </a:rPr>
              <a:t>TIMER  15 MIN</a:t>
            </a:r>
            <a:endParaRPr lang="en-US" sz="1200" dirty="0"/>
          </a:p>
        </p:txBody>
      </p:sp>
      <p:pic>
        <p:nvPicPr>
          <p:cNvPr id="18" name="Image 0" descr="Deliberate practice">    </p:cNvPr>
          <p:cNvPicPr>
            <a:picLocks noChangeAspect="1"/>
          </p:cNvPicPr>
          <p:nvPr/>
        </p:nvPicPr>
        <p:blipFill>
          <a:blip r:embed="rId1"/>
          <a:stretch>
            <a:fillRect/>
          </a:stretch>
        </p:blipFill>
        <p:spPr>
          <a:xfrm>
            <a:off x="10972800" y="621792"/>
            <a:ext cx="685800" cy="685800"/>
          </a:xfrm>
          <a:prstGeom prst="rect">
            <a:avLst/>
          </a:prstGeom>
        </p:spPr>
      </p:pic>
      <p:sp>
        <p:nvSpPr>
          <p:cNvPr id="20" name="Text 16"/>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b="1" i="1" dirty="0">
                <a:solidFill>
                  <a:srgbClr val="C8321A"/>
                </a:solidFill>
                <a:latin typeface="Segoe UI" pitchFamily="34" charset="0"/>
                <a:ea typeface="Segoe UI" pitchFamily="34" charset="-122"/>
                <a:cs typeface="Segoe UI" pitchFamily="34" charset="-120"/>
              </a:rPr>
              <a:t>TEMPLATE  ·  task</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F5A52"/>
                </a:solidFill>
                <a:latin typeface="Segoe UI"/>
                <a:ea typeface="Segoe UI"/>
                <a:cs typeface="Segoe UI"/>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9966960" cy="914400"/>
          </a:xfrm>
          <a:prstGeom prst="rect">
            <a:avLst/>
          </a:prstGeom>
          <a:noFill/>
          <a:ln/>
        </p:spPr>
        <p:txBody>
          <a:bodyPr wrap="square" lIns="0" tIns="0" rIns="0" bIns="0" rtlCol="0" anchor="ctr"/>
          <a:lstStyle/>
          <a:p>
            <a:pPr algn="l" indent="0" marL="0">
              <a:buNone/>
            </a:pPr>
            <a:r>
              <a:rPr lang="en-US" sz="4400" dirty="0">
                <a:solidFill>
                  <a:srgbClr val="16161A"/>
                </a:solidFill>
                <a:latin typeface="Bahnschrift SemiBold Condensed" pitchFamily="34" charset="0"/>
                <a:ea typeface="Bahnschrift SemiBold Condensed" pitchFamily="34" charset="-122"/>
                <a:cs typeface="Bahnschrift SemiBold Condensed" pitchFamily="34" charset="-120"/>
              </a:rPr>
              <a:t>Which one?</a:t>
            </a:r>
            <a:endParaRPr lang="en-US" sz="4400" dirty="0"/>
          </a:p>
        </p:txBody>
      </p:sp>
      <p:sp>
        <p:nvSpPr>
          <p:cNvPr id="3" name="Text 1"/>
          <p:cNvSpPr txBox="1"/>
          <p:nvPr/>
        </p:nvSpPr>
        <p:spPr>
          <a:xfrm>
            <a:off x="548640" y="1645920"/>
            <a:ext cx="11094415" cy="1188720"/>
          </a:xfrm>
          <a:prstGeom prst="rect">
            <a:avLst/>
          </a:prstGeom>
          <a:noFill/>
          <a:ln/>
        </p:spPr>
        <p:txBody>
          <a:bodyPr wrap="square" lIns="0" tIns="0" rIns="0" bIns="0" rtlCol="0" anchor="t"/>
          <a:lstStyle/>
          <a:p>
            <a:pPr indent="0" marL="0">
              <a:buNone/>
            </a:pPr>
            <a:r>
              <a:rPr lang="en-US" sz="2800" i="1" dirty="0">
                <a:solidFill>
                  <a:srgbClr val="16161A"/>
                </a:solidFill>
                <a:latin typeface="Georgia" pitchFamily="34" charset="0"/>
                <a:ea typeface="Georgia" pitchFamily="34" charset="-122"/>
                <a:cs typeface="Georgia" pitchFamily="34" charset="-120"/>
              </a:rPr>
              <a:t>Which detail best shows the audience's values, not just their age?</a:t>
            </a:r>
            <a:endParaRPr lang="en-US" sz="2800" dirty="0"/>
          </a:p>
        </p:txBody>
      </p:sp>
      <p:sp>
        <p:nvSpPr>
          <p:cNvPr id="4" name="Shape 2"/>
          <p:cNvSpPr/>
          <p:nvPr/>
        </p:nvSpPr>
        <p:spPr>
          <a:xfrm>
            <a:off x="548640" y="3063240"/>
            <a:ext cx="3515258" cy="3017520"/>
          </a:xfrm>
          <a:prstGeom prst="rect">
            <a:avLst/>
          </a:prstGeom>
          <a:solidFill>
            <a:srgbClr val="16161A"/>
          </a:solidFill>
          <a:ln/>
        </p:spPr>
      </p:sp>
      <p:sp>
        <p:nvSpPr>
          <p:cNvPr id="5" name="Text 3"/>
          <p:cNvSpPr txBox="1"/>
          <p:nvPr/>
        </p:nvSpPr>
        <p:spPr>
          <a:xfrm>
            <a:off x="822960" y="3200400"/>
            <a:ext cx="914400" cy="1005840"/>
          </a:xfrm>
          <a:prstGeom prst="rect">
            <a:avLst/>
          </a:prstGeom>
          <a:noFill/>
          <a:ln/>
        </p:spPr>
        <p:txBody>
          <a:bodyPr wrap="square" lIns="0" tIns="0" rIns="0" bIns="0" rtlCol="0" anchor="t"/>
          <a:lstStyle/>
          <a:p>
            <a:pPr indent="0" marL="0">
              <a:buNone/>
            </a:pPr>
            <a:r>
              <a:rPr lang="en-US" sz="6400" dirty="0">
                <a:solidFill>
                  <a:srgbClr val="FF6A4D"/>
                </a:solidFill>
                <a:latin typeface="Bahnschrift SemiBold Condensed" pitchFamily="34" charset="0"/>
                <a:ea typeface="Bahnschrift SemiBold Condensed" pitchFamily="34" charset="-122"/>
                <a:cs typeface="Bahnschrift SemiBold Condensed" pitchFamily="34" charset="-120"/>
              </a:rPr>
              <a:t>A</a:t>
            </a:r>
            <a:endParaRPr lang="en-US" sz="6400" dirty="0"/>
          </a:p>
        </p:txBody>
      </p:sp>
      <p:sp>
        <p:nvSpPr>
          <p:cNvPr id="6" name="Text 4"/>
          <p:cNvSpPr txBox="1"/>
          <p:nvPr/>
        </p:nvSpPr>
        <p:spPr>
          <a:xfrm>
            <a:off x="822960" y="4251960"/>
            <a:ext cx="2966618" cy="1691640"/>
          </a:xfrm>
          <a:prstGeom prst="rect">
            <a:avLst/>
          </a:prstGeom>
          <a:noFill/>
          <a:ln/>
        </p:spPr>
        <p:txBody>
          <a:bodyPr wrap="square" lIns="0" tIns="0" rIns="0" bIns="0" rtlCol="0" anchor="t"/>
          <a:lstStyle/>
          <a:p>
            <a:pPr indent="0" marL="0">
              <a:buNone/>
            </a:pPr>
            <a:r>
              <a:rPr lang="en-US" sz="2100" dirty="0">
                <a:solidFill>
                  <a:srgbClr val="F4EFE6"/>
                </a:solidFill>
                <a:latin typeface="Segoe UI" pitchFamily="34" charset="0"/>
                <a:ea typeface="Segoe UI" pitchFamily="34" charset="-122"/>
                <a:cs typeface="Segoe UI" pitchFamily="34" charset="-120"/>
              </a:rPr>
              <a:t>The price on the cover</a:t>
            </a:r>
            <a:endParaRPr lang="en-US" sz="2100" dirty="0"/>
          </a:p>
        </p:txBody>
      </p:sp>
      <p:sp>
        <p:nvSpPr>
          <p:cNvPr id="7" name="Shape 5"/>
          <p:cNvSpPr/>
          <p:nvPr/>
        </p:nvSpPr>
        <p:spPr>
          <a:xfrm>
            <a:off x="4338218" y="3063240"/>
            <a:ext cx="3515258" cy="3017520"/>
          </a:xfrm>
          <a:prstGeom prst="rect">
            <a:avLst/>
          </a:prstGeom>
          <a:solidFill>
            <a:srgbClr val="16161A"/>
          </a:solidFill>
          <a:ln/>
        </p:spPr>
      </p:sp>
      <p:sp>
        <p:nvSpPr>
          <p:cNvPr id="8" name="Text 6"/>
          <p:cNvSpPr txBox="1"/>
          <p:nvPr/>
        </p:nvSpPr>
        <p:spPr>
          <a:xfrm>
            <a:off x="4612538" y="3200400"/>
            <a:ext cx="914400" cy="1005840"/>
          </a:xfrm>
          <a:prstGeom prst="rect">
            <a:avLst/>
          </a:prstGeom>
          <a:noFill/>
          <a:ln/>
        </p:spPr>
        <p:txBody>
          <a:bodyPr wrap="square" lIns="0" tIns="0" rIns="0" bIns="0" rtlCol="0" anchor="t"/>
          <a:lstStyle/>
          <a:p>
            <a:pPr indent="0" marL="0">
              <a:buNone/>
            </a:pPr>
            <a:r>
              <a:rPr lang="en-US" sz="6400" dirty="0">
                <a:solidFill>
                  <a:srgbClr val="FF6A4D"/>
                </a:solidFill>
                <a:latin typeface="Bahnschrift SemiBold Condensed" pitchFamily="34" charset="0"/>
                <a:ea typeface="Bahnschrift SemiBold Condensed" pitchFamily="34" charset="-122"/>
                <a:cs typeface="Bahnschrift SemiBold Condensed" pitchFamily="34" charset="-120"/>
              </a:rPr>
              <a:t>B</a:t>
            </a:r>
            <a:endParaRPr lang="en-US" sz="6400" dirty="0"/>
          </a:p>
        </p:txBody>
      </p:sp>
      <p:sp>
        <p:nvSpPr>
          <p:cNvPr id="9" name="Text 7"/>
          <p:cNvSpPr txBox="1"/>
          <p:nvPr/>
        </p:nvSpPr>
        <p:spPr>
          <a:xfrm>
            <a:off x="4612538" y="4251960"/>
            <a:ext cx="2966618" cy="1691640"/>
          </a:xfrm>
          <a:prstGeom prst="rect">
            <a:avLst/>
          </a:prstGeom>
          <a:noFill/>
          <a:ln/>
        </p:spPr>
        <p:txBody>
          <a:bodyPr wrap="square" lIns="0" tIns="0" rIns="0" bIns="0" rtlCol="0" anchor="t"/>
          <a:lstStyle/>
          <a:p>
            <a:pPr indent="0" marL="0">
              <a:buNone/>
            </a:pPr>
            <a:r>
              <a:rPr lang="en-US" sz="2100" dirty="0">
                <a:solidFill>
                  <a:srgbClr val="F4EFE6"/>
                </a:solidFill>
                <a:latin typeface="Segoe UI" pitchFamily="34" charset="0"/>
                <a:ea typeface="Segoe UI" pitchFamily="34" charset="-122"/>
                <a:cs typeface="Segoe UI" pitchFamily="34" charset="-120"/>
              </a:rPr>
              <a:t>A cover line about saving the planet</a:t>
            </a:r>
            <a:endParaRPr lang="en-US" sz="2100" dirty="0"/>
          </a:p>
        </p:txBody>
      </p:sp>
      <p:sp>
        <p:nvSpPr>
          <p:cNvPr id="10" name="Shape 8"/>
          <p:cNvSpPr/>
          <p:nvPr/>
        </p:nvSpPr>
        <p:spPr>
          <a:xfrm>
            <a:off x="8127797" y="3063240"/>
            <a:ext cx="3515258" cy="3017520"/>
          </a:xfrm>
          <a:prstGeom prst="rect">
            <a:avLst/>
          </a:prstGeom>
          <a:solidFill>
            <a:srgbClr val="16161A"/>
          </a:solidFill>
          <a:ln/>
        </p:spPr>
      </p:sp>
      <p:sp>
        <p:nvSpPr>
          <p:cNvPr id="11" name="Text 9"/>
          <p:cNvSpPr txBox="1"/>
          <p:nvPr/>
        </p:nvSpPr>
        <p:spPr>
          <a:xfrm>
            <a:off x="8402117" y="3200400"/>
            <a:ext cx="914400" cy="1005840"/>
          </a:xfrm>
          <a:prstGeom prst="rect">
            <a:avLst/>
          </a:prstGeom>
          <a:noFill/>
          <a:ln/>
        </p:spPr>
        <p:txBody>
          <a:bodyPr wrap="square" lIns="0" tIns="0" rIns="0" bIns="0" rtlCol="0" anchor="t"/>
          <a:lstStyle/>
          <a:p>
            <a:pPr indent="0" marL="0">
              <a:buNone/>
            </a:pPr>
            <a:r>
              <a:rPr lang="en-US" sz="6400" dirty="0">
                <a:solidFill>
                  <a:srgbClr val="FF6A4D"/>
                </a:solidFill>
                <a:latin typeface="Bahnschrift SemiBold Condensed" pitchFamily="34" charset="0"/>
                <a:ea typeface="Bahnschrift SemiBold Condensed" pitchFamily="34" charset="-122"/>
                <a:cs typeface="Bahnschrift SemiBold Condensed" pitchFamily="34" charset="-120"/>
              </a:rPr>
              <a:t>C</a:t>
            </a:r>
            <a:endParaRPr lang="en-US" sz="6400" dirty="0"/>
          </a:p>
        </p:txBody>
      </p:sp>
      <p:sp>
        <p:nvSpPr>
          <p:cNvPr id="12" name="Text 10"/>
          <p:cNvSpPr txBox="1"/>
          <p:nvPr/>
        </p:nvSpPr>
        <p:spPr>
          <a:xfrm>
            <a:off x="8402117" y="4251960"/>
            <a:ext cx="2966618" cy="1691640"/>
          </a:xfrm>
          <a:prstGeom prst="rect">
            <a:avLst/>
          </a:prstGeom>
          <a:noFill/>
          <a:ln/>
        </p:spPr>
        <p:txBody>
          <a:bodyPr wrap="square" lIns="0" tIns="0" rIns="0" bIns="0" rtlCol="0" anchor="t"/>
          <a:lstStyle/>
          <a:p>
            <a:pPr indent="0" marL="0">
              <a:buNone/>
            </a:pPr>
            <a:r>
              <a:rPr lang="en-US" sz="2100" dirty="0">
                <a:solidFill>
                  <a:srgbClr val="F4EFE6"/>
                </a:solidFill>
                <a:latin typeface="Segoe UI" pitchFamily="34" charset="0"/>
                <a:ea typeface="Segoe UI" pitchFamily="34" charset="-122"/>
                <a:cs typeface="Segoe UI" pitchFamily="34" charset="-120"/>
              </a:rPr>
              <a:t>The model's age</a:t>
            </a:r>
            <a:endParaRPr lang="en-US" sz="2100" dirty="0"/>
          </a:p>
        </p:txBody>
      </p:sp>
      <p:pic>
        <p:nvPicPr>
          <p:cNvPr id="13" name="Image 0" descr="Feedback">    </p:cNvPr>
          <p:cNvPicPr>
            <a:picLocks noChangeAspect="1"/>
          </p:cNvPicPr>
          <p:nvPr/>
        </p:nvPicPr>
        <p:blipFill>
          <a:blip r:embed="rId1"/>
          <a:stretch>
            <a:fillRect/>
          </a:stretch>
        </p:blipFill>
        <p:spPr>
          <a:xfrm>
            <a:off x="10972800" y="621792"/>
            <a:ext cx="685800" cy="685800"/>
          </a:xfrm>
          <a:prstGeom prst="rect">
            <a:avLst/>
          </a:prstGeom>
        </p:spPr>
      </p:pic>
      <p:sp>
        <p:nvSpPr>
          <p:cNvPr id="15" name="Text 11"/>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b="1" i="1" dirty="0">
                <a:solidFill>
                  <a:srgbClr val="C8321A"/>
                </a:solidFill>
                <a:latin typeface="Segoe UI" pitchFamily="34" charset="0"/>
                <a:ea typeface="Segoe UI" pitchFamily="34" charset="-122"/>
                <a:cs typeface="Segoe UI" pitchFamily="34" charset="-120"/>
              </a:rPr>
              <a:t>TEMPLATE  ·  choice</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F5A52"/>
                </a:solidFill>
                <a:latin typeface="Segoe UI"/>
                <a:ea typeface="Segoe UI"/>
                <a:cs typeface="Segoe UI"/>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9966960" cy="914400"/>
          </a:xfrm>
          <a:prstGeom prst="rect">
            <a:avLst/>
          </a:prstGeom>
          <a:noFill/>
          <a:ln/>
        </p:spPr>
        <p:txBody>
          <a:bodyPr wrap="square" lIns="0" tIns="0" rIns="0" bIns="0" rtlCol="0" anchor="ctr"/>
          <a:lstStyle/>
          <a:p>
            <a:pPr algn="l" indent="0" marL="0">
              <a:buNone/>
            </a:pPr>
            <a:r>
              <a:rPr lang="en-US" sz="4400" dirty="0">
                <a:solidFill>
                  <a:srgbClr val="16161A"/>
                </a:solidFill>
                <a:latin typeface="Bahnschrift SemiBold Condensed" pitchFamily="34" charset="0"/>
                <a:ea typeface="Bahnschrift SemiBold Condensed" pitchFamily="34" charset="-122"/>
                <a:cs typeface="Bahnschrift SemiBold Condensed" pitchFamily="34" charset="-120"/>
              </a:rPr>
              <a:t>What a good analysis sounds like</a:t>
            </a:r>
            <a:endParaRPr lang="en-US" sz="4400" dirty="0"/>
          </a:p>
        </p:txBody>
      </p:sp>
      <p:sp>
        <p:nvSpPr>
          <p:cNvPr id="3" name="Text 1"/>
          <p:cNvSpPr txBox="1"/>
          <p:nvPr/>
        </p:nvSpPr>
        <p:spPr>
          <a:xfrm>
            <a:off x="548640" y="1600200"/>
            <a:ext cx="11094415" cy="731520"/>
          </a:xfrm>
          <a:prstGeom prst="rect">
            <a:avLst/>
          </a:prstGeom>
          <a:noFill/>
          <a:ln/>
        </p:spPr>
        <p:txBody>
          <a:bodyPr wrap="square" lIns="0" tIns="0" rIns="0" bIns="0" rtlCol="0" anchor="t"/>
          <a:lstStyle/>
          <a:p>
            <a:pPr indent="0" marL="0">
              <a:buNone/>
            </a:pPr>
            <a:r>
              <a:rPr lang="en-US" sz="1900" b="1" dirty="0">
                <a:solidFill>
                  <a:srgbClr val="5F5A52"/>
                </a:solidFill>
                <a:latin typeface="Segoe UI" pitchFamily="34" charset="0"/>
                <a:ea typeface="Segoe UI" pitchFamily="34" charset="-122"/>
                <a:cs typeface="Segoe UI" pitchFamily="34" charset="-120"/>
              </a:rPr>
              <a:t>Explain how the product targets its audience.</a:t>
            </a:r>
            <a:endParaRPr lang="en-US" sz="1900" dirty="0"/>
          </a:p>
        </p:txBody>
      </p:sp>
      <p:sp>
        <p:nvSpPr>
          <p:cNvPr id="4" name="Shape 2"/>
          <p:cNvSpPr/>
          <p:nvPr/>
        </p:nvSpPr>
        <p:spPr>
          <a:xfrm>
            <a:off x="548640" y="2377440"/>
            <a:ext cx="7863840" cy="3794760"/>
          </a:xfrm>
          <a:prstGeom prst="rect">
            <a:avLst/>
          </a:prstGeom>
          <a:solidFill>
            <a:srgbClr val="FFFFFF"/>
          </a:solidFill>
          <a:ln w="19050">
            <a:solidFill>
              <a:srgbClr val="16161A"/>
            </a:solidFill>
            <a:prstDash val="solid"/>
          </a:ln>
        </p:spPr>
      </p:sp>
      <p:sp>
        <p:nvSpPr>
          <p:cNvPr id="5" name="Text 3"/>
          <p:cNvSpPr txBox="1"/>
          <p:nvPr/>
        </p:nvSpPr>
        <p:spPr>
          <a:xfrm>
            <a:off x="868680" y="2606040"/>
            <a:ext cx="7223760" cy="3383280"/>
          </a:xfrm>
          <a:prstGeom prst="rect">
            <a:avLst/>
          </a:prstGeom>
          <a:noFill/>
          <a:ln/>
        </p:spPr>
        <p:txBody>
          <a:bodyPr wrap="square" lIns="0" tIns="0" rIns="0" bIns="0" rtlCol="0" anchor="t"/>
          <a:lstStyle/>
          <a:p>
            <a:pPr indent="0" marL="0">
              <a:lnSpc>
                <a:spcPct val="115000"/>
              </a:lnSpc>
              <a:buNone/>
            </a:pPr>
            <a:r>
              <a:rPr lang="en-US" sz="2100" b="1" dirty="0">
                <a:solidFill>
                  <a:srgbClr val="C8321A"/>
                </a:solidFill>
                <a:latin typeface="Georgia" pitchFamily="34" charset="0"/>
                <a:ea typeface="Georgia" pitchFamily="34" charset="-122"/>
                <a:cs typeface="Georgia" pitchFamily="34" charset="-120"/>
              </a:rPr>
              <a:t>The poster targets teenage girls who feel self-conscious about exercise. </a:t>
            </a:r>
            <a:pPr indent="0" marL="0">
              <a:lnSpc>
                <a:spcPct val="115000"/>
              </a:lnSpc>
              <a:buNone/>
            </a:pPr>
            <a:r>
              <a:rPr lang="en-US" sz="2100" dirty="0">
                <a:solidFill>
                  <a:srgbClr val="1F5FAD"/>
                </a:solidFill>
                <a:latin typeface="Georgia" pitchFamily="34" charset="0"/>
                <a:ea typeface="Georgia" pitchFamily="34" charset="-122"/>
                <a:cs typeface="Georgia" pitchFamily="34" charset="-120"/>
              </a:rPr>
              <a:t>It shows a red-faced girl laughing mid-run with the slogan "Have a go, not a race". </a:t>
            </a:r>
            <a:pPr indent="0" marL="0">
              <a:lnSpc>
                <a:spcPct val="115000"/>
              </a:lnSpc>
              <a:buNone/>
            </a:pPr>
            <a:r>
              <a:rPr lang="en-US" sz="2100" dirty="0">
                <a:solidFill>
                  <a:srgbClr val="2E7D4F"/>
                </a:solidFill>
                <a:latin typeface="Georgia" pitchFamily="34" charset="0"/>
                <a:ea typeface="Georgia" pitchFamily="34" charset="-122"/>
                <a:cs typeface="Georgia" pitchFamily="34" charset="-120"/>
              </a:rPr>
              <a:t>This suggests that effort matters more than looking good, which reassures an audience that values fun over competition. </a:t>
            </a:r>
            <a:endParaRPr lang="en-US" sz="2100" dirty="0"/>
          </a:p>
        </p:txBody>
      </p:sp>
      <p:sp>
        <p:nvSpPr>
          <p:cNvPr id="6" name="Shape 4"/>
          <p:cNvSpPr/>
          <p:nvPr/>
        </p:nvSpPr>
        <p:spPr>
          <a:xfrm>
            <a:off x="8732520" y="2377440"/>
            <a:ext cx="274320" cy="685800"/>
          </a:xfrm>
          <a:prstGeom prst="rect">
            <a:avLst/>
          </a:prstGeom>
          <a:solidFill>
            <a:srgbClr val="C8321A"/>
          </a:solidFill>
          <a:ln/>
        </p:spPr>
      </p:sp>
      <p:sp>
        <p:nvSpPr>
          <p:cNvPr id="7" name="Text 5"/>
          <p:cNvSpPr txBox="1"/>
          <p:nvPr/>
        </p:nvSpPr>
        <p:spPr>
          <a:xfrm>
            <a:off x="9144000" y="2377440"/>
            <a:ext cx="2499055" cy="685800"/>
          </a:xfrm>
          <a:prstGeom prst="rect">
            <a:avLst/>
          </a:prstGeom>
          <a:noFill/>
          <a:ln/>
        </p:spPr>
        <p:txBody>
          <a:bodyPr wrap="square" lIns="0" tIns="0" rIns="0" bIns="0" rtlCol="0" anchor="ctr"/>
          <a:lstStyle/>
          <a:p>
            <a:pPr indent="0" marL="0">
              <a:buNone/>
            </a:pPr>
            <a:r>
              <a:rPr lang="en-US" sz="2000" b="1" dirty="0">
                <a:solidFill>
                  <a:srgbClr val="C8321A"/>
                </a:solidFill>
                <a:latin typeface="Segoe UI" pitchFamily="34" charset="0"/>
                <a:ea typeface="Segoe UI" pitchFamily="34" charset="-122"/>
                <a:cs typeface="Segoe UI" pitchFamily="34" charset="-120"/>
              </a:rPr>
              <a:t>Point</a:t>
            </a:r>
            <a:endParaRPr lang="en-US" sz="2000" dirty="0"/>
          </a:p>
        </p:txBody>
      </p:sp>
      <p:sp>
        <p:nvSpPr>
          <p:cNvPr id="8" name="Shape 6"/>
          <p:cNvSpPr/>
          <p:nvPr/>
        </p:nvSpPr>
        <p:spPr>
          <a:xfrm>
            <a:off x="8732520" y="3291840"/>
            <a:ext cx="274320" cy="685800"/>
          </a:xfrm>
          <a:prstGeom prst="rect">
            <a:avLst/>
          </a:prstGeom>
          <a:solidFill>
            <a:srgbClr val="1F5FAD"/>
          </a:solidFill>
          <a:ln/>
        </p:spPr>
      </p:sp>
      <p:sp>
        <p:nvSpPr>
          <p:cNvPr id="9" name="Text 7"/>
          <p:cNvSpPr txBox="1"/>
          <p:nvPr/>
        </p:nvSpPr>
        <p:spPr>
          <a:xfrm>
            <a:off x="9144000" y="3291840"/>
            <a:ext cx="2499055" cy="685800"/>
          </a:xfrm>
          <a:prstGeom prst="rect">
            <a:avLst/>
          </a:prstGeom>
          <a:noFill/>
          <a:ln/>
        </p:spPr>
        <p:txBody>
          <a:bodyPr wrap="square" lIns="0" tIns="0" rIns="0" bIns="0" rtlCol="0" anchor="ctr"/>
          <a:lstStyle/>
          <a:p>
            <a:pPr indent="0" marL="0">
              <a:buNone/>
            </a:pPr>
            <a:r>
              <a:rPr lang="en-US" sz="2000" b="1" dirty="0">
                <a:solidFill>
                  <a:srgbClr val="1F5FAD"/>
                </a:solidFill>
                <a:latin typeface="Segoe UI" pitchFamily="34" charset="0"/>
                <a:ea typeface="Segoe UI" pitchFamily="34" charset="-122"/>
                <a:cs typeface="Segoe UI" pitchFamily="34" charset="-120"/>
              </a:rPr>
              <a:t>Evidence</a:t>
            </a:r>
            <a:endParaRPr lang="en-US" sz="2000" dirty="0"/>
          </a:p>
        </p:txBody>
      </p:sp>
      <p:sp>
        <p:nvSpPr>
          <p:cNvPr id="10" name="Shape 8"/>
          <p:cNvSpPr/>
          <p:nvPr/>
        </p:nvSpPr>
        <p:spPr>
          <a:xfrm>
            <a:off x="8732520" y="4206240"/>
            <a:ext cx="274320" cy="685800"/>
          </a:xfrm>
          <a:prstGeom prst="rect">
            <a:avLst/>
          </a:prstGeom>
          <a:solidFill>
            <a:srgbClr val="2E7D4F"/>
          </a:solidFill>
          <a:ln/>
        </p:spPr>
      </p:sp>
      <p:sp>
        <p:nvSpPr>
          <p:cNvPr id="11" name="Text 9"/>
          <p:cNvSpPr txBox="1"/>
          <p:nvPr/>
        </p:nvSpPr>
        <p:spPr>
          <a:xfrm>
            <a:off x="9144000" y="4206240"/>
            <a:ext cx="2499055" cy="685800"/>
          </a:xfrm>
          <a:prstGeom prst="rect">
            <a:avLst/>
          </a:prstGeom>
          <a:noFill/>
          <a:ln/>
        </p:spPr>
        <p:txBody>
          <a:bodyPr wrap="square" lIns="0" tIns="0" rIns="0" bIns="0" rtlCol="0" anchor="ctr"/>
          <a:lstStyle/>
          <a:p>
            <a:pPr indent="0" marL="0">
              <a:buNone/>
            </a:pPr>
            <a:r>
              <a:rPr lang="en-US" sz="2000" b="1" dirty="0">
                <a:solidFill>
                  <a:srgbClr val="2E7D4F"/>
                </a:solidFill>
                <a:latin typeface="Segoe UI" pitchFamily="34" charset="0"/>
                <a:ea typeface="Segoe UI" pitchFamily="34" charset="-122"/>
                <a:cs typeface="Segoe UI" pitchFamily="34" charset="-120"/>
              </a:rPr>
              <a:t>Explain</a:t>
            </a:r>
            <a:endParaRPr lang="en-US" sz="2000" dirty="0"/>
          </a:p>
        </p:txBody>
      </p:sp>
      <p:pic>
        <p:nvPicPr>
          <p:cNvPr id="12" name="Image 0" descr="Feedback">    </p:cNvPr>
          <p:cNvPicPr>
            <a:picLocks noChangeAspect="1"/>
          </p:cNvPicPr>
          <p:nvPr/>
        </p:nvPicPr>
        <p:blipFill>
          <a:blip r:embed="rId1"/>
          <a:stretch>
            <a:fillRect/>
          </a:stretch>
        </p:blipFill>
        <p:spPr>
          <a:xfrm>
            <a:off x="10972800" y="621792"/>
            <a:ext cx="685800" cy="685800"/>
          </a:xfrm>
          <a:prstGeom prst="rect">
            <a:avLst/>
          </a:prstGeom>
        </p:spPr>
      </p:pic>
      <p:sp>
        <p:nvSpPr>
          <p:cNvPr id="14" name="Text 10"/>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b="1" i="1" dirty="0">
                <a:solidFill>
                  <a:srgbClr val="C8321A"/>
                </a:solidFill>
                <a:latin typeface="Segoe UI" pitchFamily="34" charset="0"/>
                <a:ea typeface="Segoe UI" pitchFamily="34" charset="-122"/>
                <a:cs typeface="Segoe UI" pitchFamily="34" charset="-120"/>
              </a:rPr>
              <a:t>TEMPLATE  ·  modelAnswer</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F5A52"/>
                </a:solidFill>
                <a:latin typeface="Segoe UI"/>
                <a:ea typeface="Segoe UI"/>
                <a:cs typeface="Segoe UI"/>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3" type="title" hasCustomPrompt="1"/>
          </p:nvPr>
        </p:nvSpPr>
        <p:spPr>
          <a:xfrm>
            <a:off x="548640" y="566928"/>
            <a:ext cx="9966960" cy="914400"/>
          </a:xfrm>
          <a:prstGeom prst="rect">
            <a:avLst/>
          </a:prstGeom>
          <a:noFill/>
          <a:ln/>
        </p:spPr>
        <p:txBody>
          <a:bodyPr wrap="square" lIns="0" tIns="0" rIns="0" bIns="0" rtlCol="0" anchor="ctr"/>
          <a:lstStyle/>
          <a:p>
            <a:pPr algn="l" indent="0" marL="0">
              <a:buNone/>
            </a:pPr>
            <a:r>
              <a:rPr lang="en-US" sz="4400" dirty="0">
                <a:solidFill>
                  <a:srgbClr val="F4EFE6"/>
                </a:solidFill>
                <a:latin typeface="Bahnschrift SemiBold Condensed" pitchFamily="34" charset="0"/>
                <a:ea typeface="Bahnschrift SemiBold Condensed" pitchFamily="34" charset="-122"/>
                <a:cs typeface="Bahnschrift SemiBold Condensed" pitchFamily="34" charset="-120"/>
              </a:rPr>
              <a:t>Exit ticket</a:t>
            </a:r>
            <a:endParaRPr lang="en-US" sz="4400" dirty="0"/>
          </a:p>
        </p:txBody>
      </p:sp>
      <p:sp>
        <p:nvSpPr>
          <p:cNvPr id="3" name="Text 1"/>
          <p:cNvSpPr txBox="1"/>
          <p:nvPr/>
        </p:nvSpPr>
        <p:spPr>
          <a:xfrm>
            <a:off x="548640" y="1691640"/>
            <a:ext cx="7315200" cy="274320"/>
          </a:xfrm>
          <a:prstGeom prst="rect">
            <a:avLst/>
          </a:prstGeom>
          <a:noFill/>
          <a:ln/>
        </p:spPr>
        <p:txBody>
          <a:bodyPr wrap="square" lIns="0" tIns="0" rIns="0" bIns="0" rtlCol="0" anchor="t"/>
          <a:lstStyle/>
          <a:p>
            <a:pPr indent="0" marL="0">
              <a:buNone/>
            </a:pPr>
            <a:r>
              <a:rPr lang="en-US" sz="1300" b="1" spc="300" kern="0" dirty="0">
                <a:solidFill>
                  <a:srgbClr val="FF6A4D"/>
                </a:solidFill>
                <a:latin typeface="Segoe UI" pitchFamily="34" charset="0"/>
                <a:ea typeface="Segoe UI" pitchFamily="34" charset="-122"/>
                <a:cs typeface="Segoe UI" pitchFamily="34" charset="-120"/>
              </a:rPr>
              <a:t>BACK TO TODAY'S QUESTION</a:t>
            </a:r>
            <a:endParaRPr lang="en-US" sz="1300" dirty="0"/>
          </a:p>
        </p:txBody>
      </p:sp>
      <p:sp>
        <p:nvSpPr>
          <p:cNvPr id="4" name="Text 2"/>
          <p:cNvSpPr txBox="1"/>
          <p:nvPr/>
        </p:nvSpPr>
        <p:spPr>
          <a:xfrm>
            <a:off x="548640" y="2057400"/>
            <a:ext cx="10180015" cy="1371600"/>
          </a:xfrm>
          <a:prstGeom prst="rect">
            <a:avLst/>
          </a:prstGeom>
          <a:noFill/>
          <a:ln/>
        </p:spPr>
        <p:txBody>
          <a:bodyPr wrap="square" lIns="0" tIns="0" rIns="0" bIns="0" rtlCol="0" anchor="ctr"/>
          <a:lstStyle/>
          <a:p>
            <a:pPr indent="0" marL="0">
              <a:buNone/>
            </a:pPr>
            <a:r>
              <a:rPr lang="en-US" sz="4400" dirty="0">
                <a:solidFill>
                  <a:srgbClr val="F4EFE6"/>
                </a:solidFill>
                <a:latin typeface="Bahnschrift SemiBold Condensed" pitchFamily="34" charset="0"/>
                <a:ea typeface="Bahnschrift SemiBold Condensed" pitchFamily="34" charset="-122"/>
                <a:cs typeface="Bahnschrift SemiBold Condensed" pitchFamily="34" charset="-120"/>
              </a:rPr>
              <a:t>How do media products target a specific audience?</a:t>
            </a:r>
            <a:endParaRPr lang="en-US" sz="4400" dirty="0"/>
          </a:p>
        </p:txBody>
      </p:sp>
      <p:sp>
        <p:nvSpPr>
          <p:cNvPr id="5" name="Shape 3"/>
          <p:cNvSpPr/>
          <p:nvPr/>
        </p:nvSpPr>
        <p:spPr>
          <a:xfrm>
            <a:off x="548640" y="3657600"/>
            <a:ext cx="11094415" cy="0"/>
          </a:xfrm>
          <a:prstGeom prst="line">
            <a:avLst/>
          </a:prstGeom>
          <a:noFill/>
          <a:ln w="25400">
            <a:solidFill>
              <a:srgbClr val="F4EFE6"/>
            </a:solidFill>
            <a:prstDash val="solid"/>
          </a:ln>
        </p:spPr>
      </p:sp>
      <p:sp>
        <p:nvSpPr>
          <p:cNvPr id="6" name="Text 4"/>
          <p:cNvSpPr txBox="1"/>
          <p:nvPr/>
        </p:nvSpPr>
        <p:spPr>
          <a:xfrm>
            <a:off x="548640" y="3840480"/>
            <a:ext cx="11094415" cy="914400"/>
          </a:xfrm>
          <a:prstGeom prst="rect">
            <a:avLst/>
          </a:prstGeom>
          <a:noFill/>
          <a:ln/>
        </p:spPr>
        <p:txBody>
          <a:bodyPr wrap="square" lIns="0" tIns="0" rIns="0" bIns="0" rtlCol="0" anchor="t"/>
          <a:lstStyle/>
          <a:p>
            <a:pPr indent="0" marL="0">
              <a:buNone/>
            </a:pPr>
            <a:r>
              <a:rPr lang="en-US" sz="2200" dirty="0">
                <a:solidFill>
                  <a:srgbClr val="F4EFE6"/>
                </a:solidFill>
                <a:latin typeface="Segoe UI" pitchFamily="34" charset="0"/>
                <a:ea typeface="Segoe UI" pitchFamily="34" charset="-122"/>
                <a:cs typeface="Segoe UI" pitchFamily="34" charset="-120"/>
              </a:rPr>
              <a:t>Name one product from today and explain one choice that targets its audience.</a:t>
            </a:r>
            <a:endParaRPr lang="en-US" sz="2200" dirty="0"/>
          </a:p>
        </p:txBody>
      </p:sp>
      <p:sp>
        <p:nvSpPr>
          <p:cNvPr id="7" name="Shape 5"/>
          <p:cNvSpPr/>
          <p:nvPr/>
        </p:nvSpPr>
        <p:spPr>
          <a:xfrm>
            <a:off x="548640" y="4892040"/>
            <a:ext cx="11094415" cy="1097280"/>
          </a:xfrm>
          <a:prstGeom prst="rect">
            <a:avLst/>
          </a:prstGeom>
          <a:solidFill>
            <a:srgbClr val="C8321A"/>
          </a:solidFill>
          <a:ln/>
        </p:spPr>
      </p:sp>
      <p:sp>
        <p:nvSpPr>
          <p:cNvPr id="8" name="Text 6"/>
          <p:cNvSpPr txBox="1"/>
          <p:nvPr/>
        </p:nvSpPr>
        <p:spPr>
          <a:xfrm>
            <a:off x="868680" y="4892040"/>
            <a:ext cx="10454335" cy="1097280"/>
          </a:xfrm>
          <a:prstGeom prst="rect">
            <a:avLst/>
          </a:prstGeom>
          <a:noFill/>
          <a:ln/>
        </p:spPr>
        <p:txBody>
          <a:bodyPr wrap="square" lIns="0" tIns="0" rIns="0" bIns="0" rtlCol="0" anchor="ctr"/>
          <a:lstStyle/>
          <a:p>
            <a:pPr indent="0" marL="0">
              <a:buNone/>
            </a:pPr>
            <a:r>
              <a:rPr lang="en-US" sz="1300" b="1" spc="200" kern="0" dirty="0">
                <a:solidFill>
                  <a:srgbClr val="FFFFFF"/>
                </a:solidFill>
                <a:latin typeface="Segoe UI" pitchFamily="34" charset="0"/>
                <a:ea typeface="Segoe UI" pitchFamily="34" charset="-122"/>
                <a:cs typeface="Segoe UI" pitchFamily="34" charset="-120"/>
              </a:rPr>
              <a:t>START WITH  </a:t>
            </a:r>
            <a:pPr indent="0" marL="0">
              <a:buNone/>
            </a:pPr>
            <a:r>
              <a:rPr lang="en-US" sz="2400" i="1" dirty="0">
                <a:solidFill>
                  <a:srgbClr val="FFFFFF"/>
                </a:solidFill>
                <a:latin typeface="Georgia" pitchFamily="34" charset="0"/>
                <a:ea typeface="Georgia" pitchFamily="34" charset="-122"/>
                <a:cs typeface="Georgia" pitchFamily="34" charset="-120"/>
              </a:rPr>
              <a:t>"The ___ targets ___ because…"</a:t>
            </a:r>
            <a:endParaRPr lang="en-US" sz="1300" dirty="0"/>
          </a:p>
        </p:txBody>
      </p:sp>
      <p:pic>
        <p:nvPicPr>
          <p:cNvPr id="9" name="Image 0" descr="Recap and recall">    </p:cNvPr>
          <p:cNvPicPr>
            <a:picLocks noChangeAspect="1"/>
          </p:cNvPicPr>
          <p:nvPr/>
        </p:nvPicPr>
        <p:blipFill>
          <a:blip r:embed="rId1"/>
          <a:stretch>
            <a:fillRect/>
          </a:stretch>
        </p:blipFill>
        <p:spPr>
          <a:xfrm>
            <a:off x="10972800" y="621792"/>
            <a:ext cx="685800" cy="685800"/>
          </a:xfrm>
          <a:prstGeom prst="rect">
            <a:avLst/>
          </a:prstGeom>
        </p:spPr>
      </p:pic>
      <p:sp>
        <p:nvSpPr>
          <p:cNvPr id="11" name="Text 7"/>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b="1" i="1" dirty="0">
                <a:solidFill>
                  <a:srgbClr val="FF6A4D"/>
                </a:solidFill>
                <a:latin typeface="Segoe UI" pitchFamily="34" charset="0"/>
                <a:ea typeface="Segoe UI" pitchFamily="34" charset="-122"/>
                <a:cs typeface="Segoe UI" pitchFamily="34" charset="-120"/>
              </a:rPr>
              <a:t>TEMPLATE  ·  plenary</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8A296"/>
                </a:solidFill>
                <a:latin typeface="Segoe UI"/>
                <a:ea typeface="Segoe UI"/>
                <a:cs typeface="Segoe UI"/>
              </a:defRPr>
            </a:lvl1pPr>
          </a:lstStyle>
          <a:p>
            <a:pPr algn="r"/>
            <a:fld id="{F7021451-1387-4CA6-816F-3879F97B5CBC}" type="slidenum">
              <a:rPr b="1"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hnschrift SemiBold Condens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Component 1 deck template</dc:title>
  <dc:subject>PptxGenJS Presentation</dc:subject>
  <dc:creator>Nicholas Houlton</dc:creator>
  <cp:lastModifiedBy>Nicholas Houlton</cp:lastModifiedBy>
  <cp:revision>1</cp:revision>
  <dcterms:created xsi:type="dcterms:W3CDTF">2026-10-23T12:22:16Z</dcterms:created>
  <dcterms:modified xsi:type="dcterms:W3CDTF">2026-10-23T12:22:16Z</dcterms:modified>
</cp:coreProperties>
</file>